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57" r:id="rId6"/>
    <p:sldId id="312" r:id="rId7"/>
    <p:sldId id="272" r:id="rId8"/>
    <p:sldId id="274" r:id="rId9"/>
    <p:sldId id="323" r:id="rId10"/>
    <p:sldId id="324" r:id="rId11"/>
    <p:sldId id="278" r:id="rId12"/>
    <p:sldId id="279" r:id="rId13"/>
    <p:sldId id="331" r:id="rId14"/>
    <p:sldId id="282" r:id="rId15"/>
    <p:sldId id="297" r:id="rId16"/>
    <p:sldId id="290" r:id="rId17"/>
    <p:sldId id="302" r:id="rId18"/>
    <p:sldId id="285" r:id="rId19"/>
    <p:sldId id="313" r:id="rId20"/>
    <p:sldId id="292" r:id="rId21"/>
    <p:sldId id="314" r:id="rId22"/>
    <p:sldId id="298" r:id="rId23"/>
    <p:sldId id="303" r:id="rId24"/>
    <p:sldId id="299" r:id="rId25"/>
    <p:sldId id="315" r:id="rId26"/>
    <p:sldId id="300" r:id="rId27"/>
    <p:sldId id="316" r:id="rId28"/>
    <p:sldId id="273" r:id="rId29"/>
    <p:sldId id="301" r:id="rId30"/>
    <p:sldId id="258" r:id="rId31"/>
    <p:sldId id="317" r:id="rId32"/>
    <p:sldId id="266" r:id="rId33"/>
    <p:sldId id="267" r:id="rId34"/>
    <p:sldId id="283" r:id="rId35"/>
    <p:sldId id="268" r:id="rId36"/>
    <p:sldId id="318" r:id="rId37"/>
    <p:sldId id="281" r:id="rId38"/>
    <p:sldId id="294" r:id="rId39"/>
    <p:sldId id="295" r:id="rId40"/>
    <p:sldId id="296" r:id="rId41"/>
    <p:sldId id="319" r:id="rId42"/>
    <p:sldId id="320" r:id="rId43"/>
    <p:sldId id="311" r:id="rId44"/>
    <p:sldId id="269" r:id="rId45"/>
    <p:sldId id="270" r:id="rId46"/>
    <p:sldId id="271" r:id="rId47"/>
    <p:sldId id="321" r:id="rId48"/>
    <p:sldId id="322" r:id="rId49"/>
    <p:sldId id="325" r:id="rId50"/>
    <p:sldId id="326" r:id="rId51"/>
    <p:sldId id="327" r:id="rId52"/>
    <p:sldId id="328" r:id="rId53"/>
    <p:sldId id="329" r:id="rId54"/>
    <p:sldId id="330" r:id="rId55"/>
    <p:sldId id="332"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0E06C-6CDE-4131-A690-3FA8836EEC55}" v="333" dt="2024-01-25T18:31:00.3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88" d="100"/>
          <a:sy n="88" d="100"/>
        </p:scale>
        <p:origin x="10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5.xml"/><Relationship Id="rId1" Type="http://schemas.microsoft.com/office/2011/relationships/chartStyle" Target="style8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Sheet5!$E$2</c:f>
              <c:strCache>
                <c:ptCount val="1"/>
                <c:pt idx="0">
                  <c:v>Age</c:v>
                </c:pt>
              </c:strCache>
            </c:strRef>
          </c:tx>
          <c:spPr>
            <a:solidFill>
              <a:schemeClr val="accent1"/>
            </a:solidFill>
            <a:ln>
              <a:noFill/>
            </a:ln>
            <a:effectLst/>
          </c:spPr>
          <c:invertIfNegative val="0"/>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00-82AA-477C-BD91-9DABCDEA9DF0}"/>
            </c:ext>
          </c:extLst>
        </c:ser>
        <c:dLbls>
          <c:showLegendKey val="0"/>
          <c:showVal val="0"/>
          <c:showCatName val="0"/>
          <c:showSerName val="0"/>
          <c:showPercent val="0"/>
          <c:showBubbleSize val="0"/>
        </c:dLbls>
        <c:gapWidth val="219"/>
        <c:overlap val="-27"/>
        <c:axId val="1392458304"/>
        <c:axId val="1392461632"/>
      </c:barChart>
      <c:catAx>
        <c:axId val="1392458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61632"/>
        <c:crosses val="autoZero"/>
        <c:auto val="1"/>
        <c:lblAlgn val="ctr"/>
        <c:lblOffset val="100"/>
        <c:noMultiLvlLbl val="0"/>
      </c:catAx>
      <c:valAx>
        <c:axId val="13924616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583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3284711286089239"/>
          <c:y val="2.777777777777777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0-89E0-483F-8BA7-980767A92090}"/>
            </c:ext>
          </c:extLst>
        </c:ser>
        <c:dLbls>
          <c:showLegendKey val="0"/>
          <c:showVal val="0"/>
          <c:showCatName val="0"/>
          <c:showSerName val="0"/>
          <c:showPercent val="0"/>
          <c:showBubbleSize val="0"/>
        </c:dLbls>
        <c:gapWidth val="219"/>
        <c:overlap val="-27"/>
        <c:axId val="1424908800"/>
        <c:axId val="1424911296"/>
      </c:barChart>
      <c:catAx>
        <c:axId val="1424908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11296"/>
        <c:crosses val="autoZero"/>
        <c:auto val="1"/>
        <c:lblAlgn val="ctr"/>
        <c:lblOffset val="100"/>
        <c:noMultiLvlLbl val="0"/>
      </c:catAx>
      <c:valAx>
        <c:axId val="14249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088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0-9FAF-4CDB-B2A6-998003127304}"/>
            </c:ext>
          </c:extLst>
        </c:ser>
        <c:dLbls>
          <c:showLegendKey val="0"/>
          <c:showVal val="0"/>
          <c:showCatName val="0"/>
          <c:showSerName val="0"/>
          <c:showPercent val="0"/>
          <c:showBubbleSize val="0"/>
        </c:dLbls>
        <c:gapWidth val="219"/>
        <c:overlap val="-27"/>
        <c:axId val="1391882704"/>
        <c:axId val="1391885616"/>
      </c:barChart>
      <c:catAx>
        <c:axId val="13918827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5616"/>
        <c:crosses val="autoZero"/>
        <c:auto val="1"/>
        <c:lblAlgn val="ctr"/>
        <c:lblOffset val="100"/>
        <c:noMultiLvlLbl val="0"/>
      </c:catAx>
      <c:valAx>
        <c:axId val="13918856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27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6BC4-4130-920D-4F9F326DF721}"/>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5CD7-4776-836F-B0C46408D4CE}"/>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0-E4B3-44F3-B20E-CB5088965824}"/>
            </c:ext>
          </c:extLst>
        </c:ser>
        <c:dLbls>
          <c:showLegendKey val="0"/>
          <c:showVal val="0"/>
          <c:showCatName val="0"/>
          <c:showSerName val="0"/>
          <c:showPercent val="0"/>
          <c:showBubbleSize val="0"/>
        </c:dLbls>
        <c:gapWidth val="219"/>
        <c:overlap val="-27"/>
        <c:axId val="2021150368"/>
        <c:axId val="2018002048"/>
      </c:barChart>
      <c:catAx>
        <c:axId val="20211503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2048"/>
        <c:crosses val="autoZero"/>
        <c:auto val="1"/>
        <c:lblAlgn val="ctr"/>
        <c:lblOffset val="100"/>
        <c:noMultiLvlLbl val="0"/>
      </c:catAx>
      <c:valAx>
        <c:axId val="20180020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115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0-D7E3-4387-AABD-83A8080F7B0D}"/>
            </c:ext>
          </c:extLst>
        </c:ser>
        <c:dLbls>
          <c:showLegendKey val="0"/>
          <c:showVal val="0"/>
          <c:showCatName val="0"/>
          <c:showSerName val="0"/>
          <c:showPercent val="0"/>
          <c:showBubbleSize val="0"/>
        </c:dLbls>
        <c:gapWidth val="219"/>
        <c:overlap val="-27"/>
        <c:axId val="2029042992"/>
        <c:axId val="2028251872"/>
      </c:barChart>
      <c:catAx>
        <c:axId val="20290429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1872"/>
        <c:crosses val="autoZero"/>
        <c:auto val="1"/>
        <c:lblAlgn val="ctr"/>
        <c:lblOffset val="100"/>
        <c:noMultiLvlLbl val="0"/>
      </c:catAx>
      <c:valAx>
        <c:axId val="202825187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29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00-CCC5-4278-8D66-7D5D5642D281}"/>
            </c:ext>
          </c:extLst>
        </c:ser>
        <c:dLbls>
          <c:showLegendKey val="0"/>
          <c:showVal val="0"/>
          <c:showCatName val="0"/>
          <c:showSerName val="0"/>
          <c:showPercent val="0"/>
          <c:showBubbleSize val="0"/>
        </c:dLbls>
        <c:gapWidth val="219"/>
        <c:overlap val="-27"/>
        <c:axId val="2029037712"/>
        <c:axId val="2018007008"/>
      </c:barChart>
      <c:catAx>
        <c:axId val="2029037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7008"/>
        <c:crosses val="autoZero"/>
        <c:auto val="1"/>
        <c:lblAlgn val="ctr"/>
        <c:lblOffset val="100"/>
        <c:noMultiLvlLbl val="0"/>
      </c:catAx>
      <c:valAx>
        <c:axId val="2018007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377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EFE7-4E7B-BF42-9C691E6CA549}"/>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F06B-4D2E-9A88-7B4D527252A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xmlns:c16r2="http://schemas.microsoft.com/office/drawing/2015/06/chart" xmlns:r="http://schemas.openxmlformats.org/officeDocument/2006/relationships" xmln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xmlns:c16r2="http://schemas.microsoft.com/office/drawing/2015/06/chart" xmlns:r="http://schemas.openxmlformats.org/officeDocument/2006/relationships" xmln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xmlns:c16r2="http://schemas.microsoft.com/office/drawing/2015/06/chart" xmlns:r="http://schemas.openxmlformats.org/officeDocument/2006/relationships" xmln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746F-45B4-A76B-8290EAE542E7}"/>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746F-45B4-A76B-8290EAE542E7}"/>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746F-45B4-A76B-8290EAE542E7}"/>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746F-45B4-A76B-8290EAE542E7}"/>
              </c:ext>
            </c:extLst>
          </c:dPt>
          <c:dLbls>
            <c:dLbl>
              <c:idx val="3"/>
              <c:layout>
                <c:manualLayout>
                  <c:x val="0.38611111111111113"/>
                  <c:y val="-0.1620370370370371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8546"/>
                        <a:gd name="adj2" fmla="val -86850"/>
                      </a:avLst>
                    </a:prstGeom>
                    <a:noFill/>
                    <a:ln>
                      <a:noFill/>
                    </a:ln>
                  </c15:spPr>
                </c:ext>
                <c:ext xmlns:c16="http://schemas.microsoft.com/office/drawing/2014/chart" uri="{C3380CC4-5D6E-409C-BE32-E72D297353CC}">
                  <c16:uniqueId val="{00000007-746F-45B4-A76B-8290EAE542E7}"/>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8-746F-45B4-A76B-8290EAE542E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EE2B-41D6-B47F-D4F2012E2F8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EE2B-41D6-B47F-D4F2012E2F8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4-EE2B-41D6-B47F-D4F2012E2F8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xmlns:c16r2="http://schemas.microsoft.com/office/drawing/2015/06/chart" xmlns:r="http://schemas.openxmlformats.org/officeDocument/2006/relationships" xmln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Sheet5!$E$2</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E6CA-4462-A623-CAFCA4F43C8C}"/>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E6CA-4462-A623-CAFCA4F43C8C}"/>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E6CA-4462-A623-CAFCA4F43C8C}"/>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E6CA-4462-A623-CAFCA4F43C8C}"/>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E6CA-4462-A623-CAFCA4F43C8C}"/>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E6CA-4462-A623-CAFCA4F43C8C}"/>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E6CA-4462-A623-CAFCA4F43C8C}"/>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E6CA-4462-A623-CAFCA4F43C8C}"/>
              </c:ext>
            </c:extLst>
          </c:dPt>
          <c:dLbls>
            <c:dLbl>
              <c:idx val="2"/>
              <c:layout>
                <c:manualLayout>
                  <c:x val="8.611111111111111E-2"/>
                  <c:y val="-0.1018518518518519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48949"/>
                        <a:gd name="adj2" fmla="val -114016"/>
                      </a:avLst>
                    </a:prstGeom>
                    <a:noFill/>
                    <a:ln>
                      <a:noFill/>
                    </a:ln>
                  </c15:spPr>
                </c:ext>
                <c:ext xmlns:c16="http://schemas.microsoft.com/office/drawing/2014/chart" uri="{C3380CC4-5D6E-409C-BE32-E72D297353CC}">
                  <c16:uniqueId val="{00000005-E6CA-4462-A623-CAFCA4F43C8C}"/>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10-E6CA-4462-A623-CAFCA4F43C8C}"/>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B4E-487C-9082-28C9A546AEA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B4E-487C-9082-28C9A546AEA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B4E-487C-9082-28C9A546AEA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B4E-487C-9082-28C9A546AEA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8-9B4E-487C-9082-28C9A546AEA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944F-4823-A364-5D7098C40B9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944F-4823-A364-5D7098C40B9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4-944F-4823-A364-5D7098C40B9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F01-4C59-8319-D9136D1395C7}"/>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F01-4C59-8319-D9136D1395C7}"/>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F01-4C59-8319-D9136D1395C7}"/>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F01-4C59-8319-D9136D1395C7}"/>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F01-4C59-8319-D9136D1395C7}"/>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F01-4C59-8319-D9136D1395C7}"/>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F01-4C59-8319-D9136D1395C7}"/>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F01-4C59-8319-D9136D1395C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10-2F01-4C59-8319-D9136D1395C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CA3-4311-B676-941D56FDCA6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CA3-4311-B676-941D56FDCA6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CA3-4311-B676-941D56FDCA6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CA3-4311-B676-941D56FDCA6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706</c:v>
                </c:pt>
                <c:pt idx="1">
                  <c:v>554</c:v>
                </c:pt>
                <c:pt idx="2">
                  <c:v>1003</c:v>
                </c:pt>
                <c:pt idx="3">
                  <c:v>634</c:v>
                </c:pt>
              </c:numCache>
            </c:numRef>
          </c:val>
          <c:extLst>
            <c:ext xmlns:c16="http://schemas.microsoft.com/office/drawing/2014/chart" uri="{C3380CC4-5D6E-409C-BE32-E72D297353CC}">
              <c16:uniqueId val="{00000008-ACA3-4311-B676-941D56FDCA6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4B5-4B19-A80B-48D1C0A807F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4B5-4B19-A80B-48D1C0A807F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1658</c:v>
                </c:pt>
                <c:pt idx="1">
                  <c:v>1239</c:v>
                </c:pt>
              </c:numCache>
            </c:numRef>
          </c:val>
          <c:extLst>
            <c:ext xmlns:c16="http://schemas.microsoft.com/office/drawing/2014/chart" uri="{C3380CC4-5D6E-409C-BE32-E72D297353CC}">
              <c16:uniqueId val="{00000004-D4B5-4B19-A80B-48D1C0A807F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Sheet7!$E$4</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73D5-436D-9BFB-B6CF349349A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73D5-436D-9BFB-B6CF349349A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73D5-436D-9BFB-B6CF349349A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73D5-436D-9BFB-B6CF349349A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73D5-436D-9BFB-B6CF349349A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73D5-436D-9BFB-B6CF349349A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73D5-436D-9BFB-B6CF349349A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73D5-436D-9BFB-B6CF349349A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73D5-436D-9BFB-B6CF349349A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Sheet7!$D$5:$D$13</c:f>
              <c:strCache>
                <c:ptCount val="9"/>
                <c:pt idx="0">
                  <c:v>0-2</c:v>
                </c:pt>
                <c:pt idx="1">
                  <c:v>03-09_</c:v>
                </c:pt>
                <c:pt idx="2">
                  <c:v>10-19_</c:v>
                </c:pt>
                <c:pt idx="3">
                  <c:v>20-29</c:v>
                </c:pt>
                <c:pt idx="4">
                  <c:v>30-39</c:v>
                </c:pt>
                <c:pt idx="5">
                  <c:v>40-49</c:v>
                </c:pt>
                <c:pt idx="6">
                  <c:v>50-59</c:v>
                </c:pt>
                <c:pt idx="7">
                  <c:v>60-69</c:v>
                </c:pt>
                <c:pt idx="8">
                  <c:v>70+</c:v>
                </c:pt>
              </c:strCache>
            </c:strRef>
          </c:cat>
          <c:val>
            <c:numRef>
              <c:f>Sheet7!$E$5:$E$13</c:f>
              <c:numCache>
                <c:formatCode>General</c:formatCode>
                <c:ptCount val="9"/>
                <c:pt idx="0">
                  <c:v>52</c:v>
                </c:pt>
                <c:pt idx="1">
                  <c:v>377</c:v>
                </c:pt>
                <c:pt idx="2">
                  <c:v>243</c:v>
                </c:pt>
                <c:pt idx="3">
                  <c:v>1131</c:v>
                </c:pt>
                <c:pt idx="4">
                  <c:v>734</c:v>
                </c:pt>
                <c:pt idx="5">
                  <c:v>255</c:v>
                </c:pt>
                <c:pt idx="6">
                  <c:v>88</c:v>
                </c:pt>
                <c:pt idx="7">
                  <c:v>15</c:v>
                </c:pt>
                <c:pt idx="8">
                  <c:v>2</c:v>
                </c:pt>
              </c:numCache>
            </c:numRef>
          </c:val>
          <c:extLst>
            <c:ext xmlns:c16="http://schemas.microsoft.com/office/drawing/2014/chart" uri="{C3380CC4-5D6E-409C-BE32-E72D297353CC}">
              <c16:uniqueId val="{00000012-73D5-436D-9BFB-B6CF349349A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2/2/2024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2/2/2024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2/2/2024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2/2/2024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1.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5.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1.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3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3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6.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9.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40.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1.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2.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5.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6.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7.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8.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79.xml"/><Relationship Id="rId2" Type="http://schemas.openxmlformats.org/officeDocument/2006/relationships/chart" Target="../charts/chart7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chart" Target="../charts/chart81.xml"/><Relationship Id="rId2" Type="http://schemas.openxmlformats.org/officeDocument/2006/relationships/chart" Target="../charts/chart80.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chart" Target="../charts/chart85.xml"/><Relationship Id="rId2" Type="http://schemas.openxmlformats.org/officeDocument/2006/relationships/chart" Target="../charts/chart8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1560635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474444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2795034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1446150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0554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50051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1608527" cy="584775"/>
          </a:xfrm>
          <a:prstGeom prst="rect">
            <a:avLst/>
          </a:prstGeom>
          <a:noFill/>
        </p:spPr>
        <p:txBody>
          <a:bodyPr wrap="square" rtlCol="0">
            <a:spAutoFit/>
          </a:bodyPr>
          <a:lstStyle/>
          <a:p>
            <a:r>
              <a:rPr lang="en-US" sz="3200" u="sng" dirty="0">
                <a:solidFill>
                  <a:schemeClr val="accent5">
                    <a:lumMod val="75000"/>
                  </a:schemeClr>
                </a:solidFill>
              </a:rPr>
              <a:t>DDPM: (256 epoch) Generated output (2086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9" name="Chart 8"/>
          <p:cNvGraphicFramePr>
            <a:graphicFrameLocks/>
          </p:cNvGraphicFramePr>
          <p:nvPr>
            <p:extLst>
              <p:ext uri="{D42A27DB-BD31-4B8C-83A1-F6EECF244321}">
                <p14:modId xmlns:p14="http://schemas.microsoft.com/office/powerpoint/2010/main" val="1500976474"/>
              </p:ext>
            </p:extLst>
          </p:nvPr>
        </p:nvGraphicFramePr>
        <p:xfrm>
          <a:off x="411480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 name="Chart 12"/>
          <p:cNvGraphicFramePr>
            <a:graphicFrameLocks/>
          </p:cNvGraphicFramePr>
          <p:nvPr>
            <p:extLst>
              <p:ext uri="{D42A27DB-BD31-4B8C-83A1-F6EECF244321}">
                <p14:modId xmlns:p14="http://schemas.microsoft.com/office/powerpoint/2010/main" val="374964230"/>
              </p:ext>
            </p:extLst>
          </p:nvPr>
        </p:nvGraphicFramePr>
        <p:xfrm>
          <a:off x="6299200" y="85734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Chart 14"/>
          <p:cNvGraphicFramePr>
            <a:graphicFrameLocks/>
          </p:cNvGraphicFramePr>
          <p:nvPr>
            <p:extLst>
              <p:ext uri="{D42A27DB-BD31-4B8C-83A1-F6EECF244321}">
                <p14:modId xmlns:p14="http://schemas.microsoft.com/office/powerpoint/2010/main" val="853976812"/>
              </p:ext>
            </p:extLst>
          </p:nvPr>
        </p:nvGraphicFramePr>
        <p:xfrm>
          <a:off x="1155336"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90CF65B8-26AD-D1E4-A2CD-54DDD9DD7508}"/>
              </a:ext>
            </a:extLst>
          </p:cNvPr>
          <p:cNvGraphicFramePr>
            <a:graphicFrameLocks/>
          </p:cNvGraphicFramePr>
          <p:nvPr>
            <p:extLst>
              <p:ext uri="{D42A27DB-BD31-4B8C-83A1-F6EECF244321}">
                <p14:modId xmlns:p14="http://schemas.microsoft.com/office/powerpoint/2010/main" val="2659737545"/>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A76BE35C-A834-CDD7-9339-561E0B80DABE}"/>
              </a:ext>
            </a:extLst>
          </p:cNvPr>
          <p:cNvGraphicFramePr>
            <a:graphicFrameLocks/>
          </p:cNvGraphicFramePr>
          <p:nvPr>
            <p:extLst>
              <p:ext uri="{D42A27DB-BD31-4B8C-83A1-F6EECF244321}">
                <p14:modId xmlns:p14="http://schemas.microsoft.com/office/powerpoint/2010/main" val="332744047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(597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5" name="Chart 4">
            <a:extLst>
              <a:ext uri="{FF2B5EF4-FFF2-40B4-BE49-F238E27FC236}">
                <a16:creationId xmlns:a16="http://schemas.microsoft.com/office/drawing/2014/main" id="{D39ABF2F-3724-4D33-E365-4586C450137A}"/>
              </a:ext>
            </a:extLst>
          </p:cNvPr>
          <p:cNvGraphicFramePr>
            <a:graphicFrameLocks/>
          </p:cNvGraphicFramePr>
          <p:nvPr>
            <p:extLst>
              <p:ext uri="{D42A27DB-BD31-4B8C-83A1-F6EECF244321}">
                <p14:modId xmlns:p14="http://schemas.microsoft.com/office/powerpoint/2010/main" val="2781407502"/>
              </p:ext>
            </p:extLst>
          </p:nvPr>
        </p:nvGraphicFramePr>
        <p:xfrm>
          <a:off x="1158240" y="9804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B92BCC2B-6FC7-5D9B-C4BE-27993375393D}"/>
              </a:ext>
            </a:extLst>
          </p:cNvPr>
          <p:cNvGraphicFramePr>
            <a:graphicFrameLocks/>
          </p:cNvGraphicFramePr>
          <p:nvPr>
            <p:extLst>
              <p:ext uri="{D42A27DB-BD31-4B8C-83A1-F6EECF244321}">
                <p14:modId xmlns:p14="http://schemas.microsoft.com/office/powerpoint/2010/main" val="2226697385"/>
              </p:ext>
            </p:extLst>
          </p:nvPr>
        </p:nvGraphicFramePr>
        <p:xfrm>
          <a:off x="6299200" y="98044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4619B9D2-AC1F-EAA0-B7B3-244DD4453C9B}"/>
              </a:ext>
            </a:extLst>
          </p:cNvPr>
          <p:cNvGraphicFramePr>
            <a:graphicFrameLocks/>
          </p:cNvGraphicFramePr>
          <p:nvPr>
            <p:extLst>
              <p:ext uri="{D42A27DB-BD31-4B8C-83A1-F6EECF244321}">
                <p14:modId xmlns:p14="http://schemas.microsoft.com/office/powerpoint/2010/main" val="1657914705"/>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F0850E76-C22A-BB76-5EB3-D730455AB36A}"/>
              </a:ext>
            </a:extLst>
          </p:cNvPr>
          <p:cNvGraphicFramePr>
            <a:graphicFrameLocks/>
          </p:cNvGraphicFramePr>
          <p:nvPr>
            <p:extLst>
              <p:ext uri="{D42A27DB-BD31-4B8C-83A1-F6EECF244321}">
                <p14:modId xmlns:p14="http://schemas.microsoft.com/office/powerpoint/2010/main" val="3211002877"/>
              </p:ext>
            </p:extLst>
          </p:nvPr>
        </p:nvGraphicFramePr>
        <p:xfrm>
          <a:off x="628396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943BDAD-7DE4-2EC9-23D5-500779B75422}"/>
              </a:ext>
            </a:extLst>
          </p:cNvPr>
          <p:cNvGraphicFramePr>
            <a:graphicFrameLocks/>
          </p:cNvGraphicFramePr>
          <p:nvPr>
            <p:extLst>
              <p:ext uri="{D42A27DB-BD31-4B8C-83A1-F6EECF244321}">
                <p14:modId xmlns:p14="http://schemas.microsoft.com/office/powerpoint/2010/main" val="383916494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p:cNvGraphicFramePr>
            <a:graphicFrameLocks/>
          </p:cNvGraphicFramePr>
          <p:nvPr>
            <p:extLst>
              <p:ext uri="{D42A27DB-BD31-4B8C-83A1-F6EECF244321}">
                <p14:modId xmlns:p14="http://schemas.microsoft.com/office/powerpoint/2010/main" val="396425896"/>
              </p:ext>
            </p:extLst>
          </p:nvPr>
        </p:nvGraphicFramePr>
        <p:xfrm>
          <a:off x="526508" y="435169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3" name="Chart 12"/>
          <p:cNvGraphicFramePr>
            <a:graphicFrameLocks/>
          </p:cNvGraphicFramePr>
          <p:nvPr>
            <p:extLst>
              <p:ext uri="{D42A27DB-BD31-4B8C-83A1-F6EECF244321}">
                <p14:modId xmlns:p14="http://schemas.microsoft.com/office/powerpoint/2010/main" val="2637162177"/>
              </p:ext>
            </p:extLst>
          </p:nvPr>
        </p:nvGraphicFramePr>
        <p:xfrm>
          <a:off x="565332" y="413578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24509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6" name="Chart 15"/>
          <p:cNvGraphicFramePr>
            <a:graphicFrameLocks/>
          </p:cNvGraphicFramePr>
          <p:nvPr>
            <p:extLst>
              <p:ext uri="{D42A27DB-BD31-4B8C-83A1-F6EECF244321}">
                <p14:modId xmlns:p14="http://schemas.microsoft.com/office/powerpoint/2010/main" val="2511519603"/>
              </p:ext>
            </p:extLst>
          </p:nvPr>
        </p:nvGraphicFramePr>
        <p:xfrm>
          <a:off x="414384" y="431467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8649061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A7B4D78F-19D0-56F0-C444-1A6B5D839ED7}"/>
              </a:ext>
            </a:extLst>
          </p:cNvPr>
          <p:cNvGraphicFramePr>
            <a:graphicFrameLocks/>
          </p:cNvGraphicFramePr>
          <p:nvPr>
            <p:extLst>
              <p:ext uri="{D42A27DB-BD31-4B8C-83A1-F6EECF244321}">
                <p14:modId xmlns:p14="http://schemas.microsoft.com/office/powerpoint/2010/main" val="2660502509"/>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67167423-EB61-8931-D390-D6D18F8C0C54}"/>
              </a:ext>
            </a:extLst>
          </p:cNvPr>
          <p:cNvGraphicFramePr>
            <a:graphicFrameLocks/>
          </p:cNvGraphicFramePr>
          <p:nvPr>
            <p:extLst>
              <p:ext uri="{D42A27DB-BD31-4B8C-83A1-F6EECF244321}">
                <p14:modId xmlns:p14="http://schemas.microsoft.com/office/powerpoint/2010/main" val="83343032"/>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2174F4B2-A369-CBD6-6DA9-DAB4329E6CDF}"/>
              </a:ext>
            </a:extLst>
          </p:cNvPr>
          <p:cNvGraphicFramePr>
            <a:graphicFrameLocks/>
          </p:cNvGraphicFramePr>
          <p:nvPr>
            <p:extLst>
              <p:ext uri="{D42A27DB-BD31-4B8C-83A1-F6EECF244321}">
                <p14:modId xmlns:p14="http://schemas.microsoft.com/office/powerpoint/2010/main" val="3480112543"/>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17EF42D-1639-42F9-5D1B-4DAAFAB80530}"/>
              </a:ext>
            </a:extLst>
          </p:cNvPr>
          <p:cNvGraphicFramePr>
            <a:graphicFrameLocks/>
          </p:cNvGraphicFramePr>
          <p:nvPr>
            <p:extLst>
              <p:ext uri="{D42A27DB-BD31-4B8C-83A1-F6EECF244321}">
                <p14:modId xmlns:p14="http://schemas.microsoft.com/office/powerpoint/2010/main" val="2038508988"/>
              </p:ext>
            </p:extLst>
          </p:nvPr>
        </p:nvGraphicFramePr>
        <p:xfrm>
          <a:off x="5777774"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91671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293782F-034D-7DEC-866E-1705F461BA24}"/>
              </a:ext>
            </a:extLst>
          </p:cNvPr>
          <p:cNvGraphicFramePr>
            <a:graphicFrameLocks/>
          </p:cNvGraphicFramePr>
          <p:nvPr>
            <p:extLst>
              <p:ext uri="{D42A27DB-BD31-4B8C-83A1-F6EECF244321}">
                <p14:modId xmlns:p14="http://schemas.microsoft.com/office/powerpoint/2010/main" val="1988209238"/>
              </p:ext>
            </p:extLst>
          </p:nvPr>
        </p:nvGraphicFramePr>
        <p:xfrm>
          <a:off x="5770880" y="100224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807486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6535C6E0-8F51-BD63-9DD8-D76E203B124F}"/>
              </a:ext>
            </a:extLst>
          </p:cNvPr>
          <p:cNvGraphicFramePr>
            <a:graphicFrameLocks/>
          </p:cNvGraphicFramePr>
          <p:nvPr>
            <p:extLst>
              <p:ext uri="{D42A27DB-BD31-4B8C-83A1-F6EECF244321}">
                <p14:modId xmlns:p14="http://schemas.microsoft.com/office/powerpoint/2010/main" val="1233179794"/>
              </p:ext>
            </p:extLst>
          </p:nvPr>
        </p:nvGraphicFramePr>
        <p:xfrm>
          <a:off x="5703388" y="1121117"/>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2492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3034</TotalTime>
  <Words>1219</Words>
  <Application>Microsoft Office PowerPoint</Application>
  <PresentationFormat>Widescreen</PresentationFormat>
  <Paragraphs>224</Paragraphs>
  <Slides>56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56</vt:i4>
      </vt:variant>
    </vt:vector>
  </HeadingPairs>
  <TitlesOfParts>
    <vt:vector size="6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Admin</cp:lastModifiedBy>
  <cp:revision>40</cp:revision>
  <dcterms:created xsi:type="dcterms:W3CDTF">2023-12-11T11:15:53Z</dcterms:created>
  <dcterms:modified xsi:type="dcterms:W3CDTF">2024-02-02T12:25:03Z</dcterms:modified>
</cp:coreProperties>
</file>