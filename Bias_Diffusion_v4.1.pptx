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86.xml" ContentType="application/vnd.openxmlformats-officedocument.drawingml.chart+xml"/>
  <Override PartName="/ppt/charts/style86.xml" ContentType="application/vnd.ms-office.chartstyle+xml"/>
  <Override PartName="/ppt/charts/colors86.xml" ContentType="application/vnd.ms-office.chartcolorstyle+xml"/>
  <Override PartName="/ppt/charts/chart87.xml" ContentType="application/vnd.openxmlformats-officedocument.drawingml.chart+xml"/>
  <Override PartName="/ppt/charts/style87.xml" ContentType="application/vnd.ms-office.chartstyle+xml"/>
  <Override PartName="/ppt/charts/colors87.xml" ContentType="application/vnd.ms-office.chartcolorstyle+xml"/>
  <Override PartName="/ppt/charts/chart88.xml" ContentType="application/vnd.openxmlformats-officedocument.drawingml.chart+xml"/>
  <Override PartName="/ppt/charts/style88.xml" ContentType="application/vnd.ms-office.chartstyle+xml"/>
  <Override PartName="/ppt/charts/colors88.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80" r:id="rId5"/>
    <p:sldId id="257" r:id="rId6"/>
    <p:sldId id="312" r:id="rId7"/>
    <p:sldId id="272" r:id="rId8"/>
    <p:sldId id="274" r:id="rId9"/>
    <p:sldId id="323" r:id="rId10"/>
    <p:sldId id="324" r:id="rId11"/>
    <p:sldId id="278" r:id="rId12"/>
    <p:sldId id="279" r:id="rId13"/>
    <p:sldId id="331" r:id="rId14"/>
    <p:sldId id="282" r:id="rId15"/>
    <p:sldId id="297" r:id="rId16"/>
    <p:sldId id="290" r:id="rId17"/>
    <p:sldId id="302" r:id="rId18"/>
    <p:sldId id="285" r:id="rId19"/>
    <p:sldId id="313" r:id="rId20"/>
    <p:sldId id="292" r:id="rId21"/>
    <p:sldId id="314" r:id="rId22"/>
    <p:sldId id="298" r:id="rId23"/>
    <p:sldId id="303" r:id="rId24"/>
    <p:sldId id="299" r:id="rId25"/>
    <p:sldId id="315" r:id="rId26"/>
    <p:sldId id="300" r:id="rId27"/>
    <p:sldId id="316" r:id="rId28"/>
    <p:sldId id="273" r:id="rId29"/>
    <p:sldId id="301" r:id="rId30"/>
    <p:sldId id="258" r:id="rId31"/>
    <p:sldId id="317" r:id="rId32"/>
    <p:sldId id="266" r:id="rId33"/>
    <p:sldId id="267" r:id="rId34"/>
    <p:sldId id="283" r:id="rId35"/>
    <p:sldId id="268" r:id="rId36"/>
    <p:sldId id="318" r:id="rId37"/>
    <p:sldId id="281" r:id="rId38"/>
    <p:sldId id="294" r:id="rId39"/>
    <p:sldId id="295" r:id="rId40"/>
    <p:sldId id="296" r:id="rId41"/>
    <p:sldId id="319" r:id="rId42"/>
    <p:sldId id="320" r:id="rId43"/>
    <p:sldId id="311" r:id="rId44"/>
    <p:sldId id="269" r:id="rId45"/>
    <p:sldId id="270" r:id="rId46"/>
    <p:sldId id="271" r:id="rId47"/>
    <p:sldId id="321" r:id="rId48"/>
    <p:sldId id="322" r:id="rId49"/>
    <p:sldId id="325" r:id="rId50"/>
    <p:sldId id="326" r:id="rId51"/>
    <p:sldId id="327" r:id="rId52"/>
    <p:sldId id="328" r:id="rId53"/>
    <p:sldId id="329" r:id="rId54"/>
    <p:sldId id="330" r:id="rId55"/>
    <p:sldId id="332" r:id="rId56"/>
    <p:sldId id="26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1D4FC-1B35-46AE-8CF6-9EF467B00A4D}" v="9" dt="2024-02-04T16:34:24.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3" d="100"/>
          <a:sy n="63" d="100"/>
        </p:scale>
        <p:origin x="6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2570E06C-6CDE-4131-A690-3FA8836EEC55}"/>
    <pc:docChg chg="undo custSel addSld delSld modSld sldOrd">
      <pc:chgData name="Subir Parida" userId="5adae42a5ff17c16" providerId="LiveId" clId="{2570E06C-6CDE-4131-A690-3FA8836EEC55}" dt="2024-01-29T05:47:36.147" v="3531"/>
      <pc:docMkLst>
        <pc:docMk/>
      </pc:docMkLst>
      <pc:sldChg chg="add">
        <pc:chgData name="Subir Parida" userId="5adae42a5ff17c16" providerId="LiveId" clId="{2570E06C-6CDE-4131-A690-3FA8836EEC55}" dt="2024-01-25T10:11:46.871" v="3444"/>
        <pc:sldMkLst>
          <pc:docMk/>
          <pc:sldMk cId="1560635309" sldId="257"/>
        </pc:sldMkLst>
      </pc:sldChg>
      <pc:sldChg chg="addSp delSp modSp del mod">
        <pc:chgData name="Subir Parida" userId="5adae42a5ff17c16" providerId="LiveId" clId="{2570E06C-6CDE-4131-A690-3FA8836EEC55}" dt="2024-01-25T10:11:40.750" v="3443" actId="2696"/>
        <pc:sldMkLst>
          <pc:docMk/>
          <pc:sldMk cId="2428390952" sldId="257"/>
        </pc:sldMkLst>
        <pc:spChg chg="add mod">
          <ac:chgData name="Subir Parida" userId="5adae42a5ff17c16" providerId="LiveId" clId="{2570E06C-6CDE-4131-A690-3FA8836EEC55}" dt="2024-01-20T09:40:34.098" v="1636" actId="20577"/>
          <ac:spMkLst>
            <pc:docMk/>
            <pc:sldMk cId="2428390952" sldId="257"/>
            <ac:spMk id="2" creationId="{37625311-3CB1-DB15-1D59-C0FF6C919C6E}"/>
          </ac:spMkLst>
        </pc:spChg>
        <pc:spChg chg="add del mod">
          <ac:chgData name="Subir Parida" userId="5adae42a5ff17c16" providerId="LiveId" clId="{2570E06C-6CDE-4131-A690-3FA8836EEC55}" dt="2024-01-18T19:29:56.572" v="171" actId="478"/>
          <ac:spMkLst>
            <pc:docMk/>
            <pc:sldMk cId="2428390952" sldId="257"/>
            <ac:spMk id="5" creationId="{A5AD8A56-C0EF-1491-79EC-81804DC05777}"/>
          </ac:spMkLst>
        </pc:spChg>
        <pc:graphicFrameChg chg="del">
          <ac:chgData name="Subir Parida" userId="5adae42a5ff17c16" providerId="LiveId" clId="{2570E06C-6CDE-4131-A690-3FA8836EEC55}" dt="2024-01-18T19:29:02.649" v="160" actId="478"/>
          <ac:graphicFrameMkLst>
            <pc:docMk/>
            <pc:sldMk cId="2428390952" sldId="257"/>
            <ac:graphicFrameMk id="2" creationId="{84A11EB6-F581-D9C8-0251-0518A7BC6151}"/>
          </ac:graphicFrameMkLst>
        </pc:graphicFrameChg>
        <pc:graphicFrameChg chg="del">
          <ac:chgData name="Subir Parida" userId="5adae42a5ff17c16" providerId="LiveId" clId="{2570E06C-6CDE-4131-A690-3FA8836EEC55}" dt="2024-01-18T19:29:49.472" v="169" actId="478"/>
          <ac:graphicFrameMkLst>
            <pc:docMk/>
            <pc:sldMk cId="2428390952" sldId="257"/>
            <ac:graphicFrameMk id="3" creationId="{6644CF82-0F04-1D98-301D-BA68A7C8E60D}"/>
          </ac:graphicFrameMkLst>
        </pc:graphicFrameChg>
        <pc:graphicFrameChg chg="del">
          <ac:chgData name="Subir Parida" userId="5adae42a5ff17c16" providerId="LiveId" clId="{2570E06C-6CDE-4131-A690-3FA8836EEC55}" dt="2024-01-18T19:29:24.257" v="162" actId="478"/>
          <ac:graphicFrameMkLst>
            <pc:docMk/>
            <pc:sldMk cId="2428390952" sldId="257"/>
            <ac:graphicFrameMk id="4" creationId="{9DBDE645-54AE-943A-FC93-B07737B39EB4}"/>
          </ac:graphicFrameMkLst>
        </pc:graphicFrameChg>
        <pc:graphicFrameChg chg="add mod">
          <ac:chgData name="Subir Parida" userId="5adae42a5ff17c16" providerId="LiveId" clId="{2570E06C-6CDE-4131-A690-3FA8836EEC55}" dt="2024-01-18T19:29:15.266" v="161" actId="1076"/>
          <ac:graphicFrameMkLst>
            <pc:docMk/>
            <pc:sldMk cId="2428390952" sldId="257"/>
            <ac:graphicFrameMk id="7" creationId="{C962933E-CF2D-7427-3766-B411B9453B5F}"/>
          </ac:graphicFrameMkLst>
        </pc:graphicFrameChg>
        <pc:graphicFrameChg chg="add mod">
          <ac:chgData name="Subir Parida" userId="5adae42a5ff17c16" providerId="LiveId" clId="{2570E06C-6CDE-4131-A690-3FA8836EEC55}" dt="2024-01-18T19:29:31.355" v="165" actId="1076"/>
          <ac:graphicFrameMkLst>
            <pc:docMk/>
            <pc:sldMk cId="2428390952" sldId="257"/>
            <ac:graphicFrameMk id="8" creationId="{9DA19805-FAF9-B605-2AF3-069CB8323041}"/>
          </ac:graphicFrameMkLst>
        </pc:graphicFrameChg>
        <pc:graphicFrameChg chg="add mod">
          <ac:chgData name="Subir Parida" userId="5adae42a5ff17c16" providerId="LiveId" clId="{2570E06C-6CDE-4131-A690-3FA8836EEC55}" dt="2024-01-20T09:29:02.359" v="1080" actId="1076"/>
          <ac:graphicFrameMkLst>
            <pc:docMk/>
            <pc:sldMk cId="2428390952" sldId="257"/>
            <ac:graphicFrameMk id="9" creationId="{A5DE1C1F-1FC4-5E80-69DF-0CA2902B17D5}"/>
          </ac:graphicFrameMkLst>
        </pc:graphicFrameChg>
      </pc:sldChg>
      <pc:sldChg chg="addSp delSp modSp mod">
        <pc:chgData name="Subir Parida" userId="5adae42a5ff17c16" providerId="LiveId" clId="{2570E06C-6CDE-4131-A690-3FA8836EEC55}" dt="2024-01-19T17:35:36.881" v="493" actId="20577"/>
        <pc:sldMkLst>
          <pc:docMk/>
          <pc:sldMk cId="1516520951" sldId="258"/>
        </pc:sldMkLst>
        <pc:spChg chg="add del mod">
          <ac:chgData name="Subir Parida" userId="5adae42a5ff17c16" providerId="LiveId" clId="{2570E06C-6CDE-4131-A690-3FA8836EEC55}" dt="2024-01-19T17:35:32.224" v="485" actId="478"/>
          <ac:spMkLst>
            <pc:docMk/>
            <pc:sldMk cId="1516520951" sldId="258"/>
            <ac:spMk id="5" creationId="{8CE5562C-67E8-192E-250F-2363383FD99A}"/>
          </ac:spMkLst>
        </pc:spChg>
        <pc:spChg chg="mod">
          <ac:chgData name="Subir Parida" userId="5adae42a5ff17c16" providerId="LiveId" clId="{2570E06C-6CDE-4131-A690-3FA8836EEC55}" dt="2024-01-19T17:35:36.881" v="493" actId="20577"/>
          <ac:spMkLst>
            <pc:docMk/>
            <pc:sldMk cId="1516520951" sldId="258"/>
            <ac:spMk id="6" creationId="{00000000-0000-0000-0000-000000000000}"/>
          </ac:spMkLst>
        </pc:spChg>
        <pc:graphicFrameChg chg="del">
          <ac:chgData name="Subir Parida" userId="5adae42a5ff17c16" providerId="LiveId" clId="{2570E06C-6CDE-4131-A690-3FA8836EEC55}" dt="2024-01-19T17:34:53.898" v="468" actId="478"/>
          <ac:graphicFrameMkLst>
            <pc:docMk/>
            <pc:sldMk cId="1516520951" sldId="258"/>
            <ac:graphicFrameMk id="2" creationId="{00000000-0000-0000-0000-000000000000}"/>
          </ac:graphicFrameMkLst>
        </pc:graphicFrameChg>
        <pc:graphicFrameChg chg="del">
          <ac:chgData name="Subir Parida" userId="5adae42a5ff17c16" providerId="LiveId" clId="{2570E06C-6CDE-4131-A690-3FA8836EEC55}" dt="2024-01-19T17:35:10.204" v="475" actId="478"/>
          <ac:graphicFrameMkLst>
            <pc:docMk/>
            <pc:sldMk cId="1516520951" sldId="258"/>
            <ac:graphicFrameMk id="3" creationId="{00000000-0000-0000-0000-000000000000}"/>
          </ac:graphicFrameMkLst>
        </pc:graphicFrameChg>
        <pc:graphicFrameChg chg="del">
          <ac:chgData name="Subir Parida" userId="5adae42a5ff17c16" providerId="LiveId" clId="{2570E06C-6CDE-4131-A690-3FA8836EEC55}" dt="2024-01-19T17:35:28.064" v="482" actId="478"/>
          <ac:graphicFrameMkLst>
            <pc:docMk/>
            <pc:sldMk cId="1516520951" sldId="258"/>
            <ac:graphicFrameMk id="4" creationId="{00000000-0000-0000-0000-000000000000}"/>
          </ac:graphicFrameMkLst>
        </pc:graphicFrameChg>
        <pc:graphicFrameChg chg="add del mod">
          <ac:chgData name="Subir Parida" userId="5adae42a5ff17c16" providerId="LiveId" clId="{2570E06C-6CDE-4131-A690-3FA8836EEC55}" dt="2024-01-19T17:34:52.155" v="467" actId="21"/>
          <ac:graphicFrameMkLst>
            <pc:docMk/>
            <pc:sldMk cId="1516520951" sldId="258"/>
            <ac:graphicFrameMk id="7" creationId="{692EB575-F22E-EFEF-AE92-81F5359D0519}"/>
          </ac:graphicFrameMkLst>
        </pc:graphicFrameChg>
        <pc:graphicFrameChg chg="add mod">
          <ac:chgData name="Subir Parida" userId="5adae42a5ff17c16" providerId="LiveId" clId="{2570E06C-6CDE-4131-A690-3FA8836EEC55}" dt="2024-01-19T17:34:54.405" v="470"/>
          <ac:graphicFrameMkLst>
            <pc:docMk/>
            <pc:sldMk cId="1516520951" sldId="258"/>
            <ac:graphicFrameMk id="8" creationId="{692EB575-F22E-EFEF-AE92-81F5359D0519}"/>
          </ac:graphicFrameMkLst>
        </pc:graphicFrameChg>
        <pc:graphicFrameChg chg="add del mod">
          <ac:chgData name="Subir Parida" userId="5adae42a5ff17c16" providerId="LiveId" clId="{2570E06C-6CDE-4131-A690-3FA8836EEC55}" dt="2024-01-19T17:35:08.274" v="474" actId="21"/>
          <ac:graphicFrameMkLst>
            <pc:docMk/>
            <pc:sldMk cId="1516520951" sldId="258"/>
            <ac:graphicFrameMk id="9" creationId="{DA9187EB-8DB5-2168-F7EC-AA92A011F956}"/>
          </ac:graphicFrameMkLst>
        </pc:graphicFrameChg>
        <pc:graphicFrameChg chg="add mod">
          <ac:chgData name="Subir Parida" userId="5adae42a5ff17c16" providerId="LiveId" clId="{2570E06C-6CDE-4131-A690-3FA8836EEC55}" dt="2024-01-19T17:35:10.644" v="477"/>
          <ac:graphicFrameMkLst>
            <pc:docMk/>
            <pc:sldMk cId="1516520951" sldId="258"/>
            <ac:graphicFrameMk id="10" creationId="{DA9187EB-8DB5-2168-F7EC-AA92A011F956}"/>
          </ac:graphicFrameMkLst>
        </pc:graphicFrameChg>
        <pc:graphicFrameChg chg="add del mod">
          <ac:chgData name="Subir Parida" userId="5adae42a5ff17c16" providerId="LiveId" clId="{2570E06C-6CDE-4131-A690-3FA8836EEC55}" dt="2024-01-19T17:35:26.383" v="481" actId="21"/>
          <ac:graphicFrameMkLst>
            <pc:docMk/>
            <pc:sldMk cId="1516520951" sldId="258"/>
            <ac:graphicFrameMk id="11" creationId="{B18E36AC-140F-5421-8742-8F4795016FCB}"/>
          </ac:graphicFrameMkLst>
        </pc:graphicFrameChg>
        <pc:graphicFrameChg chg="add mod">
          <ac:chgData name="Subir Parida" userId="5adae42a5ff17c16" providerId="LiveId" clId="{2570E06C-6CDE-4131-A690-3FA8836EEC55}" dt="2024-01-19T17:35:28.538" v="484"/>
          <ac:graphicFrameMkLst>
            <pc:docMk/>
            <pc:sldMk cId="1516520951" sldId="258"/>
            <ac:graphicFrameMk id="12" creationId="{B18E36AC-140F-5421-8742-8F4795016FCB}"/>
          </ac:graphicFrameMkLst>
        </pc:graphicFrameChg>
      </pc:sldChg>
      <pc:sldChg chg="del">
        <pc:chgData name="Subir Parida" userId="5adae42a5ff17c16" providerId="LiveId" clId="{2570E06C-6CDE-4131-A690-3FA8836EEC55}" dt="2024-01-18T19:12:50.942" v="34" actId="47"/>
        <pc:sldMkLst>
          <pc:docMk/>
          <pc:sldMk cId="1021300577" sldId="259"/>
        </pc:sldMkLst>
      </pc:sldChg>
      <pc:sldChg chg="del">
        <pc:chgData name="Subir Parida" userId="5adae42a5ff17c16" providerId="LiveId" clId="{2570E06C-6CDE-4131-A690-3FA8836EEC55}" dt="2024-01-18T19:12:52.250" v="36" actId="47"/>
        <pc:sldMkLst>
          <pc:docMk/>
          <pc:sldMk cId="1723193605" sldId="260"/>
        </pc:sldMkLst>
      </pc:sldChg>
      <pc:sldChg chg="addSp delSp modSp mod">
        <pc:chgData name="Subir Parida" userId="5adae42a5ff17c16" providerId="LiveId" clId="{2570E06C-6CDE-4131-A690-3FA8836EEC55}" dt="2024-01-20T09:43:44.465" v="1651" actId="20577"/>
        <pc:sldMkLst>
          <pc:docMk/>
          <pc:sldMk cId="1164543401" sldId="268"/>
        </pc:sldMkLst>
        <pc:spChg chg="add del mod">
          <ac:chgData name="Subir Parida" userId="5adae42a5ff17c16" providerId="LiveId" clId="{2570E06C-6CDE-4131-A690-3FA8836EEC55}" dt="2024-01-19T19:47:13.648" v="759" actId="478"/>
          <ac:spMkLst>
            <pc:docMk/>
            <pc:sldMk cId="1164543401" sldId="268"/>
            <ac:spMk id="2" creationId="{65096072-A839-F358-492F-B70F1D398709}"/>
          </ac:spMkLst>
        </pc:spChg>
        <pc:spChg chg="mod">
          <ac:chgData name="Subir Parida" userId="5adae42a5ff17c16" providerId="LiveId" clId="{2570E06C-6CDE-4131-A690-3FA8836EEC55}" dt="2024-01-20T09:43:44.465" v="1651" actId="20577"/>
          <ac:spMkLst>
            <pc:docMk/>
            <pc:sldMk cId="1164543401" sldId="268"/>
            <ac:spMk id="6" creationId="{00000000-0000-0000-0000-000000000000}"/>
          </ac:spMkLst>
        </pc:spChg>
        <pc:graphicFrameChg chg="del">
          <ac:chgData name="Subir Parida" userId="5adae42a5ff17c16" providerId="LiveId" clId="{2570E06C-6CDE-4131-A690-3FA8836EEC55}" dt="2024-01-19T19:47:09.577" v="756" actId="478"/>
          <ac:graphicFrameMkLst>
            <pc:docMk/>
            <pc:sldMk cId="1164543401" sldId="268"/>
            <ac:graphicFrameMk id="3" creationId="{00000000-0000-0000-0000-000000000000}"/>
          </ac:graphicFrameMkLst>
        </pc:graphicFrameChg>
        <pc:graphicFrameChg chg="del">
          <ac:chgData name="Subir Parida" userId="5adae42a5ff17c16" providerId="LiveId" clId="{2570E06C-6CDE-4131-A690-3FA8836EEC55}" dt="2024-01-19T19:46:42.073" v="739" actId="478"/>
          <ac:graphicFrameMkLst>
            <pc:docMk/>
            <pc:sldMk cId="1164543401" sldId="268"/>
            <ac:graphicFrameMk id="4" creationId="{00000000-0000-0000-0000-000000000000}"/>
          </ac:graphicFrameMkLst>
        </pc:graphicFrameChg>
        <pc:graphicFrameChg chg="del">
          <ac:chgData name="Subir Parida" userId="5adae42a5ff17c16" providerId="LiveId" clId="{2570E06C-6CDE-4131-A690-3FA8836EEC55}" dt="2024-01-19T19:46:16.252" v="729" actId="478"/>
          <ac:graphicFrameMkLst>
            <pc:docMk/>
            <pc:sldMk cId="1164543401" sldId="268"/>
            <ac:graphicFrameMk id="5" creationId="{00000000-0000-0000-0000-000000000000}"/>
          </ac:graphicFrameMkLst>
        </pc:graphicFrameChg>
        <pc:graphicFrameChg chg="add del mod">
          <ac:chgData name="Subir Parida" userId="5adae42a5ff17c16" providerId="LiveId" clId="{2570E06C-6CDE-4131-A690-3FA8836EEC55}" dt="2024-01-19T19:46:14.429" v="728" actId="21"/>
          <ac:graphicFrameMkLst>
            <pc:docMk/>
            <pc:sldMk cId="1164543401" sldId="268"/>
            <ac:graphicFrameMk id="7" creationId="{98570BF3-4F5F-B7F3-7A94-1A6C6C5C5B0E}"/>
          </ac:graphicFrameMkLst>
        </pc:graphicFrameChg>
        <pc:graphicFrameChg chg="add mod">
          <ac:chgData name="Subir Parida" userId="5adae42a5ff17c16" providerId="LiveId" clId="{2570E06C-6CDE-4131-A690-3FA8836EEC55}" dt="2024-01-19T19:46:16.754" v="731"/>
          <ac:graphicFrameMkLst>
            <pc:docMk/>
            <pc:sldMk cId="1164543401" sldId="268"/>
            <ac:graphicFrameMk id="8" creationId="{98570BF3-4F5F-B7F3-7A94-1A6C6C5C5B0E}"/>
          </ac:graphicFrameMkLst>
        </pc:graphicFrameChg>
        <pc:graphicFrameChg chg="add mod">
          <ac:chgData name="Subir Parida" userId="5adae42a5ff17c16" providerId="LiveId" clId="{2570E06C-6CDE-4131-A690-3FA8836EEC55}" dt="2024-01-19T19:46:27.571" v="734"/>
          <ac:graphicFrameMkLst>
            <pc:docMk/>
            <pc:sldMk cId="1164543401" sldId="268"/>
            <ac:graphicFrameMk id="9" creationId="{A0D1E244-E85C-56E1-4DAC-4B6B145078DA}"/>
          </ac:graphicFrameMkLst>
        </pc:graphicFrameChg>
        <pc:graphicFrameChg chg="add del mod">
          <ac:chgData name="Subir Parida" userId="5adae42a5ff17c16" providerId="LiveId" clId="{2570E06C-6CDE-4131-A690-3FA8836EEC55}" dt="2024-01-19T19:46:40.783" v="738" actId="21"/>
          <ac:graphicFrameMkLst>
            <pc:docMk/>
            <pc:sldMk cId="1164543401" sldId="268"/>
            <ac:graphicFrameMk id="10" creationId="{04ED2FDE-A827-0898-5AB3-6FB9444E9819}"/>
          </ac:graphicFrameMkLst>
        </pc:graphicFrameChg>
        <pc:graphicFrameChg chg="add mod">
          <ac:chgData name="Subir Parida" userId="5adae42a5ff17c16" providerId="LiveId" clId="{2570E06C-6CDE-4131-A690-3FA8836EEC55}" dt="2024-01-19T19:46:42.701" v="741"/>
          <ac:graphicFrameMkLst>
            <pc:docMk/>
            <pc:sldMk cId="1164543401" sldId="268"/>
            <ac:graphicFrameMk id="11" creationId="{04ED2FDE-A827-0898-5AB3-6FB9444E9819}"/>
          </ac:graphicFrameMkLst>
        </pc:graphicFrameChg>
        <pc:graphicFrameChg chg="add del mod">
          <ac:chgData name="Subir Parida" userId="5adae42a5ff17c16" providerId="LiveId" clId="{2570E06C-6CDE-4131-A690-3FA8836EEC55}" dt="2024-01-19T19:47:08.189" v="755" actId="21"/>
          <ac:graphicFrameMkLst>
            <pc:docMk/>
            <pc:sldMk cId="1164543401" sldId="268"/>
            <ac:graphicFrameMk id="12" creationId="{09DBF609-9544-1454-706B-7D19C99EDF01}"/>
          </ac:graphicFrameMkLst>
        </pc:graphicFrameChg>
        <pc:graphicFrameChg chg="add mod">
          <ac:chgData name="Subir Parida" userId="5adae42a5ff17c16" providerId="LiveId" clId="{2570E06C-6CDE-4131-A690-3FA8836EEC55}" dt="2024-01-19T19:47:10.097" v="758"/>
          <ac:graphicFrameMkLst>
            <pc:docMk/>
            <pc:sldMk cId="1164543401" sldId="268"/>
            <ac:graphicFrameMk id="13" creationId="{09DBF609-9544-1454-706B-7D19C99EDF01}"/>
          </ac:graphicFrameMkLst>
        </pc:graphicFrameChg>
      </pc:sldChg>
      <pc:sldChg chg="addSp delSp modSp mod">
        <pc:chgData name="Subir Parida" userId="5adae42a5ff17c16" providerId="LiveId" clId="{2570E06C-6CDE-4131-A690-3FA8836EEC55}" dt="2024-01-19T20:55:59.348" v="912"/>
        <pc:sldMkLst>
          <pc:docMk/>
          <pc:sldMk cId="1612788987" sldId="269"/>
        </pc:sldMkLst>
        <pc:spChg chg="add del mod">
          <ac:chgData name="Subir Parida" userId="5adae42a5ff17c16" providerId="LiveId" clId="{2570E06C-6CDE-4131-A690-3FA8836EEC55}" dt="2024-01-19T20:55:57.587" v="909" actId="478"/>
          <ac:spMkLst>
            <pc:docMk/>
            <pc:sldMk cId="1612788987" sldId="269"/>
            <ac:spMk id="7" creationId="{C3EB055D-039E-7BFD-DF25-4A3DBC388526}"/>
          </ac:spMkLst>
        </pc:spChg>
        <pc:graphicFrameChg chg="del">
          <ac:chgData name="Subir Parida" userId="5adae42a5ff17c16" providerId="LiveId" clId="{2570E06C-6CDE-4131-A690-3FA8836EEC55}" dt="2024-01-19T05:29:45.216" v="282" actId="478"/>
          <ac:graphicFrameMkLst>
            <pc:docMk/>
            <pc:sldMk cId="1612788987" sldId="269"/>
            <ac:graphicFrameMk id="3" creationId="{AFCF22D5-60FF-4E1B-37F0-CB068F82D16F}"/>
          </ac:graphicFrameMkLst>
        </pc:graphicFrameChg>
        <pc:graphicFrameChg chg="add del mod">
          <ac:chgData name="Subir Parida" userId="5adae42a5ff17c16" providerId="LiveId" clId="{2570E06C-6CDE-4131-A690-3FA8836EEC55}" dt="2024-01-19T05:29:43.005" v="281" actId="21"/>
          <ac:graphicFrameMkLst>
            <pc:docMk/>
            <pc:sldMk cId="1612788987" sldId="269"/>
            <ac:graphicFrameMk id="8" creationId="{01117595-5CAB-71EC-46DA-0BF2E9C9B085}"/>
          </ac:graphicFrameMkLst>
        </pc:graphicFrameChg>
        <pc:graphicFrameChg chg="del">
          <ac:chgData name="Subir Parida" userId="5adae42a5ff17c16" providerId="LiveId" clId="{2570E06C-6CDE-4131-A690-3FA8836EEC55}" dt="2024-01-19T19:51:46.352" v="810" actId="478"/>
          <ac:graphicFrameMkLst>
            <pc:docMk/>
            <pc:sldMk cId="1612788987" sldId="269"/>
            <ac:graphicFrameMk id="9" creationId="{00000000-0000-0000-0000-000000000000}"/>
          </ac:graphicFrameMkLst>
        </pc:graphicFrameChg>
        <pc:graphicFrameChg chg="del">
          <ac:chgData name="Subir Parida" userId="5adae42a5ff17c16" providerId="LiveId" clId="{2570E06C-6CDE-4131-A690-3FA8836EEC55}" dt="2024-01-19T20:55:58.381" v="910" actId="478"/>
          <ac:graphicFrameMkLst>
            <pc:docMk/>
            <pc:sldMk cId="1612788987" sldId="269"/>
            <ac:graphicFrameMk id="11" creationId="{F7FC9DA5-81CE-DB49-599C-2CC8EDD797C1}"/>
          </ac:graphicFrameMkLst>
        </pc:graphicFrameChg>
        <pc:graphicFrameChg chg="add mod">
          <ac:chgData name="Subir Parida" userId="5adae42a5ff17c16" providerId="LiveId" clId="{2570E06C-6CDE-4131-A690-3FA8836EEC55}" dt="2024-01-19T05:29:45.992" v="284"/>
          <ac:graphicFrameMkLst>
            <pc:docMk/>
            <pc:sldMk cId="1612788987" sldId="269"/>
            <ac:graphicFrameMk id="12" creationId="{01117595-5CAB-71EC-46DA-0BF2E9C9B085}"/>
          </ac:graphicFrameMkLst>
        </pc:graphicFrameChg>
        <pc:graphicFrameChg chg="add del mod">
          <ac:chgData name="Subir Parida" userId="5adae42a5ff17c16" providerId="LiveId" clId="{2570E06C-6CDE-4131-A690-3FA8836EEC55}" dt="2024-01-19T19:51:44.963" v="809" actId="21"/>
          <ac:graphicFrameMkLst>
            <pc:docMk/>
            <pc:sldMk cId="1612788987" sldId="269"/>
            <ac:graphicFrameMk id="13" creationId="{BABD944A-F459-7D12-84FE-BDA3DA46388B}"/>
          </ac:graphicFrameMkLst>
        </pc:graphicFrameChg>
        <pc:graphicFrameChg chg="add mod">
          <ac:chgData name="Subir Parida" userId="5adae42a5ff17c16" providerId="LiveId" clId="{2570E06C-6CDE-4131-A690-3FA8836EEC55}" dt="2024-01-19T19:51:46.807" v="812"/>
          <ac:graphicFrameMkLst>
            <pc:docMk/>
            <pc:sldMk cId="1612788987" sldId="269"/>
            <ac:graphicFrameMk id="14" creationId="{BABD944A-F459-7D12-84FE-BDA3DA46388B}"/>
          </ac:graphicFrameMkLst>
        </pc:graphicFrameChg>
        <pc:graphicFrameChg chg="add del mod">
          <ac:chgData name="Subir Parida" userId="5adae42a5ff17c16" providerId="LiveId" clId="{2570E06C-6CDE-4131-A690-3FA8836EEC55}" dt="2024-01-19T20:55:56.341" v="908" actId="21"/>
          <ac:graphicFrameMkLst>
            <pc:docMk/>
            <pc:sldMk cId="1612788987" sldId="269"/>
            <ac:graphicFrameMk id="15" creationId="{A7B4D78F-19D0-56F0-C444-1A6B5D839ED7}"/>
          </ac:graphicFrameMkLst>
        </pc:graphicFrameChg>
        <pc:graphicFrameChg chg="add mod">
          <ac:chgData name="Subir Parida" userId="5adae42a5ff17c16" providerId="LiveId" clId="{2570E06C-6CDE-4131-A690-3FA8836EEC55}" dt="2024-01-19T20:55:59.348" v="912"/>
          <ac:graphicFrameMkLst>
            <pc:docMk/>
            <pc:sldMk cId="1612788987" sldId="269"/>
            <ac:graphicFrameMk id="16" creationId="{A7B4D78F-19D0-56F0-C444-1A6B5D839ED7}"/>
          </ac:graphicFrameMkLst>
        </pc:graphicFrameChg>
      </pc:sldChg>
      <pc:sldChg chg="addSp delSp modSp mod">
        <pc:chgData name="Subir Parida" userId="5adae42a5ff17c16" providerId="LiveId" clId="{2570E06C-6CDE-4131-A690-3FA8836EEC55}" dt="2024-01-19T20:56:23.440" v="921"/>
        <pc:sldMkLst>
          <pc:docMk/>
          <pc:sldMk cId="3297854690" sldId="270"/>
        </pc:sldMkLst>
        <pc:spChg chg="add del mod">
          <ac:chgData name="Subir Parida" userId="5adae42a5ff17c16" providerId="LiveId" clId="{2570E06C-6CDE-4131-A690-3FA8836EEC55}" dt="2024-01-19T20:56:03.082" v="913" actId="478"/>
          <ac:spMkLst>
            <pc:docMk/>
            <pc:sldMk cId="3297854690" sldId="270"/>
            <ac:spMk id="4" creationId="{56B45EB1-CEA5-6428-6AD4-377361EA9582}"/>
          </ac:spMkLst>
        </pc:spChg>
        <pc:graphicFrameChg chg="del">
          <ac:chgData name="Subir Parida" userId="5adae42a5ff17c16" providerId="LiveId" clId="{2570E06C-6CDE-4131-A690-3FA8836EEC55}" dt="2024-01-19T05:30:18.072" v="291" actId="478"/>
          <ac:graphicFrameMkLst>
            <pc:docMk/>
            <pc:sldMk cId="3297854690" sldId="270"/>
            <ac:graphicFrameMk id="5" creationId="{88B88DA9-602E-2E6D-B5D4-0BB2FD7CDA7D}"/>
          </ac:graphicFrameMkLst>
        </pc:graphicFrameChg>
        <pc:graphicFrameChg chg="add del mod">
          <ac:chgData name="Subir Parida" userId="5adae42a5ff17c16" providerId="LiveId" clId="{2570E06C-6CDE-4131-A690-3FA8836EEC55}" dt="2024-01-19T05:30:15.835" v="290" actId="21"/>
          <ac:graphicFrameMkLst>
            <pc:docMk/>
            <pc:sldMk cId="3297854690" sldId="270"/>
            <ac:graphicFrameMk id="7" creationId="{B622E20C-5C02-8DA3-6B2E-9D45A6B385D6}"/>
          </ac:graphicFrameMkLst>
        </pc:graphicFrameChg>
        <pc:graphicFrameChg chg="del">
          <ac:chgData name="Subir Parida" userId="5adae42a5ff17c16" providerId="LiveId" clId="{2570E06C-6CDE-4131-A690-3FA8836EEC55}" dt="2024-01-19T19:52:32.174" v="818" actId="478"/>
          <ac:graphicFrameMkLst>
            <pc:docMk/>
            <pc:sldMk cId="3297854690" sldId="270"/>
            <ac:graphicFrameMk id="8" creationId="{00000000-0000-0000-0000-000000000000}"/>
          </ac:graphicFrameMkLst>
        </pc:graphicFrameChg>
        <pc:graphicFrameChg chg="del">
          <ac:chgData name="Subir Parida" userId="5adae42a5ff17c16" providerId="LiveId" clId="{2570E06C-6CDE-4131-A690-3FA8836EEC55}" dt="2024-01-19T20:56:22.285" v="919" actId="478"/>
          <ac:graphicFrameMkLst>
            <pc:docMk/>
            <pc:sldMk cId="3297854690" sldId="270"/>
            <ac:graphicFrameMk id="11" creationId="{6B8B626B-93AC-255F-17EC-EC7246FDBA6C}"/>
          </ac:graphicFrameMkLst>
        </pc:graphicFrameChg>
        <pc:graphicFrameChg chg="add mod">
          <ac:chgData name="Subir Parida" userId="5adae42a5ff17c16" providerId="LiveId" clId="{2570E06C-6CDE-4131-A690-3FA8836EEC55}" dt="2024-01-19T05:30:18.653" v="293"/>
          <ac:graphicFrameMkLst>
            <pc:docMk/>
            <pc:sldMk cId="3297854690" sldId="270"/>
            <ac:graphicFrameMk id="12" creationId="{B622E20C-5C02-8DA3-6B2E-9D45A6B385D6}"/>
          </ac:graphicFrameMkLst>
        </pc:graphicFrameChg>
        <pc:graphicFrameChg chg="add del mod">
          <ac:chgData name="Subir Parida" userId="5adae42a5ff17c16" providerId="LiveId" clId="{2570E06C-6CDE-4131-A690-3FA8836EEC55}" dt="2024-01-19T19:52:30.077" v="817" actId="21"/>
          <ac:graphicFrameMkLst>
            <pc:docMk/>
            <pc:sldMk cId="3297854690" sldId="270"/>
            <ac:graphicFrameMk id="13" creationId="{A0D1E244-E85C-56E1-4DAC-4B6B145078DA}"/>
          </ac:graphicFrameMkLst>
        </pc:graphicFrameChg>
        <pc:graphicFrameChg chg="add mod">
          <ac:chgData name="Subir Parida" userId="5adae42a5ff17c16" providerId="LiveId" clId="{2570E06C-6CDE-4131-A690-3FA8836EEC55}" dt="2024-01-19T19:52:32.576" v="820"/>
          <ac:graphicFrameMkLst>
            <pc:docMk/>
            <pc:sldMk cId="3297854690" sldId="270"/>
            <ac:graphicFrameMk id="14" creationId="{A0D1E244-E85C-56E1-4DAC-4B6B145078DA}"/>
          </ac:graphicFrameMkLst>
        </pc:graphicFrameChg>
        <pc:graphicFrameChg chg="add del mod">
          <ac:chgData name="Subir Parida" userId="5adae42a5ff17c16" providerId="LiveId" clId="{2570E06C-6CDE-4131-A690-3FA8836EEC55}" dt="2024-01-19T20:56:21.159" v="918" actId="21"/>
          <ac:graphicFrameMkLst>
            <pc:docMk/>
            <pc:sldMk cId="3297854690" sldId="270"/>
            <ac:graphicFrameMk id="15" creationId="{67167423-EB61-8931-D390-D6D18F8C0C54}"/>
          </ac:graphicFrameMkLst>
        </pc:graphicFrameChg>
        <pc:graphicFrameChg chg="add mod">
          <ac:chgData name="Subir Parida" userId="5adae42a5ff17c16" providerId="LiveId" clId="{2570E06C-6CDE-4131-A690-3FA8836EEC55}" dt="2024-01-19T20:56:23.440" v="921"/>
          <ac:graphicFrameMkLst>
            <pc:docMk/>
            <pc:sldMk cId="3297854690" sldId="270"/>
            <ac:graphicFrameMk id="16" creationId="{67167423-EB61-8931-D390-D6D18F8C0C54}"/>
          </ac:graphicFrameMkLst>
        </pc:graphicFrameChg>
      </pc:sldChg>
      <pc:sldChg chg="addSp delSp modSp mod">
        <pc:chgData name="Subir Parida" userId="5adae42a5ff17c16" providerId="LiveId" clId="{2570E06C-6CDE-4131-A690-3FA8836EEC55}" dt="2024-01-19T20:56:46.856" v="930"/>
        <pc:sldMkLst>
          <pc:docMk/>
          <pc:sldMk cId="1898457868" sldId="271"/>
        </pc:sldMkLst>
        <pc:spChg chg="add del mod">
          <ac:chgData name="Subir Parida" userId="5adae42a5ff17c16" providerId="LiveId" clId="{2570E06C-6CDE-4131-A690-3FA8836EEC55}" dt="2024-01-19T20:56:27.237" v="922" actId="478"/>
          <ac:spMkLst>
            <pc:docMk/>
            <pc:sldMk cId="1898457868" sldId="271"/>
            <ac:spMk id="5" creationId="{E184D1A5-BCC7-0666-1C02-0E4F77CC9C99}"/>
          </ac:spMkLst>
        </pc:spChg>
        <pc:graphicFrameChg chg="del">
          <ac:chgData name="Subir Parida" userId="5adae42a5ff17c16" providerId="LiveId" clId="{2570E06C-6CDE-4131-A690-3FA8836EEC55}" dt="2024-01-19T05:30:52.577" v="300" actId="478"/>
          <ac:graphicFrameMkLst>
            <pc:docMk/>
            <pc:sldMk cId="1898457868" sldId="271"/>
            <ac:graphicFrameMk id="4" creationId="{04D4D283-FD59-2BDE-7AAC-2652E7AF583D}"/>
          </ac:graphicFrameMkLst>
        </pc:graphicFrameChg>
        <pc:graphicFrameChg chg="add del mod">
          <ac:chgData name="Subir Parida" userId="5adae42a5ff17c16" providerId="LiveId" clId="{2570E06C-6CDE-4131-A690-3FA8836EEC55}" dt="2024-01-19T05:30:50.589" v="299" actId="21"/>
          <ac:graphicFrameMkLst>
            <pc:docMk/>
            <pc:sldMk cId="1898457868" sldId="271"/>
            <ac:graphicFrameMk id="7" creationId="{D2655726-653F-C2A8-1B39-521130101D75}"/>
          </ac:graphicFrameMkLst>
        </pc:graphicFrameChg>
        <pc:graphicFrameChg chg="del">
          <ac:chgData name="Subir Parida" userId="5adae42a5ff17c16" providerId="LiveId" clId="{2570E06C-6CDE-4131-A690-3FA8836EEC55}" dt="2024-01-19T19:52:55.446" v="827" actId="478"/>
          <ac:graphicFrameMkLst>
            <pc:docMk/>
            <pc:sldMk cId="1898457868" sldId="271"/>
            <ac:graphicFrameMk id="8" creationId="{00000000-0000-0000-0000-000000000000}"/>
          </ac:graphicFrameMkLst>
        </pc:graphicFrameChg>
        <pc:graphicFrameChg chg="del">
          <ac:chgData name="Subir Parida" userId="5adae42a5ff17c16" providerId="LiveId" clId="{2570E06C-6CDE-4131-A690-3FA8836EEC55}" dt="2024-01-19T20:56:45.983" v="928" actId="478"/>
          <ac:graphicFrameMkLst>
            <pc:docMk/>
            <pc:sldMk cId="1898457868" sldId="271"/>
            <ac:graphicFrameMk id="11" creationId="{860E5FC9-8BF4-244D-5DCE-2D64DA164DB1}"/>
          </ac:graphicFrameMkLst>
        </pc:graphicFrameChg>
        <pc:graphicFrameChg chg="add mod">
          <ac:chgData name="Subir Parida" userId="5adae42a5ff17c16" providerId="LiveId" clId="{2570E06C-6CDE-4131-A690-3FA8836EEC55}" dt="2024-01-19T05:30:53.179" v="302"/>
          <ac:graphicFrameMkLst>
            <pc:docMk/>
            <pc:sldMk cId="1898457868" sldId="271"/>
            <ac:graphicFrameMk id="12" creationId="{D2655726-653F-C2A8-1B39-521130101D75}"/>
          </ac:graphicFrameMkLst>
        </pc:graphicFrameChg>
        <pc:graphicFrameChg chg="add del mod">
          <ac:chgData name="Subir Parida" userId="5adae42a5ff17c16" providerId="LiveId" clId="{2570E06C-6CDE-4131-A690-3FA8836EEC55}" dt="2024-01-19T19:52:53.779" v="826" actId="21"/>
          <ac:graphicFrameMkLst>
            <pc:docMk/>
            <pc:sldMk cId="1898457868" sldId="271"/>
            <ac:graphicFrameMk id="13" creationId="{7D7FF751-CB33-4D49-360A-1DC9CB8A08C3}"/>
          </ac:graphicFrameMkLst>
        </pc:graphicFrameChg>
        <pc:graphicFrameChg chg="add mod">
          <ac:chgData name="Subir Parida" userId="5adae42a5ff17c16" providerId="LiveId" clId="{2570E06C-6CDE-4131-A690-3FA8836EEC55}" dt="2024-01-19T19:52:55.930" v="829"/>
          <ac:graphicFrameMkLst>
            <pc:docMk/>
            <pc:sldMk cId="1898457868" sldId="271"/>
            <ac:graphicFrameMk id="14" creationId="{7D7FF751-CB33-4D49-360A-1DC9CB8A08C3}"/>
          </ac:graphicFrameMkLst>
        </pc:graphicFrameChg>
        <pc:graphicFrameChg chg="add del mod">
          <ac:chgData name="Subir Parida" userId="5adae42a5ff17c16" providerId="LiveId" clId="{2570E06C-6CDE-4131-A690-3FA8836EEC55}" dt="2024-01-19T20:56:44.619" v="927" actId="21"/>
          <ac:graphicFrameMkLst>
            <pc:docMk/>
            <pc:sldMk cId="1898457868" sldId="271"/>
            <ac:graphicFrameMk id="15" creationId="{2174F4B2-A369-CBD6-6DA9-DAB4329E6CDF}"/>
          </ac:graphicFrameMkLst>
        </pc:graphicFrameChg>
        <pc:graphicFrameChg chg="add mod">
          <ac:chgData name="Subir Parida" userId="5adae42a5ff17c16" providerId="LiveId" clId="{2570E06C-6CDE-4131-A690-3FA8836EEC55}" dt="2024-01-19T20:56:46.856" v="930"/>
          <ac:graphicFrameMkLst>
            <pc:docMk/>
            <pc:sldMk cId="1898457868" sldId="271"/>
            <ac:graphicFrameMk id="16" creationId="{2174F4B2-A369-CBD6-6DA9-DAB4329E6CDF}"/>
          </ac:graphicFrameMkLst>
        </pc:graphicFrameChg>
      </pc:sldChg>
      <pc:sldChg chg="add">
        <pc:chgData name="Subir Parida" userId="5adae42a5ff17c16" providerId="LiveId" clId="{2570E06C-6CDE-4131-A690-3FA8836EEC55}" dt="2024-01-25T10:11:46.871" v="3444"/>
        <pc:sldMkLst>
          <pc:docMk/>
          <pc:sldMk cId="2795034914" sldId="272"/>
        </pc:sldMkLst>
      </pc:sldChg>
      <pc:sldChg chg="addSp delSp modSp del mod">
        <pc:chgData name="Subir Parida" userId="5adae42a5ff17c16" providerId="LiveId" clId="{2570E06C-6CDE-4131-A690-3FA8836EEC55}" dt="2024-01-25T10:11:40.750" v="3443" actId="2696"/>
        <pc:sldMkLst>
          <pc:docMk/>
          <pc:sldMk cId="3620240384" sldId="272"/>
        </pc:sldMkLst>
        <pc:spChg chg="add mod">
          <ac:chgData name="Subir Parida" userId="5adae42a5ff17c16" providerId="LiveId" clId="{2570E06C-6CDE-4131-A690-3FA8836EEC55}" dt="2024-01-20T09:40:26.860" v="1635" actId="20577"/>
          <ac:spMkLst>
            <pc:docMk/>
            <pc:sldMk cId="3620240384" sldId="272"/>
            <ac:spMk id="2" creationId="{5E891691-E1E4-D09C-26AA-B4A41A6BBED0}"/>
          </ac:spMkLst>
        </pc:spChg>
        <pc:spChg chg="add del mod">
          <ac:chgData name="Subir Parida" userId="5adae42a5ff17c16" providerId="LiveId" clId="{2570E06C-6CDE-4131-A690-3FA8836EEC55}" dt="2024-01-19T05:27:49.603" v="254" actId="478"/>
          <ac:spMkLst>
            <pc:docMk/>
            <pc:sldMk cId="3620240384" sldId="272"/>
            <ac:spMk id="3" creationId="{BE4E24A0-B162-434A-D0AB-3ECFD019FBAB}"/>
          </ac:spMkLst>
        </pc:spChg>
        <pc:spChg chg="mod">
          <ac:chgData name="Subir Parida" userId="5adae42a5ff17c16" providerId="LiveId" clId="{2570E06C-6CDE-4131-A690-3FA8836EEC55}" dt="2024-01-19T05:25:02.724" v="189" actId="20577"/>
          <ac:spMkLst>
            <pc:docMk/>
            <pc:sldMk cId="3620240384" sldId="272"/>
            <ac:spMk id="6" creationId="{00000000-0000-0000-0000-000000000000}"/>
          </ac:spMkLst>
        </pc:spChg>
        <pc:graphicFrameChg chg="del">
          <ac:chgData name="Subir Parida" userId="5adae42a5ff17c16" providerId="LiveId" clId="{2570E06C-6CDE-4131-A690-3FA8836EEC55}" dt="2024-01-19T05:26:52.344" v="240" actId="478"/>
          <ac:graphicFrameMkLst>
            <pc:docMk/>
            <pc:sldMk cId="3620240384" sldId="272"/>
            <ac:graphicFrameMk id="2" creationId="{CED6D29F-2C8B-11C3-BA74-36D4FC3E440E}"/>
          </ac:graphicFrameMkLst>
        </pc:graphicFrameChg>
        <pc:graphicFrameChg chg="add del mod">
          <ac:chgData name="Subir Parida" userId="5adae42a5ff17c16" providerId="LiveId" clId="{2570E06C-6CDE-4131-A690-3FA8836EEC55}" dt="2024-01-19T05:26:22.581" v="230" actId="21"/>
          <ac:graphicFrameMkLst>
            <pc:docMk/>
            <pc:sldMk cId="3620240384" sldId="272"/>
            <ac:graphicFrameMk id="4" creationId="{83A207CB-D930-5C3C-38EA-2C529F63F0AE}"/>
          </ac:graphicFrameMkLst>
        </pc:graphicFrameChg>
        <pc:graphicFrameChg chg="add mod">
          <ac:chgData name="Subir Parida" userId="5adae42a5ff17c16" providerId="LiveId" clId="{2570E06C-6CDE-4131-A690-3FA8836EEC55}" dt="2024-01-19T05:26:26.100" v="233"/>
          <ac:graphicFrameMkLst>
            <pc:docMk/>
            <pc:sldMk cId="3620240384" sldId="272"/>
            <ac:graphicFrameMk id="5" creationId="{83A207CB-D930-5C3C-38EA-2C529F63F0AE}"/>
          </ac:graphicFrameMkLst>
        </pc:graphicFrameChg>
        <pc:graphicFrameChg chg="del">
          <ac:chgData name="Subir Parida" userId="5adae42a5ff17c16" providerId="LiveId" clId="{2570E06C-6CDE-4131-A690-3FA8836EEC55}" dt="2024-01-19T05:27:44.734" v="251" actId="478"/>
          <ac:graphicFrameMkLst>
            <pc:docMk/>
            <pc:sldMk cId="3620240384" sldId="272"/>
            <ac:graphicFrameMk id="7" creationId="{A4E02CF3-7672-3529-8EDF-E0594069C58D}"/>
          </ac:graphicFrameMkLst>
        </pc:graphicFrameChg>
        <pc:graphicFrameChg chg="add del mod">
          <ac:chgData name="Subir Parida" userId="5adae42a5ff17c16" providerId="LiveId" clId="{2570E06C-6CDE-4131-A690-3FA8836EEC55}" dt="2024-01-19T05:26:49.980" v="239" actId="21"/>
          <ac:graphicFrameMkLst>
            <pc:docMk/>
            <pc:sldMk cId="3620240384" sldId="272"/>
            <ac:graphicFrameMk id="8" creationId="{C8671146-3C32-53AE-6D7C-37A77C71345D}"/>
          </ac:graphicFrameMkLst>
        </pc:graphicFrameChg>
        <pc:graphicFrameChg chg="add mod">
          <ac:chgData name="Subir Parida" userId="5adae42a5ff17c16" providerId="LiveId" clId="{2570E06C-6CDE-4131-A690-3FA8836EEC55}" dt="2024-01-19T05:26:53.390" v="242"/>
          <ac:graphicFrameMkLst>
            <pc:docMk/>
            <pc:sldMk cId="3620240384" sldId="272"/>
            <ac:graphicFrameMk id="9" creationId="{C8671146-3C32-53AE-6D7C-37A77C71345D}"/>
          </ac:graphicFrameMkLst>
        </pc:graphicFrameChg>
        <pc:graphicFrameChg chg="del">
          <ac:chgData name="Subir Parida" userId="5adae42a5ff17c16" providerId="LiveId" clId="{2570E06C-6CDE-4131-A690-3FA8836EEC55}" dt="2024-01-19T05:26:25.244" v="231" actId="478"/>
          <ac:graphicFrameMkLst>
            <pc:docMk/>
            <pc:sldMk cId="3620240384" sldId="272"/>
            <ac:graphicFrameMk id="10" creationId="{E5358684-4D08-D072-D231-0A59962C2B51}"/>
          </ac:graphicFrameMkLst>
        </pc:graphicFrameChg>
        <pc:graphicFrameChg chg="add del mod">
          <ac:chgData name="Subir Parida" userId="5adae42a5ff17c16" providerId="LiveId" clId="{2570E06C-6CDE-4131-A690-3FA8836EEC55}" dt="2024-01-19T05:27:43.184" v="250" actId="21"/>
          <ac:graphicFrameMkLst>
            <pc:docMk/>
            <pc:sldMk cId="3620240384" sldId="272"/>
            <ac:graphicFrameMk id="11" creationId="{B4CB4B55-7B20-A7D1-3D51-AEBB5F74EE52}"/>
          </ac:graphicFrameMkLst>
        </pc:graphicFrameChg>
        <pc:graphicFrameChg chg="add mod">
          <ac:chgData name="Subir Parida" userId="5adae42a5ff17c16" providerId="LiveId" clId="{2570E06C-6CDE-4131-A690-3FA8836EEC55}" dt="2024-01-20T09:37:06.727" v="1533" actId="1076"/>
          <ac:graphicFrameMkLst>
            <pc:docMk/>
            <pc:sldMk cId="3620240384" sldId="272"/>
            <ac:graphicFrameMk id="12" creationId="{B4CB4B55-7B20-A7D1-3D51-AEBB5F74EE52}"/>
          </ac:graphicFrameMkLst>
        </pc:graphicFrameChg>
      </pc:sldChg>
      <pc:sldChg chg="addSp delSp modSp del mod">
        <pc:chgData name="Subir Parida" userId="5adae42a5ff17c16" providerId="LiveId" clId="{2570E06C-6CDE-4131-A690-3FA8836EEC55}" dt="2024-01-25T10:11:40.750" v="3443" actId="2696"/>
        <pc:sldMkLst>
          <pc:docMk/>
          <pc:sldMk cId="978975982" sldId="274"/>
        </pc:sldMkLst>
        <pc:spChg chg="add mod">
          <ac:chgData name="Subir Parida" userId="5adae42a5ff17c16" providerId="LiveId" clId="{2570E06C-6CDE-4131-A690-3FA8836EEC55}" dt="2024-01-20T09:37:21.957" v="1536"/>
          <ac:spMkLst>
            <pc:docMk/>
            <pc:sldMk cId="978975982" sldId="274"/>
            <ac:spMk id="2" creationId="{3C83B8BF-A002-CC75-8152-A1897CB29DF6}"/>
          </ac:spMkLst>
        </pc:spChg>
        <pc:spChg chg="add del mod">
          <ac:chgData name="Subir Parida" userId="5adae42a5ff17c16" providerId="LiveId" clId="{2570E06C-6CDE-4131-A690-3FA8836EEC55}" dt="2024-01-19T05:29:06.450" v="274" actId="478"/>
          <ac:spMkLst>
            <pc:docMk/>
            <pc:sldMk cId="978975982" sldId="274"/>
            <ac:spMk id="2" creationId="{BC929EB3-A782-39DA-4428-ECE9D8468D5F}"/>
          </ac:spMkLst>
        </pc:spChg>
        <pc:spChg chg="add mod">
          <ac:chgData name="Subir Parida" userId="5adae42a5ff17c16" providerId="LiveId" clId="{2570E06C-6CDE-4131-A690-3FA8836EEC55}" dt="2024-01-20T09:39:13.847" v="1573" actId="20577"/>
          <ac:spMkLst>
            <pc:docMk/>
            <pc:sldMk cId="978975982" sldId="274"/>
            <ac:spMk id="3" creationId="{A709DC13-9EEB-0FB9-4D9A-1091ED3F4C91}"/>
          </ac:spMkLst>
        </pc:spChg>
        <pc:spChg chg="mod">
          <ac:chgData name="Subir Parida" userId="5adae42a5ff17c16" providerId="LiveId" clId="{2570E06C-6CDE-4131-A690-3FA8836EEC55}" dt="2024-01-20T09:37:41.234" v="1539" actId="1076"/>
          <ac:spMkLst>
            <pc:docMk/>
            <pc:sldMk cId="978975982" sldId="274"/>
            <ac:spMk id="5" creationId="{194D1F85-A882-6F6F-13AB-9BFB56A71BE3}"/>
          </ac:spMkLst>
        </pc:spChg>
        <pc:spChg chg="mod">
          <ac:chgData name="Subir Parida" userId="5adae42a5ff17c16" providerId="LiveId" clId="{2570E06C-6CDE-4131-A690-3FA8836EEC55}" dt="2024-01-20T09:37:59.113" v="1542" actId="1076"/>
          <ac:spMkLst>
            <pc:docMk/>
            <pc:sldMk cId="978975982" sldId="274"/>
            <ac:spMk id="6" creationId="{2380A65C-BB1D-BEFD-0595-1AAF03C4A8EF}"/>
          </ac:spMkLst>
        </pc:spChg>
        <pc:graphicFrameChg chg="add del mod">
          <ac:chgData name="Subir Parida" userId="5adae42a5ff17c16" providerId="LiveId" clId="{2570E06C-6CDE-4131-A690-3FA8836EEC55}" dt="2024-01-19T05:28:38.070" v="265" actId="21"/>
          <ac:graphicFrameMkLst>
            <pc:docMk/>
            <pc:sldMk cId="978975982" sldId="274"/>
            <ac:graphicFrameMk id="3" creationId="{60CF2AD3-230D-F369-CAC5-4FA9A48BC42D}"/>
          </ac:graphicFrameMkLst>
        </pc:graphicFrameChg>
        <pc:graphicFrameChg chg="add mod">
          <ac:chgData name="Subir Parida" userId="5adae42a5ff17c16" providerId="LiveId" clId="{2570E06C-6CDE-4131-A690-3FA8836EEC55}" dt="2024-01-20T09:38:06.720" v="1543" actId="1076"/>
          <ac:graphicFrameMkLst>
            <pc:docMk/>
            <pc:sldMk cId="978975982" sldId="274"/>
            <ac:graphicFrameMk id="4" creationId="{60CF2AD3-230D-F369-CAC5-4FA9A48BC42D}"/>
          </ac:graphicFrameMkLst>
        </pc:graphicFrameChg>
        <pc:graphicFrameChg chg="del">
          <ac:chgData name="Subir Parida" userId="5adae42a5ff17c16" providerId="LiveId" clId="{2570E06C-6CDE-4131-A690-3FA8836EEC55}" dt="2024-01-19T05:28:58.280" v="272" actId="478"/>
          <ac:graphicFrameMkLst>
            <pc:docMk/>
            <pc:sldMk cId="978975982" sldId="274"/>
            <ac:graphicFrameMk id="7" creationId="{93F829F9-F601-54D2-4FD0-F2A55085E23C}"/>
          </ac:graphicFrameMkLst>
        </pc:graphicFrameChg>
        <pc:graphicFrameChg chg="del">
          <ac:chgData name="Subir Parida" userId="5adae42a5ff17c16" providerId="LiveId" clId="{2570E06C-6CDE-4131-A690-3FA8836EEC55}" dt="2024-01-19T05:28:39.893" v="266" actId="478"/>
          <ac:graphicFrameMkLst>
            <pc:docMk/>
            <pc:sldMk cId="978975982" sldId="274"/>
            <ac:graphicFrameMk id="8" creationId="{BE2F5A50-FF1E-E4A5-C3BD-A48F916D035C}"/>
          </ac:graphicFrameMkLst>
        </pc:graphicFrameChg>
        <pc:graphicFrameChg chg="add mod">
          <ac:chgData name="Subir Parida" userId="5adae42a5ff17c16" providerId="LiveId" clId="{2570E06C-6CDE-4131-A690-3FA8836EEC55}" dt="2024-01-20T09:37:44.884" v="1540" actId="1076"/>
          <ac:graphicFrameMkLst>
            <pc:docMk/>
            <pc:sldMk cId="978975982" sldId="27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1446150742" sldId="274"/>
        </pc:sldMkLst>
      </pc:sldChg>
      <pc:sldChg chg="del">
        <pc:chgData name="Subir Parida" userId="5adae42a5ff17c16" providerId="LiveId" clId="{2570E06C-6CDE-4131-A690-3FA8836EEC55}" dt="2024-01-18T19:12:51.604" v="35" actId="47"/>
        <pc:sldMkLst>
          <pc:docMk/>
          <pc:sldMk cId="1144792116" sldId="275"/>
        </pc:sldMkLst>
      </pc:sldChg>
      <pc:sldChg chg="modSp mod">
        <pc:chgData name="Subir Parida" userId="5adae42a5ff17c16" providerId="LiveId" clId="{2570E06C-6CDE-4131-A690-3FA8836EEC55}" dt="2024-01-19T21:32:42.816" v="1063" actId="20577"/>
        <pc:sldMkLst>
          <pc:docMk/>
          <pc:sldMk cId="268647914" sldId="277"/>
        </pc:sldMkLst>
        <pc:spChg chg="mod">
          <ac:chgData name="Subir Parida" userId="5adae42a5ff17c16" providerId="LiveId" clId="{2570E06C-6CDE-4131-A690-3FA8836EEC55}" dt="2024-01-19T21:32:42.816" v="1063" actId="20577"/>
          <ac:spMkLst>
            <pc:docMk/>
            <pc:sldMk cId="268647914" sldId="277"/>
            <ac:spMk id="3" creationId="{9DD463F7-D779-AD99-8658-63E73DF978AB}"/>
          </ac:spMkLst>
        </pc:spChg>
      </pc:sldChg>
      <pc:sldChg chg="modSp mod ord">
        <pc:chgData name="Subir Parida" userId="5adae42a5ff17c16" providerId="LiveId" clId="{2570E06C-6CDE-4131-A690-3FA8836EEC55}" dt="2024-01-25T10:10:14.166" v="3421" actId="20577"/>
        <pc:sldMkLst>
          <pc:docMk/>
          <pc:sldMk cId="2695453843" sldId="280"/>
        </pc:sldMkLst>
        <pc:spChg chg="mod">
          <ac:chgData name="Subir Parida" userId="5adae42a5ff17c16" providerId="LiveId" clId="{2570E06C-6CDE-4131-A690-3FA8836EEC55}" dt="2024-01-25T10:10:14.166" v="3421" actId="20577"/>
          <ac:spMkLst>
            <pc:docMk/>
            <pc:sldMk cId="2695453843" sldId="280"/>
            <ac:spMk id="3" creationId="{9DD463F7-D779-AD99-8658-63E73DF978AB}"/>
          </ac:spMkLst>
        </pc:spChg>
      </pc:sldChg>
      <pc:sldChg chg="modSp mod">
        <pc:chgData name="Subir Parida" userId="5adae42a5ff17c16" providerId="LiveId" clId="{2570E06C-6CDE-4131-A690-3FA8836EEC55}" dt="2024-01-20T09:42:38.324" v="1650" actId="20577"/>
        <pc:sldMkLst>
          <pc:docMk/>
          <pc:sldMk cId="1622650635" sldId="282"/>
        </pc:sldMkLst>
        <pc:spChg chg="mod">
          <ac:chgData name="Subir Parida" userId="5adae42a5ff17c16" providerId="LiveId" clId="{2570E06C-6CDE-4131-A690-3FA8836EEC55}" dt="2024-01-20T09:42:38.324" v="1650" actId="20577"/>
          <ac:spMkLst>
            <pc:docMk/>
            <pc:sldMk cId="1622650635" sldId="282"/>
            <ac:spMk id="3" creationId="{9DD463F7-D779-AD99-8658-63E73DF978AB}"/>
          </ac:spMkLst>
        </pc:spChg>
      </pc:sldChg>
      <pc:sldChg chg="addSp delSp modSp mod">
        <pc:chgData name="Subir Parida" userId="5adae42a5ff17c16" providerId="LiveId" clId="{2570E06C-6CDE-4131-A690-3FA8836EEC55}" dt="2024-01-19T21:26:31.106" v="956"/>
        <pc:sldMkLst>
          <pc:docMk/>
          <pc:sldMk cId="3592857757" sldId="285"/>
        </pc:sldMkLst>
        <pc:spChg chg="add del mod">
          <ac:chgData name="Subir Parida" userId="5adae42a5ff17c16" providerId="LiveId" clId="{2570E06C-6CDE-4131-A690-3FA8836EEC55}" dt="2024-01-19T21:26:11.678" v="949" actId="478"/>
          <ac:spMkLst>
            <pc:docMk/>
            <pc:sldMk cId="3592857757" sldId="285"/>
            <ac:spMk id="2" creationId="{52B3FC54-1731-367E-117F-7E40B75B405C}"/>
          </ac:spMkLst>
        </pc:spChg>
        <pc:spChg chg="mod">
          <ac:chgData name="Subir Parida" userId="5adae42a5ff17c16" providerId="LiveId" clId="{2570E06C-6CDE-4131-A690-3FA8836EEC55}" dt="2024-01-19T21:19:34.963" v="934" actId="20577"/>
          <ac:spMkLst>
            <pc:docMk/>
            <pc:sldMk cId="3592857757" sldId="285"/>
            <ac:spMk id="6" creationId="{00000000-0000-0000-0000-000000000000}"/>
          </ac:spMkLst>
        </pc:spChg>
        <pc:graphicFrameChg chg="del">
          <ac:chgData name="Subir Parida" userId="5adae42a5ff17c16" providerId="LiveId" clId="{2570E06C-6CDE-4131-A690-3FA8836EEC55}" dt="2024-01-19T21:22:08.584" v="939" actId="478"/>
          <ac:graphicFrameMkLst>
            <pc:docMk/>
            <pc:sldMk cId="3592857757" sldId="285"/>
            <ac:graphicFrameMk id="3" creationId="{406C4068-5A85-B1A2-B363-51E69FA0BC94}"/>
          </ac:graphicFrameMkLst>
        </pc:graphicFrameChg>
        <pc:graphicFrameChg chg="del">
          <ac:chgData name="Subir Parida" userId="5adae42a5ff17c16" providerId="LiveId" clId="{2570E06C-6CDE-4131-A690-3FA8836EEC55}" dt="2024-01-19T21:26:09.576" v="946" actId="478"/>
          <ac:graphicFrameMkLst>
            <pc:docMk/>
            <pc:sldMk cId="3592857757" sldId="285"/>
            <ac:graphicFrameMk id="4" creationId="{FCC3F241-C070-300B-1D61-AA92713A65F6}"/>
          </ac:graphicFrameMkLst>
        </pc:graphicFrameChg>
        <pc:graphicFrameChg chg="del">
          <ac:chgData name="Subir Parida" userId="5adae42a5ff17c16" providerId="LiveId" clId="{2570E06C-6CDE-4131-A690-3FA8836EEC55}" dt="2024-01-19T21:26:30.682" v="954" actId="478"/>
          <ac:graphicFrameMkLst>
            <pc:docMk/>
            <pc:sldMk cId="3592857757" sldId="285"/>
            <ac:graphicFrameMk id="5" creationId="{303D1CE3-B584-4610-1F8A-C506B2CC8484}"/>
          </ac:graphicFrameMkLst>
        </pc:graphicFrameChg>
        <pc:graphicFrameChg chg="add del mod">
          <ac:chgData name="Subir Parida" userId="5adae42a5ff17c16" providerId="LiveId" clId="{2570E06C-6CDE-4131-A690-3FA8836EEC55}" dt="2024-01-19T21:22:07.061" v="938" actId="21"/>
          <ac:graphicFrameMkLst>
            <pc:docMk/>
            <pc:sldMk cId="3592857757" sldId="285"/>
            <ac:graphicFrameMk id="7" creationId="{4BC0FE5B-B350-8676-F1B5-1C3C99641042}"/>
          </ac:graphicFrameMkLst>
        </pc:graphicFrameChg>
        <pc:graphicFrameChg chg="add mod">
          <ac:chgData name="Subir Parida" userId="5adae42a5ff17c16" providerId="LiveId" clId="{2570E06C-6CDE-4131-A690-3FA8836EEC55}" dt="2024-01-19T21:22:09.136" v="941"/>
          <ac:graphicFrameMkLst>
            <pc:docMk/>
            <pc:sldMk cId="3592857757" sldId="285"/>
            <ac:graphicFrameMk id="8" creationId="{4BC0FE5B-B350-8676-F1B5-1C3C99641042}"/>
          </ac:graphicFrameMkLst>
        </pc:graphicFrameChg>
        <pc:graphicFrameChg chg="add del mod">
          <ac:chgData name="Subir Parida" userId="5adae42a5ff17c16" providerId="LiveId" clId="{2570E06C-6CDE-4131-A690-3FA8836EEC55}" dt="2024-01-19T21:26:08.258" v="945" actId="21"/>
          <ac:graphicFrameMkLst>
            <pc:docMk/>
            <pc:sldMk cId="3592857757" sldId="285"/>
            <ac:graphicFrameMk id="9" creationId="{4D678CEB-1DCD-2552-F016-996E7430191D}"/>
          </ac:graphicFrameMkLst>
        </pc:graphicFrameChg>
        <pc:graphicFrameChg chg="add mod">
          <ac:chgData name="Subir Parida" userId="5adae42a5ff17c16" providerId="LiveId" clId="{2570E06C-6CDE-4131-A690-3FA8836EEC55}" dt="2024-01-19T21:26:09.995" v="948"/>
          <ac:graphicFrameMkLst>
            <pc:docMk/>
            <pc:sldMk cId="3592857757" sldId="285"/>
            <ac:graphicFrameMk id="10" creationId="{4D678CEB-1DCD-2552-F016-996E7430191D}"/>
          </ac:graphicFrameMkLst>
        </pc:graphicFrameChg>
        <pc:graphicFrameChg chg="add del mod">
          <ac:chgData name="Subir Parida" userId="5adae42a5ff17c16" providerId="LiveId" clId="{2570E06C-6CDE-4131-A690-3FA8836EEC55}" dt="2024-01-19T21:26:29.443" v="953" actId="21"/>
          <ac:graphicFrameMkLst>
            <pc:docMk/>
            <pc:sldMk cId="3592857757" sldId="285"/>
            <ac:graphicFrameMk id="11" creationId="{A8ABAA62-5532-907F-4087-6D63419D76FE}"/>
          </ac:graphicFrameMkLst>
        </pc:graphicFrameChg>
        <pc:graphicFrameChg chg="add mod">
          <ac:chgData name="Subir Parida" userId="5adae42a5ff17c16" providerId="LiveId" clId="{2570E06C-6CDE-4131-A690-3FA8836EEC55}" dt="2024-01-19T21:26:31.106" v="956"/>
          <ac:graphicFrameMkLst>
            <pc:docMk/>
            <pc:sldMk cId="3592857757" sldId="285"/>
            <ac:graphicFrameMk id="12" creationId="{A8ABAA62-5532-907F-4087-6D63419D76FE}"/>
          </ac:graphicFrameMkLst>
        </pc:graphicFrameChg>
      </pc:sldChg>
      <pc:sldChg chg="addSp delSp modSp mod">
        <pc:chgData name="Subir Parida" userId="5adae42a5ff17c16" providerId="LiveId" clId="{2570E06C-6CDE-4131-A690-3FA8836EEC55}" dt="2024-01-19T20:53:24.466" v="858"/>
        <pc:sldMkLst>
          <pc:docMk/>
          <pc:sldMk cId="1335882902" sldId="292"/>
        </pc:sldMkLst>
        <pc:spChg chg="mod">
          <ac:chgData name="Subir Parida" userId="5adae42a5ff17c16" providerId="LiveId" clId="{2570E06C-6CDE-4131-A690-3FA8836EEC55}" dt="2024-01-19T20:52:26.723" v="836" actId="20577"/>
          <ac:spMkLst>
            <pc:docMk/>
            <pc:sldMk cId="1335882902" sldId="292"/>
            <ac:spMk id="2" creationId="{9FD45EEA-DEE2-D357-3BB2-3A464BAD3121}"/>
          </ac:spMkLst>
        </pc:spChg>
        <pc:spChg chg="add del mod">
          <ac:chgData name="Subir Parida" userId="5adae42a5ff17c16" providerId="LiveId" clId="{2570E06C-6CDE-4131-A690-3FA8836EEC55}" dt="2024-01-19T20:52:30.075" v="837" actId="478"/>
          <ac:spMkLst>
            <pc:docMk/>
            <pc:sldMk cId="1335882902" sldId="292"/>
            <ac:spMk id="3" creationId="{E6B8D062-DB16-BA9D-A4B9-10D30A42CA77}"/>
          </ac:spMkLst>
        </pc:spChg>
        <pc:graphicFrameChg chg="add del mod">
          <ac:chgData name="Subir Parida" userId="5adae42a5ff17c16" providerId="LiveId" clId="{2570E06C-6CDE-4131-A690-3FA8836EEC55}" dt="2024-01-19T20:52:38.282" v="841" actId="21"/>
          <ac:graphicFrameMkLst>
            <pc:docMk/>
            <pc:sldMk cId="1335882902" sldId="292"/>
            <ac:graphicFrameMk id="4" creationId="{D39ABF2F-3724-4D33-E365-4586C450137A}"/>
          </ac:graphicFrameMkLst>
        </pc:graphicFrameChg>
        <pc:graphicFrameChg chg="add mod">
          <ac:chgData name="Subir Parida" userId="5adae42a5ff17c16" providerId="LiveId" clId="{2570E06C-6CDE-4131-A690-3FA8836EEC55}" dt="2024-01-19T20:52:40.360" v="844"/>
          <ac:graphicFrameMkLst>
            <pc:docMk/>
            <pc:sldMk cId="1335882902" sldId="292"/>
            <ac:graphicFrameMk id="5" creationId="{D39ABF2F-3724-4D33-E365-4586C450137A}"/>
          </ac:graphicFrameMkLst>
        </pc:graphicFrameChg>
        <pc:graphicFrameChg chg="add del mod">
          <ac:chgData name="Subir Parida" userId="5adae42a5ff17c16" providerId="LiveId" clId="{2570E06C-6CDE-4131-A690-3FA8836EEC55}" dt="2024-01-19T20:53:07.065" v="848" actId="21"/>
          <ac:graphicFrameMkLst>
            <pc:docMk/>
            <pc:sldMk cId="1335882902" sldId="292"/>
            <ac:graphicFrameMk id="6" creationId="{B92BCC2B-6FC7-5D9B-C4BE-27993375393D}"/>
          </ac:graphicFrameMkLst>
        </pc:graphicFrameChg>
        <pc:graphicFrameChg chg="del">
          <ac:chgData name="Subir Parida" userId="5adae42a5ff17c16" providerId="LiveId" clId="{2570E06C-6CDE-4131-A690-3FA8836EEC55}" dt="2024-01-19T20:52:39.748" v="842" actId="478"/>
          <ac:graphicFrameMkLst>
            <pc:docMk/>
            <pc:sldMk cId="1335882902" sldId="292"/>
            <ac:graphicFrameMk id="7" creationId="{1C8F7D12-AD3A-EAC3-8294-A5C75E18F905}"/>
          </ac:graphicFrameMkLst>
        </pc:graphicFrameChg>
        <pc:graphicFrameChg chg="add mod">
          <ac:chgData name="Subir Parida" userId="5adae42a5ff17c16" providerId="LiveId" clId="{2570E06C-6CDE-4131-A690-3FA8836EEC55}" dt="2024-01-19T20:53:09.139" v="851"/>
          <ac:graphicFrameMkLst>
            <pc:docMk/>
            <pc:sldMk cId="1335882902" sldId="292"/>
            <ac:graphicFrameMk id="8" creationId="{B92BCC2B-6FC7-5D9B-C4BE-27993375393D}"/>
          </ac:graphicFrameMkLst>
        </pc:graphicFrameChg>
        <pc:graphicFrameChg chg="del">
          <ac:chgData name="Subir Parida" userId="5adae42a5ff17c16" providerId="LiveId" clId="{2570E06C-6CDE-4131-A690-3FA8836EEC55}" dt="2024-01-19T20:53:08.740" v="849" actId="478"/>
          <ac:graphicFrameMkLst>
            <pc:docMk/>
            <pc:sldMk cId="1335882902" sldId="292"/>
            <ac:graphicFrameMk id="9" creationId="{167D3BF7-6DC5-1C54-B845-D89F7EE75E93}"/>
          </ac:graphicFrameMkLst>
        </pc:graphicFrameChg>
        <pc:graphicFrameChg chg="del">
          <ac:chgData name="Subir Parida" userId="5adae42a5ff17c16" providerId="LiveId" clId="{2570E06C-6CDE-4131-A690-3FA8836EEC55}" dt="2024-01-19T20:53:24.086" v="856" actId="478"/>
          <ac:graphicFrameMkLst>
            <pc:docMk/>
            <pc:sldMk cId="1335882902" sldId="292"/>
            <ac:graphicFrameMk id="10" creationId="{73ED5533-8035-4150-2804-FA15B1616680}"/>
          </ac:graphicFrameMkLst>
        </pc:graphicFrameChg>
        <pc:graphicFrameChg chg="add del mod">
          <ac:chgData name="Subir Parida" userId="5adae42a5ff17c16" providerId="LiveId" clId="{2570E06C-6CDE-4131-A690-3FA8836EEC55}" dt="2024-01-19T20:53:22.839" v="855" actId="21"/>
          <ac:graphicFrameMkLst>
            <pc:docMk/>
            <pc:sldMk cId="1335882902" sldId="292"/>
            <ac:graphicFrameMk id="11" creationId="{4619B9D2-AC1F-EAA0-B7B3-244DD4453C9B}"/>
          </ac:graphicFrameMkLst>
        </pc:graphicFrameChg>
        <pc:graphicFrameChg chg="add mod">
          <ac:chgData name="Subir Parida" userId="5adae42a5ff17c16" providerId="LiveId" clId="{2570E06C-6CDE-4131-A690-3FA8836EEC55}" dt="2024-01-19T20:53:24.466" v="858"/>
          <ac:graphicFrameMkLst>
            <pc:docMk/>
            <pc:sldMk cId="1335882902" sldId="292"/>
            <ac:graphicFrameMk id="12" creationId="{4619B9D2-AC1F-EAA0-B7B3-244DD4453C9B}"/>
          </ac:graphicFrameMkLst>
        </pc:graphicFrameChg>
      </pc:sldChg>
      <pc:sldChg chg="addSp delSp modSp mod">
        <pc:chgData name="Subir Parida" userId="5adae42a5ff17c16" providerId="LiveId" clId="{2570E06C-6CDE-4131-A690-3FA8836EEC55}" dt="2024-01-20T09:56:22.198" v="2415" actId="1037"/>
        <pc:sldMkLst>
          <pc:docMk/>
          <pc:sldMk cId="2692657210" sldId="294"/>
        </pc:sldMkLst>
        <pc:spChg chg="mod">
          <ac:chgData name="Subir Parida" userId="5adae42a5ff17c16" providerId="LiveId" clId="{2570E06C-6CDE-4131-A690-3FA8836EEC55}" dt="2024-01-20T09:48:27.797" v="1736" actId="1036"/>
          <ac:spMkLst>
            <pc:docMk/>
            <pc:sldMk cId="2692657210" sldId="294"/>
            <ac:spMk id="5" creationId="{5B8A6534-15CB-E85E-5566-5B5AFCFFB9EE}"/>
          </ac:spMkLst>
        </pc:spChg>
        <pc:spChg chg="mod">
          <ac:chgData name="Subir Parida" userId="5adae42a5ff17c16" providerId="LiveId" clId="{2570E06C-6CDE-4131-A690-3FA8836EEC55}" dt="2024-01-20T09:56:22.198" v="2415" actId="1037"/>
          <ac:spMkLst>
            <pc:docMk/>
            <pc:sldMk cId="2692657210" sldId="294"/>
            <ac:spMk id="7" creationId="{7F078B71-4A0F-B8F9-B7D8-F852339BDAEC}"/>
          </ac:spMkLst>
        </pc:spChg>
        <pc:spChg chg="mod">
          <ac:chgData name="Subir Parida" userId="5adae42a5ff17c16" providerId="LiveId" clId="{2570E06C-6CDE-4131-A690-3FA8836EEC55}" dt="2024-01-20T09:54:01.137" v="1996" actId="403"/>
          <ac:spMkLst>
            <pc:docMk/>
            <pc:sldMk cId="2692657210" sldId="294"/>
            <ac:spMk id="9" creationId="{00000000-0000-0000-0000-000000000000}"/>
          </ac:spMkLst>
        </pc:spChg>
        <pc:spChg chg="mod">
          <ac:chgData name="Subir Parida" userId="5adae42a5ff17c16" providerId="LiveId" clId="{2570E06C-6CDE-4131-A690-3FA8836EEC55}" dt="2024-01-20T09:47:35.549" v="1670" actId="1076"/>
          <ac:spMkLst>
            <pc:docMk/>
            <pc:sldMk cId="2692657210" sldId="294"/>
            <ac:spMk id="10" creationId="{67C95C17-8519-C442-B6D2-2AB931828790}"/>
          </ac:spMkLst>
        </pc:spChg>
        <pc:spChg chg="mod">
          <ac:chgData name="Subir Parida" userId="5adae42a5ff17c16" providerId="LiveId" clId="{2570E06C-6CDE-4131-A690-3FA8836EEC55}" dt="2024-01-20T09:47:06.222" v="1668" actId="1076"/>
          <ac:spMkLst>
            <pc:docMk/>
            <pc:sldMk cId="2692657210" sldId="294"/>
            <ac:spMk id="11" creationId="{2AB1F630-3908-A1D9-D31A-14E612F3B706}"/>
          </ac:spMkLst>
        </pc:spChg>
        <pc:spChg chg="add del mod">
          <ac:chgData name="Subir Parida" userId="5adae42a5ff17c16" providerId="LiveId" clId="{2570E06C-6CDE-4131-A690-3FA8836EEC55}" dt="2024-01-19T21:29:20.476" v="1011" actId="478"/>
          <ac:spMkLst>
            <pc:docMk/>
            <pc:sldMk cId="2692657210" sldId="294"/>
            <ac:spMk id="13" creationId="{95285252-6EC1-B8A1-8E0C-EFE7FF4A8458}"/>
          </ac:spMkLst>
        </pc:spChg>
        <pc:graphicFrameChg chg="del">
          <ac:chgData name="Subir Parida" userId="5adae42a5ff17c16" providerId="LiveId" clId="{2570E06C-6CDE-4131-A690-3FA8836EEC55}" dt="2024-01-19T17:37:07.061" v="509" actId="478"/>
          <ac:graphicFrameMkLst>
            <pc:docMk/>
            <pc:sldMk cId="2692657210" sldId="294"/>
            <ac:graphicFrameMk id="2" creationId="{7ADA39BA-15ED-6B66-2B95-BAAD1D42C13C}"/>
          </ac:graphicFrameMkLst>
        </pc:graphicFrameChg>
        <pc:graphicFrameChg chg="del">
          <ac:chgData name="Subir Parida" userId="5adae42a5ff17c16" providerId="LiveId" clId="{2570E06C-6CDE-4131-A690-3FA8836EEC55}" dt="2024-01-18T19:23:01.193" v="50" actId="478"/>
          <ac:graphicFrameMkLst>
            <pc:docMk/>
            <pc:sldMk cId="2692657210" sldId="294"/>
            <ac:graphicFrameMk id="3" creationId="{50C56331-AB8E-71C3-20AC-03D4E655005E}"/>
          </ac:graphicFrameMkLst>
        </pc:graphicFrameChg>
        <pc:graphicFrameChg chg="del">
          <ac:chgData name="Subir Parida" userId="5adae42a5ff17c16" providerId="LiveId" clId="{2570E06C-6CDE-4131-A690-3FA8836EEC55}" dt="2024-01-19T18:10:04.372" v="686" actId="478"/>
          <ac:graphicFrameMkLst>
            <pc:docMk/>
            <pc:sldMk cId="2692657210" sldId="294"/>
            <ac:graphicFrameMk id="4" creationId="{2C431F06-E299-0546-FBF1-ABDF103FE4B9}"/>
          </ac:graphicFrameMkLst>
        </pc:graphicFrameChg>
        <pc:graphicFrameChg chg="del">
          <ac:chgData name="Subir Parida" userId="5adae42a5ff17c16" providerId="LiveId" clId="{2570E06C-6CDE-4131-A690-3FA8836EEC55}" dt="2024-01-19T21:29:21.730" v="1012" actId="478"/>
          <ac:graphicFrameMkLst>
            <pc:docMk/>
            <pc:sldMk cId="2692657210" sldId="294"/>
            <ac:graphicFrameMk id="8" creationId="{F1BA8E32-35C0-0436-3926-21FF8A42B6D9}"/>
          </ac:graphicFrameMkLst>
        </pc:graphicFrameChg>
        <pc:graphicFrameChg chg="add mod">
          <ac:chgData name="Subir Parida" userId="5adae42a5ff17c16" providerId="LiveId" clId="{2570E06C-6CDE-4131-A690-3FA8836EEC55}" dt="2024-01-20T09:47:01.839" v="1667" actId="1076"/>
          <ac:graphicFrameMkLst>
            <pc:docMk/>
            <pc:sldMk cId="2692657210" sldId="294"/>
            <ac:graphicFrameMk id="12" creationId="{FD004466-8840-ECD8-2DEC-A774D494297F}"/>
          </ac:graphicFrameMkLst>
        </pc:graphicFrameChg>
        <pc:graphicFrameChg chg="add del mod">
          <ac:chgData name="Subir Parida" userId="5adae42a5ff17c16" providerId="LiveId" clId="{2570E06C-6CDE-4131-A690-3FA8836EEC55}" dt="2024-01-19T17:37:04.281" v="508" actId="21"/>
          <ac:graphicFrameMkLst>
            <pc:docMk/>
            <pc:sldMk cId="2692657210" sldId="294"/>
            <ac:graphicFrameMk id="14" creationId="{96E4EE72-43E2-FC9C-52AF-6998BC4242B8}"/>
          </ac:graphicFrameMkLst>
        </pc:graphicFrameChg>
        <pc:graphicFrameChg chg="add mod">
          <ac:chgData name="Subir Parida" userId="5adae42a5ff17c16" providerId="LiveId" clId="{2570E06C-6CDE-4131-A690-3FA8836EEC55}" dt="2024-01-20T09:47:22.619" v="1669" actId="1076"/>
          <ac:graphicFrameMkLst>
            <pc:docMk/>
            <pc:sldMk cId="2692657210" sldId="294"/>
            <ac:graphicFrameMk id="15" creationId="{96E4EE72-43E2-FC9C-52AF-6998BC4242B8}"/>
          </ac:graphicFrameMkLst>
        </pc:graphicFrameChg>
        <pc:graphicFrameChg chg="add del mod">
          <ac:chgData name="Subir Parida" userId="5adae42a5ff17c16" providerId="LiveId" clId="{2570E06C-6CDE-4131-A690-3FA8836EEC55}" dt="2024-01-19T18:10:02.495" v="685" actId="21"/>
          <ac:graphicFrameMkLst>
            <pc:docMk/>
            <pc:sldMk cId="2692657210" sldId="294"/>
            <ac:graphicFrameMk id="16" creationId="{7D9894D5-3167-6AE5-EDA7-021680783031}"/>
          </ac:graphicFrameMkLst>
        </pc:graphicFrameChg>
        <pc:graphicFrameChg chg="add mod">
          <ac:chgData name="Subir Parida" userId="5adae42a5ff17c16" providerId="LiveId" clId="{2570E06C-6CDE-4131-A690-3FA8836EEC55}" dt="2024-01-20T09:49:04.007" v="1792" actId="1035"/>
          <ac:graphicFrameMkLst>
            <pc:docMk/>
            <pc:sldMk cId="2692657210" sldId="294"/>
            <ac:graphicFrameMk id="17" creationId="{7D9894D5-3167-6AE5-EDA7-021680783031}"/>
          </ac:graphicFrameMkLst>
        </pc:graphicFrameChg>
        <pc:graphicFrameChg chg="add del mod">
          <ac:chgData name="Subir Parida" userId="5adae42a5ff17c16" providerId="LiveId" clId="{2570E06C-6CDE-4131-A690-3FA8836EEC55}" dt="2024-01-19T21:29:18.927" v="1010" actId="21"/>
          <ac:graphicFrameMkLst>
            <pc:docMk/>
            <pc:sldMk cId="2692657210" sldId="294"/>
            <ac:graphicFrameMk id="18" creationId="{73FEB4C3-2DA0-9DCF-C8B5-CBF363B3A7CA}"/>
          </ac:graphicFrameMkLst>
        </pc:graphicFrameChg>
        <pc:graphicFrameChg chg="add mod">
          <ac:chgData name="Subir Parida" userId="5adae42a5ff17c16" providerId="LiveId" clId="{2570E06C-6CDE-4131-A690-3FA8836EEC55}" dt="2024-01-20T09:48:20.076" v="1734" actId="1036"/>
          <ac:graphicFrameMkLst>
            <pc:docMk/>
            <pc:sldMk cId="2692657210" sldId="294"/>
            <ac:graphicFrameMk id="19" creationId="{73FEB4C3-2DA0-9DCF-C8B5-CBF363B3A7CA}"/>
          </ac:graphicFrameMkLst>
        </pc:graphicFrameChg>
      </pc:sldChg>
      <pc:sldChg chg="addSp delSp modSp mod">
        <pc:chgData name="Subir Parida" userId="5adae42a5ff17c16" providerId="LiveId" clId="{2570E06C-6CDE-4131-A690-3FA8836EEC55}" dt="2024-01-20T09:57:49.642" v="2582" actId="478"/>
        <pc:sldMkLst>
          <pc:docMk/>
          <pc:sldMk cId="412450978" sldId="295"/>
        </pc:sldMkLst>
        <pc:spChg chg="del">
          <ac:chgData name="Subir Parida" userId="5adae42a5ff17c16" providerId="LiveId" clId="{2570E06C-6CDE-4131-A690-3FA8836EEC55}" dt="2024-01-20T09:54:38.085" v="2007" actId="478"/>
          <ac:spMkLst>
            <pc:docMk/>
            <pc:sldMk cId="412450978" sldId="295"/>
            <ac:spMk id="2" creationId="{09BF2F56-9552-31B4-EE51-DAB05D957B4F}"/>
          </ac:spMkLst>
        </pc:spChg>
        <pc:spChg chg="add mod">
          <ac:chgData name="Subir Parida" userId="5adae42a5ff17c16" providerId="LiveId" clId="{2570E06C-6CDE-4131-A690-3FA8836EEC55}" dt="2024-01-20T09:57:45.828" v="2581" actId="20577"/>
          <ac:spMkLst>
            <pc:docMk/>
            <pc:sldMk cId="412450978" sldId="295"/>
            <ac:spMk id="3" creationId="{23FAF7BE-7640-25E6-7250-2D5B7CEFB38C}"/>
          </ac:spMkLst>
        </pc:spChg>
        <pc:spChg chg="del">
          <ac:chgData name="Subir Parida" userId="5adae42a5ff17c16" providerId="LiveId" clId="{2570E06C-6CDE-4131-A690-3FA8836EEC55}" dt="2024-01-20T09:54:40.459" v="2008" actId="478"/>
          <ac:spMkLst>
            <pc:docMk/>
            <pc:sldMk cId="412450978" sldId="295"/>
            <ac:spMk id="4" creationId="{D3ACB1B0-ECFF-86D5-6851-34E62CBE4C63}"/>
          </ac:spMkLst>
        </pc:spChg>
        <pc:spChg chg="add mod">
          <ac:chgData name="Subir Parida" userId="5adae42a5ff17c16" providerId="LiveId" clId="{2570E06C-6CDE-4131-A690-3FA8836EEC55}" dt="2024-01-20T09:54:51.166" v="2011"/>
          <ac:spMkLst>
            <pc:docMk/>
            <pc:sldMk cId="412450978" sldId="295"/>
            <ac:spMk id="5" creationId="{04AAF833-5699-ABEF-0468-7ADC127EAA54}"/>
          </ac:spMkLst>
        </pc:spChg>
        <pc:spChg chg="add mod">
          <ac:chgData name="Subir Parida" userId="5adae42a5ff17c16" providerId="LiveId" clId="{2570E06C-6CDE-4131-A690-3FA8836EEC55}" dt="2024-01-20T09:54:51.166" v="2011"/>
          <ac:spMkLst>
            <pc:docMk/>
            <pc:sldMk cId="412450978" sldId="295"/>
            <ac:spMk id="7" creationId="{153D910B-39C6-1082-5EEE-460F6CEAE572}"/>
          </ac:spMkLst>
        </pc:spChg>
        <pc:spChg chg="add mod">
          <ac:chgData name="Subir Parida" userId="5adae42a5ff17c16" providerId="LiveId" clId="{2570E06C-6CDE-4131-A690-3FA8836EEC55}" dt="2024-01-20T09:54:51.166" v="2011"/>
          <ac:spMkLst>
            <pc:docMk/>
            <pc:sldMk cId="412450978" sldId="295"/>
            <ac:spMk id="8" creationId="{47918E4A-C4A8-749D-1FE4-17D38D0141B9}"/>
          </ac:spMkLst>
        </pc:spChg>
        <pc:spChg chg="add mod">
          <ac:chgData name="Subir Parida" userId="5adae42a5ff17c16" providerId="LiveId" clId="{2570E06C-6CDE-4131-A690-3FA8836EEC55}" dt="2024-01-20T09:56:26.468" v="2425" actId="1037"/>
          <ac:spMkLst>
            <pc:docMk/>
            <pc:sldMk cId="412450978" sldId="295"/>
            <ac:spMk id="9" creationId="{316C6AC7-C2A0-3677-E934-2CD1C53329BA}"/>
          </ac:spMkLst>
        </pc:spChg>
        <pc:spChg chg="add del mod">
          <ac:chgData name="Subir Parida" userId="5adae42a5ff17c16" providerId="LiveId" clId="{2570E06C-6CDE-4131-A690-3FA8836EEC55}" dt="2024-01-19T21:29:28.124" v="1015" actId="478"/>
          <ac:spMkLst>
            <pc:docMk/>
            <pc:sldMk cId="412450978" sldId="295"/>
            <ac:spMk id="9" creationId="{E46A2FF0-44B0-8911-7652-082A5CE1D7A2}"/>
          </ac:spMkLst>
        </pc:spChg>
        <pc:spChg chg="del">
          <ac:chgData name="Subir Parida" userId="5adae42a5ff17c16" providerId="LiveId" clId="{2570E06C-6CDE-4131-A690-3FA8836EEC55}" dt="2024-01-20T09:54:42.124" v="2009" actId="478"/>
          <ac:spMkLst>
            <pc:docMk/>
            <pc:sldMk cId="412450978" sldId="295"/>
            <ac:spMk id="11" creationId="{3F2C10B2-028A-4D1A-F82A-8D5978E68F6B}"/>
          </ac:spMkLst>
        </pc:spChg>
        <pc:spChg chg="del">
          <ac:chgData name="Subir Parida" userId="5adae42a5ff17c16" providerId="LiveId" clId="{2570E06C-6CDE-4131-A690-3FA8836EEC55}" dt="2024-01-20T09:54:43.758" v="2010" actId="478"/>
          <ac:spMkLst>
            <pc:docMk/>
            <pc:sldMk cId="412450978" sldId="295"/>
            <ac:spMk id="12" creationId="{BE797174-599A-B1C6-18FA-0A00D923735B}"/>
          </ac:spMkLst>
        </pc:spChg>
        <pc:spChg chg="del">
          <ac:chgData name="Subir Parida" userId="5adae42a5ff17c16" providerId="LiveId" clId="{2570E06C-6CDE-4131-A690-3FA8836EEC55}" dt="2024-01-20T09:57:49.642" v="2582" actId="478"/>
          <ac:spMkLst>
            <pc:docMk/>
            <pc:sldMk cId="412450978" sldId="295"/>
            <ac:spMk id="13" creationId="{00000000-0000-0000-0000-000000000000}"/>
          </ac:spMkLst>
        </pc:spChg>
        <pc:graphicFrameChg chg="del">
          <ac:chgData name="Subir Parida" userId="5adae42a5ff17c16" providerId="LiveId" clId="{2570E06C-6CDE-4131-A690-3FA8836EEC55}" dt="2024-01-19T18:10:38.701" v="699" actId="478"/>
          <ac:graphicFrameMkLst>
            <pc:docMk/>
            <pc:sldMk cId="412450978" sldId="295"/>
            <ac:graphicFrameMk id="3" creationId="{BBEB8032-E1B7-CE01-3763-78390C08B58F}"/>
          </ac:graphicFrameMkLst>
        </pc:graphicFrameChg>
        <pc:graphicFrameChg chg="del">
          <ac:chgData name="Subir Parida" userId="5adae42a5ff17c16" providerId="LiveId" clId="{2570E06C-6CDE-4131-A690-3FA8836EEC55}" dt="2024-01-19T17:37:40.860" v="517" actId="478"/>
          <ac:graphicFrameMkLst>
            <pc:docMk/>
            <pc:sldMk cId="412450978" sldId="295"/>
            <ac:graphicFrameMk id="5" creationId="{99C47A2A-F298-ED44-4D21-D7CAF423B677}"/>
          </ac:graphicFrameMkLst>
        </pc:graphicFrameChg>
        <pc:graphicFrameChg chg="del">
          <ac:chgData name="Subir Parida" userId="5adae42a5ff17c16" providerId="LiveId" clId="{2570E06C-6CDE-4131-A690-3FA8836EEC55}" dt="2024-01-18T19:24:41.673" v="135" actId="478"/>
          <ac:graphicFrameMkLst>
            <pc:docMk/>
            <pc:sldMk cId="412450978" sldId="295"/>
            <ac:graphicFrameMk id="7" creationId="{8781BA4F-8532-AF84-9997-11CF47ED9035}"/>
          </ac:graphicFrameMkLst>
        </pc:graphicFrameChg>
        <pc:graphicFrameChg chg="del">
          <ac:chgData name="Subir Parida" userId="5adae42a5ff17c16" providerId="LiveId" clId="{2570E06C-6CDE-4131-A690-3FA8836EEC55}" dt="2024-01-19T21:29:43.476" v="1020" actId="478"/>
          <ac:graphicFrameMkLst>
            <pc:docMk/>
            <pc:sldMk cId="412450978" sldId="295"/>
            <ac:graphicFrameMk id="8" creationId="{F6C58264-89CA-9CA4-6D26-14BF5D0CF3A7}"/>
          </ac:graphicFrameMkLst>
        </pc:graphicFrameChg>
        <pc:graphicFrameChg chg="add mod">
          <ac:chgData name="Subir Parida" userId="5adae42a5ff17c16" providerId="LiveId" clId="{2570E06C-6CDE-4131-A690-3FA8836EEC55}" dt="2024-01-20T09:55:01.611" v="2012" actId="1076"/>
          <ac:graphicFrameMkLst>
            <pc:docMk/>
            <pc:sldMk cId="412450978" sldId="295"/>
            <ac:graphicFrameMk id="10" creationId="{BBBBC829-7944-B449-618E-73E24D6605A9}"/>
          </ac:graphicFrameMkLst>
        </pc:graphicFrameChg>
        <pc:graphicFrameChg chg="add del mod">
          <ac:chgData name="Subir Parida" userId="5adae42a5ff17c16" providerId="LiveId" clId="{2570E06C-6CDE-4131-A690-3FA8836EEC55}" dt="2024-01-19T17:37:36.405" v="516" actId="21"/>
          <ac:graphicFrameMkLst>
            <pc:docMk/>
            <pc:sldMk cId="412450978" sldId="295"/>
            <ac:graphicFrameMk id="14" creationId="{01862405-784D-F2AC-416F-BFF4E75BC35B}"/>
          </ac:graphicFrameMkLst>
        </pc:graphicFrameChg>
        <pc:graphicFrameChg chg="add del mod">
          <ac:chgData name="Subir Parida" userId="5adae42a5ff17c16" providerId="LiveId" clId="{2570E06C-6CDE-4131-A690-3FA8836EEC55}" dt="2024-01-20T09:55:40.893" v="2223" actId="1037"/>
          <ac:graphicFrameMkLst>
            <pc:docMk/>
            <pc:sldMk cId="412450978" sldId="295"/>
            <ac:graphicFrameMk id="15" creationId="{01862405-784D-F2AC-416F-BFF4E75BC35B}"/>
          </ac:graphicFrameMkLst>
        </pc:graphicFrameChg>
        <pc:graphicFrameChg chg="add del mod">
          <ac:chgData name="Subir Parida" userId="5adae42a5ff17c16" providerId="LiveId" clId="{2570E06C-6CDE-4131-A690-3FA8836EEC55}" dt="2024-01-19T18:10:35.975" v="698" actId="21"/>
          <ac:graphicFrameMkLst>
            <pc:docMk/>
            <pc:sldMk cId="412450978" sldId="295"/>
            <ac:graphicFrameMk id="16" creationId="{678CF604-E17C-71EB-269E-D0ED096AF67A}"/>
          </ac:graphicFrameMkLst>
        </pc:graphicFrameChg>
        <pc:graphicFrameChg chg="add mod">
          <ac:chgData name="Subir Parida" userId="5adae42a5ff17c16" providerId="LiveId" clId="{2570E06C-6CDE-4131-A690-3FA8836EEC55}" dt="2024-01-20T09:56:09.908" v="2407" actId="1037"/>
          <ac:graphicFrameMkLst>
            <pc:docMk/>
            <pc:sldMk cId="412450978" sldId="295"/>
            <ac:graphicFrameMk id="17" creationId="{678CF604-E17C-71EB-269E-D0ED096AF67A}"/>
          </ac:graphicFrameMkLst>
        </pc:graphicFrameChg>
        <pc:graphicFrameChg chg="add del mod">
          <ac:chgData name="Subir Parida" userId="5adae42a5ff17c16" providerId="LiveId" clId="{2570E06C-6CDE-4131-A690-3FA8836EEC55}" dt="2024-01-19T21:29:41.945" v="1019" actId="21"/>
          <ac:graphicFrameMkLst>
            <pc:docMk/>
            <pc:sldMk cId="412450978" sldId="295"/>
            <ac:graphicFrameMk id="18" creationId="{9B398CD1-FAFD-665E-3E08-CC92D822140A}"/>
          </ac:graphicFrameMkLst>
        </pc:graphicFrameChg>
        <pc:graphicFrameChg chg="add mod">
          <ac:chgData name="Subir Parida" userId="5adae42a5ff17c16" providerId="LiveId" clId="{2570E06C-6CDE-4131-A690-3FA8836EEC55}" dt="2024-01-20T09:55:16.812" v="2064" actId="1036"/>
          <ac:graphicFrameMkLst>
            <pc:docMk/>
            <pc:sldMk cId="412450978" sldId="295"/>
            <ac:graphicFrameMk id="19" creationId="{9B398CD1-FAFD-665E-3E08-CC92D822140A}"/>
          </ac:graphicFrameMkLst>
        </pc:graphicFrameChg>
      </pc:sldChg>
      <pc:sldChg chg="addSp delSp modSp mod">
        <pc:chgData name="Subir Parida" userId="5adae42a5ff17c16" providerId="LiveId" clId="{2570E06C-6CDE-4131-A690-3FA8836EEC55}" dt="2024-01-20T10:01:57.261" v="2899" actId="20577"/>
        <pc:sldMkLst>
          <pc:docMk/>
          <pc:sldMk cId="2864906130" sldId="296"/>
        </pc:sldMkLst>
        <pc:spChg chg="del">
          <ac:chgData name="Subir Parida" userId="5adae42a5ff17c16" providerId="LiveId" clId="{2570E06C-6CDE-4131-A690-3FA8836EEC55}" dt="2024-01-20T09:58:11.849" v="2585" actId="478"/>
          <ac:spMkLst>
            <pc:docMk/>
            <pc:sldMk cId="2864906130" sldId="296"/>
            <ac:spMk id="2" creationId="{C9E9ACBE-671C-1C8B-E2E3-CD0D1E835A38}"/>
          </ac:spMkLst>
        </pc:spChg>
        <pc:spChg chg="add mod">
          <ac:chgData name="Subir Parida" userId="5adae42a5ff17c16" providerId="LiveId" clId="{2570E06C-6CDE-4131-A690-3FA8836EEC55}" dt="2024-01-20T10:01:57.261" v="2899" actId="20577"/>
          <ac:spMkLst>
            <pc:docMk/>
            <pc:sldMk cId="2864906130" sldId="296"/>
            <ac:spMk id="3" creationId="{FF967707-A47F-1A21-C045-EC806D885A96}"/>
          </ac:spMkLst>
        </pc:spChg>
        <pc:spChg chg="add mod">
          <ac:chgData name="Subir Parida" userId="5adae42a5ff17c16" providerId="LiveId" clId="{2570E06C-6CDE-4131-A690-3FA8836EEC55}" dt="2024-01-20T09:58:15.223" v="2587"/>
          <ac:spMkLst>
            <pc:docMk/>
            <pc:sldMk cId="2864906130" sldId="296"/>
            <ac:spMk id="4" creationId="{9B2B092F-7125-9E5D-760C-701D82C63B7D}"/>
          </ac:spMkLst>
        </pc:spChg>
        <pc:spChg chg="add mod">
          <ac:chgData name="Subir Parida" userId="5adae42a5ff17c16" providerId="LiveId" clId="{2570E06C-6CDE-4131-A690-3FA8836EEC55}" dt="2024-01-20T09:58:15.223" v="2587"/>
          <ac:spMkLst>
            <pc:docMk/>
            <pc:sldMk cId="2864906130" sldId="296"/>
            <ac:spMk id="5" creationId="{6F6D0C9D-09AF-75B4-A763-C160D245650E}"/>
          </ac:spMkLst>
        </pc:spChg>
        <pc:spChg chg="del">
          <ac:chgData name="Subir Parida" userId="5adae42a5ff17c16" providerId="LiveId" clId="{2570E06C-6CDE-4131-A690-3FA8836EEC55}" dt="2024-01-20T09:58:10.060" v="2584" actId="478"/>
          <ac:spMkLst>
            <pc:docMk/>
            <pc:sldMk cId="2864906130" sldId="296"/>
            <ac:spMk id="7" creationId="{DA0F25E0-BD63-F91F-80F4-2163A75B0588}"/>
          </ac:spMkLst>
        </pc:spChg>
        <pc:spChg chg="del">
          <ac:chgData name="Subir Parida" userId="5adae42a5ff17c16" providerId="LiveId" clId="{2570E06C-6CDE-4131-A690-3FA8836EEC55}" dt="2024-01-20T09:58:08.836" v="2583" actId="478"/>
          <ac:spMkLst>
            <pc:docMk/>
            <pc:sldMk cId="2864906130" sldId="296"/>
            <ac:spMk id="8" creationId="{507293F9-18DC-4462-47EB-2E2BBD2E93FC}"/>
          </ac:spMkLst>
        </pc:spChg>
        <pc:spChg chg="add mod">
          <ac:chgData name="Subir Parida" userId="5adae42a5ff17c16" providerId="LiveId" clId="{2570E06C-6CDE-4131-A690-3FA8836EEC55}" dt="2024-01-20T09:58:15.223" v="2587"/>
          <ac:spMkLst>
            <pc:docMk/>
            <pc:sldMk cId="2864906130" sldId="296"/>
            <ac:spMk id="9" creationId="{14227F2C-5F4C-6C74-E6C4-B68A88D32C06}"/>
          </ac:spMkLst>
        </pc:spChg>
        <pc:spChg chg="del">
          <ac:chgData name="Subir Parida" userId="5adae42a5ff17c16" providerId="LiveId" clId="{2570E06C-6CDE-4131-A690-3FA8836EEC55}" dt="2024-01-20T09:58:13.811" v="2586" actId="478"/>
          <ac:spMkLst>
            <pc:docMk/>
            <pc:sldMk cId="2864906130" sldId="296"/>
            <ac:spMk id="10" creationId="{1B5B8554-1F98-2F8C-0FAA-D9EF0693B23F}"/>
          </ac:spMkLst>
        </pc:spChg>
        <pc:spChg chg="del">
          <ac:chgData name="Subir Parida" userId="5adae42a5ff17c16" providerId="LiveId" clId="{2570E06C-6CDE-4131-A690-3FA8836EEC55}" dt="2024-01-20T10:00:11.525" v="2753" actId="478"/>
          <ac:spMkLst>
            <pc:docMk/>
            <pc:sldMk cId="2864906130" sldId="296"/>
            <ac:spMk id="11" creationId="{00000000-0000-0000-0000-000000000000}"/>
          </ac:spMkLst>
        </pc:spChg>
        <pc:spChg chg="add del mod">
          <ac:chgData name="Subir Parida" userId="5adae42a5ff17c16" providerId="LiveId" clId="{2570E06C-6CDE-4131-A690-3FA8836EEC55}" dt="2024-01-19T21:29:51.571" v="1023" actId="478"/>
          <ac:spMkLst>
            <pc:docMk/>
            <pc:sldMk cId="2864906130" sldId="296"/>
            <ac:spMk id="12" creationId="{481804BF-1A6A-9284-5F87-6C649746963D}"/>
          </ac:spMkLst>
        </pc:spChg>
        <pc:spChg chg="add mod">
          <ac:chgData name="Subir Parida" userId="5adae42a5ff17c16" providerId="LiveId" clId="{2570E06C-6CDE-4131-A690-3FA8836EEC55}" dt="2024-01-20T09:58:15.223" v="2587"/>
          <ac:spMkLst>
            <pc:docMk/>
            <pc:sldMk cId="2864906130" sldId="296"/>
            <ac:spMk id="12" creationId="{6965F4AD-A6AF-AF6A-CB84-22C6CD9A8D01}"/>
          </ac:spMkLst>
        </pc:spChg>
        <pc:graphicFrameChg chg="del">
          <ac:chgData name="Subir Parida" userId="5adae42a5ff17c16" providerId="LiveId" clId="{2570E06C-6CDE-4131-A690-3FA8836EEC55}" dt="2024-01-19T18:11:13.123" v="707" actId="478"/>
          <ac:graphicFrameMkLst>
            <pc:docMk/>
            <pc:sldMk cId="2864906130" sldId="296"/>
            <ac:graphicFrameMk id="3" creationId="{E167F9F6-974A-275C-095E-6DBD84FF49AF}"/>
          </ac:graphicFrameMkLst>
        </pc:graphicFrameChg>
        <pc:graphicFrameChg chg="del">
          <ac:chgData name="Subir Parida" userId="5adae42a5ff17c16" providerId="LiveId" clId="{2570E06C-6CDE-4131-A690-3FA8836EEC55}" dt="2024-01-19T17:38:10.903" v="525" actId="478"/>
          <ac:graphicFrameMkLst>
            <pc:docMk/>
            <pc:sldMk cId="2864906130" sldId="296"/>
            <ac:graphicFrameMk id="4" creationId="{A52229EA-0F56-7771-F61D-AA4477DB09EC}"/>
          </ac:graphicFrameMkLst>
        </pc:graphicFrameChg>
        <pc:graphicFrameChg chg="del">
          <ac:chgData name="Subir Parida" userId="5adae42a5ff17c16" providerId="LiveId" clId="{2570E06C-6CDE-4131-A690-3FA8836EEC55}" dt="2024-01-18T19:25:33.956" v="140" actId="478"/>
          <ac:graphicFrameMkLst>
            <pc:docMk/>
            <pc:sldMk cId="2864906130" sldId="296"/>
            <ac:graphicFrameMk id="5" creationId="{E5D1D8DA-E7A3-EC41-0250-C7BD300B2554}"/>
          </ac:graphicFrameMkLst>
        </pc:graphicFrameChg>
        <pc:graphicFrameChg chg="del">
          <ac:chgData name="Subir Parida" userId="5adae42a5ff17c16" providerId="LiveId" clId="{2570E06C-6CDE-4131-A690-3FA8836EEC55}" dt="2024-01-19T21:30:16.165" v="1033" actId="478"/>
          <ac:graphicFrameMkLst>
            <pc:docMk/>
            <pc:sldMk cId="2864906130" sldId="296"/>
            <ac:graphicFrameMk id="9" creationId="{37BA96A7-7B00-D537-04E9-65B6AEC55F7E}"/>
          </ac:graphicFrameMkLst>
        </pc:graphicFrameChg>
        <pc:graphicFrameChg chg="add mod">
          <ac:chgData name="Subir Parida" userId="5adae42a5ff17c16" providerId="LiveId" clId="{2570E06C-6CDE-4131-A690-3FA8836EEC55}" dt="2024-01-20T09:59:01.635" v="2592" actId="1076"/>
          <ac:graphicFrameMkLst>
            <pc:docMk/>
            <pc:sldMk cId="2864906130" sldId="296"/>
            <ac:graphicFrameMk id="13" creationId="{1CE1A145-380E-B9D6-34A3-7CC074F82CD0}"/>
          </ac:graphicFrameMkLst>
        </pc:graphicFrameChg>
        <pc:graphicFrameChg chg="add del mod">
          <ac:chgData name="Subir Parida" userId="5adae42a5ff17c16" providerId="LiveId" clId="{2570E06C-6CDE-4131-A690-3FA8836EEC55}" dt="2024-01-19T17:38:09.412" v="524" actId="21"/>
          <ac:graphicFrameMkLst>
            <pc:docMk/>
            <pc:sldMk cId="2864906130" sldId="296"/>
            <ac:graphicFrameMk id="14" creationId="{12D5C51A-4075-BD4C-522D-1158A55BD239}"/>
          </ac:graphicFrameMkLst>
        </pc:graphicFrameChg>
        <pc:graphicFrameChg chg="add mod">
          <ac:chgData name="Subir Parida" userId="5adae42a5ff17c16" providerId="LiveId" clId="{2570E06C-6CDE-4131-A690-3FA8836EEC55}" dt="2024-01-20T09:59:37.219" v="2652" actId="1038"/>
          <ac:graphicFrameMkLst>
            <pc:docMk/>
            <pc:sldMk cId="2864906130" sldId="296"/>
            <ac:graphicFrameMk id="15" creationId="{12D5C51A-4075-BD4C-522D-1158A55BD239}"/>
          </ac:graphicFrameMkLst>
        </pc:graphicFrameChg>
        <pc:graphicFrameChg chg="add del mod">
          <ac:chgData name="Subir Parida" userId="5adae42a5ff17c16" providerId="LiveId" clId="{2570E06C-6CDE-4131-A690-3FA8836EEC55}" dt="2024-01-19T18:11:11.305" v="706" actId="21"/>
          <ac:graphicFrameMkLst>
            <pc:docMk/>
            <pc:sldMk cId="2864906130" sldId="296"/>
            <ac:graphicFrameMk id="16" creationId="{489046BA-5E56-A259-A538-25789080B079}"/>
          </ac:graphicFrameMkLst>
        </pc:graphicFrameChg>
        <pc:graphicFrameChg chg="add mod">
          <ac:chgData name="Subir Parida" userId="5adae42a5ff17c16" providerId="LiveId" clId="{2570E06C-6CDE-4131-A690-3FA8836EEC55}" dt="2024-01-20T10:00:01.050" v="2752" actId="1036"/>
          <ac:graphicFrameMkLst>
            <pc:docMk/>
            <pc:sldMk cId="2864906130" sldId="296"/>
            <ac:graphicFrameMk id="17" creationId="{489046BA-5E56-A259-A538-25789080B079}"/>
          </ac:graphicFrameMkLst>
        </pc:graphicFrameChg>
        <pc:graphicFrameChg chg="add del mod">
          <ac:chgData name="Subir Parida" userId="5adae42a5ff17c16" providerId="LiveId" clId="{2570E06C-6CDE-4131-A690-3FA8836EEC55}" dt="2024-01-19T21:30:13.951" v="1032" actId="21"/>
          <ac:graphicFrameMkLst>
            <pc:docMk/>
            <pc:sldMk cId="2864906130" sldId="296"/>
            <ac:graphicFrameMk id="18" creationId="{E2F6FCF9-DFF7-83FB-8988-E3202F1A5AC5}"/>
          </ac:graphicFrameMkLst>
        </pc:graphicFrameChg>
        <pc:graphicFrameChg chg="add mod">
          <ac:chgData name="Subir Parida" userId="5adae42a5ff17c16" providerId="LiveId" clId="{2570E06C-6CDE-4131-A690-3FA8836EEC55}" dt="2024-01-20T09:59:20.046" v="2650" actId="1036"/>
          <ac:graphicFrameMkLst>
            <pc:docMk/>
            <pc:sldMk cId="2864906130" sldId="296"/>
            <ac:graphicFrameMk id="19" creationId="{E2F6FCF9-DFF7-83FB-8988-E3202F1A5AC5}"/>
          </ac:graphicFrameMkLst>
        </pc:graphicFrameChg>
      </pc:sldChg>
      <pc:sldChg chg="addSp delSp modSp mod">
        <pc:chgData name="Subir Parida" userId="5adae42a5ff17c16" providerId="LiveId" clId="{2570E06C-6CDE-4131-A690-3FA8836EEC55}" dt="2024-01-19T18:05:24.257" v="612" actId="478"/>
        <pc:sldMkLst>
          <pc:docMk/>
          <pc:sldMk cId="1449524869" sldId="299"/>
        </pc:sldMkLst>
        <pc:spChg chg="add del mod">
          <ac:chgData name="Subir Parida" userId="5adae42a5ff17c16" providerId="LiveId" clId="{2570E06C-6CDE-4131-A690-3FA8836EEC55}" dt="2024-01-19T18:05:24.257" v="612" actId="478"/>
          <ac:spMkLst>
            <pc:docMk/>
            <pc:sldMk cId="1449524869" sldId="299"/>
            <ac:spMk id="2" creationId="{45ACF179-4FF6-9B60-1518-E4CB6F510B3F}"/>
          </ac:spMkLst>
        </pc:spChg>
        <pc:graphicFrameChg chg="add del mod">
          <ac:chgData name="Subir Parida" userId="5adae42a5ff17c16" providerId="LiveId" clId="{2570E06C-6CDE-4131-A690-3FA8836EEC55}" dt="2024-01-19T18:04:44.584" v="594" actId="21"/>
          <ac:graphicFrameMkLst>
            <pc:docMk/>
            <pc:sldMk cId="1449524869" sldId="299"/>
            <ac:graphicFrameMk id="3" creationId="{089A48BE-B68D-9C30-5C24-4A1C32F3CEF6}"/>
          </ac:graphicFrameMkLst>
        </pc:graphicFrameChg>
        <pc:graphicFrameChg chg="add mod">
          <ac:chgData name="Subir Parida" userId="5adae42a5ff17c16" providerId="LiveId" clId="{2570E06C-6CDE-4131-A690-3FA8836EEC55}" dt="2024-01-19T18:04:46.423" v="597"/>
          <ac:graphicFrameMkLst>
            <pc:docMk/>
            <pc:sldMk cId="1449524869" sldId="299"/>
            <ac:graphicFrameMk id="4" creationId="{089A48BE-B68D-9C30-5C24-4A1C32F3CEF6}"/>
          </ac:graphicFrameMkLst>
        </pc:graphicFrameChg>
        <pc:graphicFrameChg chg="add del mod">
          <ac:chgData name="Subir Parida" userId="5adae42a5ff17c16" providerId="LiveId" clId="{2570E06C-6CDE-4131-A690-3FA8836EEC55}" dt="2024-01-19T18:05:03.484" v="601" actId="21"/>
          <ac:graphicFrameMkLst>
            <pc:docMk/>
            <pc:sldMk cId="1449524869" sldId="299"/>
            <ac:graphicFrameMk id="5" creationId="{31718052-F200-5F1E-40F6-1C77CC9750CF}"/>
          </ac:graphicFrameMkLst>
        </pc:graphicFrameChg>
        <pc:graphicFrameChg chg="del">
          <ac:chgData name="Subir Parida" userId="5adae42a5ff17c16" providerId="LiveId" clId="{2570E06C-6CDE-4131-A690-3FA8836EEC55}" dt="2024-01-19T18:05:20.164" v="609" actId="478"/>
          <ac:graphicFrameMkLst>
            <pc:docMk/>
            <pc:sldMk cId="1449524869" sldId="299"/>
            <ac:graphicFrameMk id="7" creationId="{9B341E22-7FF9-BA4C-3887-A8987ADCBC37}"/>
          </ac:graphicFrameMkLst>
        </pc:graphicFrameChg>
        <pc:graphicFrameChg chg="del">
          <ac:chgData name="Subir Parida" userId="5adae42a5ff17c16" providerId="LiveId" clId="{2570E06C-6CDE-4131-A690-3FA8836EEC55}" dt="2024-01-19T18:05:04.944" v="602" actId="478"/>
          <ac:graphicFrameMkLst>
            <pc:docMk/>
            <pc:sldMk cId="1449524869" sldId="299"/>
            <ac:graphicFrameMk id="8" creationId="{6F266A75-F8F2-605D-4350-EBDD584D9575}"/>
          </ac:graphicFrameMkLst>
        </pc:graphicFrameChg>
        <pc:graphicFrameChg chg="del">
          <ac:chgData name="Subir Parida" userId="5adae42a5ff17c16" providerId="LiveId" clId="{2570E06C-6CDE-4131-A690-3FA8836EEC55}" dt="2024-01-19T18:04:45.998" v="595" actId="478"/>
          <ac:graphicFrameMkLst>
            <pc:docMk/>
            <pc:sldMk cId="1449524869" sldId="299"/>
            <ac:graphicFrameMk id="9" creationId="{8086A178-DBAB-9047-4A6A-2FDDA31D6A9F}"/>
          </ac:graphicFrameMkLst>
        </pc:graphicFrameChg>
        <pc:graphicFrameChg chg="add mod">
          <ac:chgData name="Subir Parida" userId="5adae42a5ff17c16" providerId="LiveId" clId="{2570E06C-6CDE-4131-A690-3FA8836EEC55}" dt="2024-01-19T18:05:05.526" v="604"/>
          <ac:graphicFrameMkLst>
            <pc:docMk/>
            <pc:sldMk cId="1449524869" sldId="299"/>
            <ac:graphicFrameMk id="10" creationId="{31718052-F200-5F1E-40F6-1C77CC9750CF}"/>
          </ac:graphicFrameMkLst>
        </pc:graphicFrameChg>
        <pc:graphicFrameChg chg="add del mod">
          <ac:chgData name="Subir Parida" userId="5adae42a5ff17c16" providerId="LiveId" clId="{2570E06C-6CDE-4131-A690-3FA8836EEC55}" dt="2024-01-19T18:05:18.720" v="608" actId="21"/>
          <ac:graphicFrameMkLst>
            <pc:docMk/>
            <pc:sldMk cId="1449524869" sldId="299"/>
            <ac:graphicFrameMk id="11" creationId="{7C0E0156-DB94-D589-B963-C19AA098BEBA}"/>
          </ac:graphicFrameMkLst>
        </pc:graphicFrameChg>
        <pc:graphicFrameChg chg="add mod">
          <ac:chgData name="Subir Parida" userId="5adae42a5ff17c16" providerId="LiveId" clId="{2570E06C-6CDE-4131-A690-3FA8836EEC55}" dt="2024-01-19T18:05:20.572" v="611"/>
          <ac:graphicFrameMkLst>
            <pc:docMk/>
            <pc:sldMk cId="1449524869" sldId="299"/>
            <ac:graphicFrameMk id="12" creationId="{7C0E0156-DB94-D589-B963-C19AA098BEBA}"/>
          </ac:graphicFrameMkLst>
        </pc:graphicFrameChg>
      </pc:sldChg>
      <pc:sldChg chg="addSp modSp mod">
        <pc:chgData name="Subir Parida" userId="5adae42a5ff17c16" providerId="LiveId" clId="{2570E06C-6CDE-4131-A690-3FA8836EEC55}" dt="2024-01-25T10:01:36.789" v="3375" actId="1076"/>
        <pc:sldMkLst>
          <pc:docMk/>
          <pc:sldMk cId="2272852544" sldId="301"/>
        </pc:sldMkLst>
        <pc:spChg chg="add mod">
          <ac:chgData name="Subir Parida" userId="5adae42a5ff17c16" providerId="LiveId" clId="{2570E06C-6CDE-4131-A690-3FA8836EEC55}" dt="2024-01-25T10:01:27.449" v="3373" actId="14100"/>
          <ac:spMkLst>
            <pc:docMk/>
            <pc:sldMk cId="2272852544" sldId="301"/>
            <ac:spMk id="4" creationId="{9BE1CB57-8017-E705-8077-75BF4A2F1E51}"/>
          </ac:spMkLst>
        </pc:spChg>
        <pc:picChg chg="add mod">
          <ac:chgData name="Subir Parida" userId="5adae42a5ff17c16" providerId="LiveId" clId="{2570E06C-6CDE-4131-A690-3FA8836EEC55}" dt="2024-01-25T10:01:36.789" v="3375" actId="1076"/>
          <ac:picMkLst>
            <pc:docMk/>
            <pc:sldMk cId="2272852544" sldId="301"/>
            <ac:picMk id="3" creationId="{9F2369A1-CC39-6758-96D0-930A4E3C27FB}"/>
          </ac:picMkLst>
        </pc:picChg>
      </pc:sldChg>
      <pc:sldChg chg="addSp delSp modSp mod modAnim">
        <pc:chgData name="Subir Parida" userId="5adae42a5ff17c16" providerId="LiveId" clId="{2570E06C-6CDE-4131-A690-3FA8836EEC55}" dt="2024-01-25T10:02:50.237" v="3381" actId="478"/>
        <pc:sldMkLst>
          <pc:docMk/>
          <pc:sldMk cId="2008402149" sldId="302"/>
        </pc:sldMkLst>
        <pc:spChg chg="add mod">
          <ac:chgData name="Subir Parida" userId="5adae42a5ff17c16" providerId="LiveId" clId="{2570E06C-6CDE-4131-A690-3FA8836EEC55}" dt="2024-01-25T09:58:38.646" v="3313" actId="20577"/>
          <ac:spMkLst>
            <pc:docMk/>
            <pc:sldMk cId="2008402149" sldId="302"/>
            <ac:spMk id="4" creationId="{32CDE003-B851-ECBE-FEF7-6BC92C377E20}"/>
          </ac:spMkLst>
        </pc:spChg>
        <pc:picChg chg="add del mod">
          <ac:chgData name="Subir Parida" userId="5adae42a5ff17c16" providerId="LiveId" clId="{2570E06C-6CDE-4131-A690-3FA8836EEC55}" dt="2024-01-25T10:02:50.237" v="3381" actId="478"/>
          <ac:picMkLst>
            <pc:docMk/>
            <pc:sldMk cId="2008402149" sldId="302"/>
            <ac:picMk id="3" creationId="{180253F8-C816-2188-7638-5948064B029D}"/>
          </ac:picMkLst>
        </pc:picChg>
        <pc:picChg chg="add mod">
          <ac:chgData name="Subir Parida" userId="5adae42a5ff17c16" providerId="LiveId" clId="{2570E06C-6CDE-4131-A690-3FA8836EEC55}" dt="2024-01-25T10:02:48.511" v="3380" actId="1076"/>
          <ac:picMkLst>
            <pc:docMk/>
            <pc:sldMk cId="2008402149" sldId="302"/>
            <ac:picMk id="6" creationId="{87F4127A-3AF2-80D3-B4FE-B8C341C77898}"/>
          </ac:picMkLst>
        </pc:picChg>
        <pc:picChg chg="add mod">
          <ac:chgData name="Subir Parida" userId="5adae42a5ff17c16" providerId="LiveId" clId="{2570E06C-6CDE-4131-A690-3FA8836EEC55}" dt="2024-01-25T10:02:48.511" v="3380" actId="1076"/>
          <ac:picMkLst>
            <pc:docMk/>
            <pc:sldMk cId="2008402149" sldId="302"/>
            <ac:picMk id="7" creationId="{E28DCE6A-BAE1-455B-81EB-2F81B9273DFB}"/>
          </ac:picMkLst>
        </pc:picChg>
      </pc:sldChg>
      <pc:sldChg chg="addSp modSp mod">
        <pc:chgData name="Subir Parida" userId="5adae42a5ff17c16" providerId="LiveId" clId="{2570E06C-6CDE-4131-A690-3FA8836EEC55}" dt="2024-01-25T10:00:30.561" v="3330" actId="1076"/>
        <pc:sldMkLst>
          <pc:docMk/>
          <pc:sldMk cId="1378165757" sldId="303"/>
        </pc:sldMkLst>
        <pc:spChg chg="add mod">
          <ac:chgData name="Subir Parida" userId="5adae42a5ff17c16" providerId="LiveId" clId="{2570E06C-6CDE-4131-A690-3FA8836EEC55}" dt="2024-01-25T09:59:38.933" v="3327" actId="14100"/>
          <ac:spMkLst>
            <pc:docMk/>
            <pc:sldMk cId="1378165757" sldId="303"/>
            <ac:spMk id="2" creationId="{54122658-31C2-C339-853B-13A3CE5222DB}"/>
          </ac:spMkLst>
        </pc:spChg>
        <pc:picChg chg="add mod">
          <ac:chgData name="Subir Parida" userId="5adae42a5ff17c16" providerId="LiveId" clId="{2570E06C-6CDE-4131-A690-3FA8836EEC55}" dt="2024-01-25T10:00:30.561" v="3330" actId="1076"/>
          <ac:picMkLst>
            <pc:docMk/>
            <pc:sldMk cId="1378165757" sldId="303"/>
            <ac:picMk id="4" creationId="{5DF3F92C-43FC-6DDE-6E20-2325B7DC75BD}"/>
          </ac:picMkLst>
        </pc:picChg>
      </pc:sldChg>
      <pc:sldChg chg="addSp modSp del">
        <pc:chgData name="Subir Parida" userId="5adae42a5ff17c16" providerId="LiveId" clId="{2570E06C-6CDE-4131-A690-3FA8836EEC55}" dt="2024-01-18T19:12:30.652" v="27" actId="47"/>
        <pc:sldMkLst>
          <pc:docMk/>
          <pc:sldMk cId="2480307294" sldId="304"/>
        </pc:sldMkLst>
        <pc:spChg chg="add mod">
          <ac:chgData name="Subir Parida" userId="5adae42a5ff17c16" providerId="LiveId" clId="{2570E06C-6CDE-4131-A690-3FA8836EEC55}" dt="2024-01-18T19:12:08.915" v="23"/>
          <ac:spMkLst>
            <pc:docMk/>
            <pc:sldMk cId="2480307294" sldId="304"/>
            <ac:spMk id="7" creationId="{992F9B58-6F4B-0AFC-201B-85A3905A41AC}"/>
          </ac:spMkLst>
        </pc:spChg>
      </pc:sldChg>
      <pc:sldChg chg="addSp modSp del">
        <pc:chgData name="Subir Parida" userId="5adae42a5ff17c16" providerId="LiveId" clId="{2570E06C-6CDE-4131-A690-3FA8836EEC55}" dt="2024-01-18T19:12:32.560" v="28" actId="47"/>
        <pc:sldMkLst>
          <pc:docMk/>
          <pc:sldMk cId="212221708" sldId="305"/>
        </pc:sldMkLst>
        <pc:spChg chg="add mod">
          <ac:chgData name="Subir Parida" userId="5adae42a5ff17c16" providerId="LiveId" clId="{2570E06C-6CDE-4131-A690-3FA8836EEC55}" dt="2024-01-18T19:12:09.903" v="24"/>
          <ac:spMkLst>
            <pc:docMk/>
            <pc:sldMk cId="212221708" sldId="305"/>
            <ac:spMk id="3" creationId="{73734CC6-3F87-780A-7952-761A9F62AB3D}"/>
          </ac:spMkLst>
        </pc:spChg>
      </pc:sldChg>
      <pc:sldChg chg="addSp modSp del">
        <pc:chgData name="Subir Parida" userId="5adae42a5ff17c16" providerId="LiveId" clId="{2570E06C-6CDE-4131-A690-3FA8836EEC55}" dt="2024-01-18T19:12:41.953" v="29" actId="47"/>
        <pc:sldMkLst>
          <pc:docMk/>
          <pc:sldMk cId="3533115484" sldId="306"/>
        </pc:sldMkLst>
        <pc:spChg chg="add mod">
          <ac:chgData name="Subir Parida" userId="5adae42a5ff17c16" providerId="LiveId" clId="{2570E06C-6CDE-4131-A690-3FA8836EEC55}" dt="2024-01-18T19:12:11.497" v="25"/>
          <ac:spMkLst>
            <pc:docMk/>
            <pc:sldMk cId="3533115484" sldId="306"/>
            <ac:spMk id="7" creationId="{D3040875-E65A-A329-3686-EF9C54C9C2A3}"/>
          </ac:spMkLst>
        </pc:spChg>
      </pc:sldChg>
      <pc:sldChg chg="addSp modSp del">
        <pc:chgData name="Subir Parida" userId="5adae42a5ff17c16" providerId="LiveId" clId="{2570E06C-6CDE-4131-A690-3FA8836EEC55}" dt="2024-01-18T19:12:43.148" v="30" actId="47"/>
        <pc:sldMkLst>
          <pc:docMk/>
          <pc:sldMk cId="1339213217" sldId="307"/>
        </pc:sldMkLst>
        <pc:spChg chg="add mod">
          <ac:chgData name="Subir Parida" userId="5adae42a5ff17c16" providerId="LiveId" clId="{2570E06C-6CDE-4131-A690-3FA8836EEC55}" dt="2024-01-18T19:12:12.454" v="26"/>
          <ac:spMkLst>
            <pc:docMk/>
            <pc:sldMk cId="1339213217" sldId="307"/>
            <ac:spMk id="3" creationId="{F5FAA86E-714C-B99B-29D8-12E9B1144F26}"/>
          </ac:spMkLst>
        </pc:spChg>
      </pc:sldChg>
      <pc:sldChg chg="del">
        <pc:chgData name="Subir Parida" userId="5adae42a5ff17c16" providerId="LiveId" clId="{2570E06C-6CDE-4131-A690-3FA8836EEC55}" dt="2024-01-18T19:12:44.736" v="31" actId="47"/>
        <pc:sldMkLst>
          <pc:docMk/>
          <pc:sldMk cId="320455378" sldId="308"/>
        </pc:sldMkLst>
      </pc:sldChg>
      <pc:sldChg chg="del">
        <pc:chgData name="Subir Parida" userId="5adae42a5ff17c16" providerId="LiveId" clId="{2570E06C-6CDE-4131-A690-3FA8836EEC55}" dt="2024-01-18T19:12:48.352" v="32" actId="47"/>
        <pc:sldMkLst>
          <pc:docMk/>
          <pc:sldMk cId="613131756" sldId="309"/>
        </pc:sldMkLst>
      </pc:sldChg>
      <pc:sldChg chg="del">
        <pc:chgData name="Subir Parida" userId="5adae42a5ff17c16" providerId="LiveId" clId="{2570E06C-6CDE-4131-A690-3FA8836EEC55}" dt="2024-01-18T19:12:49.168" v="33" actId="47"/>
        <pc:sldMkLst>
          <pc:docMk/>
          <pc:sldMk cId="3083175923" sldId="310"/>
        </pc:sldMkLst>
      </pc:sldChg>
      <pc:sldChg chg="add">
        <pc:chgData name="Subir Parida" userId="5adae42a5ff17c16" providerId="LiveId" clId="{2570E06C-6CDE-4131-A690-3FA8836EEC55}" dt="2024-01-25T10:11:46.871" v="3444"/>
        <pc:sldMkLst>
          <pc:docMk/>
          <pc:sldMk cId="3474444675" sldId="312"/>
        </pc:sldMkLst>
      </pc:sldChg>
      <pc:sldChg chg="addSp delSp modSp del mod">
        <pc:chgData name="Subir Parida" userId="5adae42a5ff17c16" providerId="LiveId" clId="{2570E06C-6CDE-4131-A690-3FA8836EEC55}" dt="2024-01-25T10:11:40.750" v="3443" actId="2696"/>
        <pc:sldMkLst>
          <pc:docMk/>
          <pc:sldMk cId="3714125114" sldId="312"/>
        </pc:sldMkLst>
        <pc:spChg chg="add del mod">
          <ac:chgData name="Subir Parida" userId="5adae42a5ff17c16" providerId="LiveId" clId="{2570E06C-6CDE-4131-A690-3FA8836EEC55}" dt="2024-01-20T09:33:28.912" v="1223" actId="478"/>
          <ac:spMkLst>
            <pc:docMk/>
            <pc:sldMk cId="3714125114" sldId="312"/>
            <ac:spMk id="2" creationId="{0C539665-634F-0F88-D9D2-9338CCC4FF89}"/>
          </ac:spMkLst>
        </pc:spChg>
        <pc:spChg chg="add mod">
          <ac:chgData name="Subir Parida" userId="5adae42a5ff17c16" providerId="LiveId" clId="{2570E06C-6CDE-4131-A690-3FA8836EEC55}" dt="2024-01-20T09:35:24.802" v="1345" actId="20577"/>
          <ac:spMkLst>
            <pc:docMk/>
            <pc:sldMk cId="3714125114" sldId="312"/>
            <ac:spMk id="3" creationId="{5E12D394-1A16-3E54-82C7-21E22EC2C6CF}"/>
          </ac:spMkLst>
        </pc:spChg>
        <pc:spChg chg="add del mod">
          <ac:chgData name="Subir Parida" userId="5adae42a5ff17c16" providerId="LiveId" clId="{2570E06C-6CDE-4131-A690-3FA8836EEC55}" dt="2024-01-18T19:31:41.703" v="183" actId="478"/>
          <ac:spMkLst>
            <pc:docMk/>
            <pc:sldMk cId="3714125114" sldId="312"/>
            <ac:spMk id="4" creationId="{3C1E63D6-A6FA-4143-2E67-0FBDFFEEEFAD}"/>
          </ac:spMkLst>
        </pc:spChg>
        <pc:spChg chg="add mod">
          <ac:chgData name="Subir Parida" userId="5adae42a5ff17c16" providerId="LiveId" clId="{2570E06C-6CDE-4131-A690-3FA8836EEC55}" dt="2024-01-20T09:36:49.741" v="1531" actId="20577"/>
          <ac:spMkLst>
            <pc:docMk/>
            <pc:sldMk cId="3714125114" sldId="312"/>
            <ac:spMk id="4" creationId="{FB66941D-1049-F5A7-C197-A434EF6BBBFB}"/>
          </ac:spMkLst>
        </pc:spChg>
        <pc:spChg chg="mod">
          <ac:chgData name="Subir Parida" userId="5adae42a5ff17c16" providerId="LiveId" clId="{2570E06C-6CDE-4131-A690-3FA8836EEC55}" dt="2024-01-20T09:33:20.584" v="1221" actId="1076"/>
          <ac:spMkLst>
            <pc:docMk/>
            <pc:sldMk cId="3714125114" sldId="312"/>
            <ac:spMk id="5" creationId="{194D1F85-A882-6F6F-13AB-9BFB56A71BE3}"/>
          </ac:spMkLst>
        </pc:spChg>
        <pc:spChg chg="mod">
          <ac:chgData name="Subir Parida" userId="5adae42a5ff17c16" providerId="LiveId" clId="{2570E06C-6CDE-4131-A690-3FA8836EEC55}" dt="2024-01-20T09:33:41.342" v="1225" actId="1076"/>
          <ac:spMkLst>
            <pc:docMk/>
            <pc:sldMk cId="3714125114" sldId="312"/>
            <ac:spMk id="6" creationId="{2380A65C-BB1D-BEFD-0595-1AAF03C4A8EF}"/>
          </ac:spMkLst>
        </pc:spChg>
        <pc:graphicFrameChg chg="del">
          <ac:chgData name="Subir Parida" userId="5adae42a5ff17c16" providerId="LiveId" clId="{2570E06C-6CDE-4131-A690-3FA8836EEC55}" dt="2024-01-18T19:31:32.783" v="181" actId="478"/>
          <ac:graphicFrameMkLst>
            <pc:docMk/>
            <pc:sldMk cId="3714125114" sldId="312"/>
            <ac:graphicFrameMk id="2" creationId="{4A246157-E4D8-E397-7EDE-35A36EDA3DAE}"/>
          </ac:graphicFrameMkLst>
        </pc:graphicFrameChg>
        <pc:graphicFrameChg chg="del">
          <ac:chgData name="Subir Parida" userId="5adae42a5ff17c16" providerId="LiveId" clId="{2570E06C-6CDE-4131-A690-3FA8836EEC55}" dt="2024-01-18T19:30:22.806" v="175" actId="478"/>
          <ac:graphicFrameMkLst>
            <pc:docMk/>
            <pc:sldMk cId="3714125114" sldId="312"/>
            <ac:graphicFrameMk id="3" creationId="{12B72E8A-EA44-7031-793B-E41A708ED708}"/>
          </ac:graphicFrameMkLst>
        </pc:graphicFrameChg>
        <pc:graphicFrameChg chg="add mod">
          <ac:chgData name="Subir Parida" userId="5adae42a5ff17c16" providerId="LiveId" clId="{2570E06C-6CDE-4131-A690-3FA8836EEC55}" dt="2024-01-18T19:30:27.724" v="176" actId="1076"/>
          <ac:graphicFrameMkLst>
            <pc:docMk/>
            <pc:sldMk cId="3714125114" sldId="312"/>
            <ac:graphicFrameMk id="7" creationId="{BED9E044-73B0-67C2-4B3B-A1F9499DF22F}"/>
          </ac:graphicFrameMkLst>
        </pc:graphicFrameChg>
        <pc:graphicFrameChg chg="add mod">
          <ac:chgData name="Subir Parida" userId="5adae42a5ff17c16" providerId="LiveId" clId="{2570E06C-6CDE-4131-A690-3FA8836EEC55}" dt="2024-01-20T09:33:35.989" v="1224" actId="1076"/>
          <ac:graphicFrameMkLst>
            <pc:docMk/>
            <pc:sldMk cId="3714125114" sldId="312"/>
            <ac:graphicFrameMk id="8" creationId="{4C3EEA79-DD49-8C73-438D-29B4226F6391}"/>
          </ac:graphicFrameMkLst>
        </pc:graphicFrameChg>
      </pc:sldChg>
      <pc:sldChg chg="addSp delSp modSp mod">
        <pc:chgData name="Subir Parida" userId="5adae42a5ff17c16" providerId="LiveId" clId="{2570E06C-6CDE-4131-A690-3FA8836EEC55}" dt="2024-01-19T21:27:30.653" v="970" actId="1076"/>
        <pc:sldMkLst>
          <pc:docMk/>
          <pc:sldMk cId="4076434929" sldId="313"/>
        </pc:sldMkLst>
        <pc:spChg chg="add del mod">
          <ac:chgData name="Subir Parida" userId="5adae42a5ff17c16" providerId="LiveId" clId="{2570E06C-6CDE-4131-A690-3FA8836EEC55}" dt="2024-01-19T21:26:37.273" v="957" actId="478"/>
          <ac:spMkLst>
            <pc:docMk/>
            <pc:sldMk cId="4076434929" sldId="313"/>
            <ac:spMk id="4" creationId="{982F50C5-55A2-D010-A4E1-D6B5B0FC0637}"/>
          </ac:spMkLst>
        </pc:spChg>
        <pc:graphicFrameChg chg="del">
          <ac:chgData name="Subir Parida" userId="5adae42a5ff17c16" providerId="LiveId" clId="{2570E06C-6CDE-4131-A690-3FA8836EEC55}" dt="2024-01-19T21:27:13.616" v="965" actId="478"/>
          <ac:graphicFrameMkLst>
            <pc:docMk/>
            <pc:sldMk cId="4076434929" sldId="313"/>
            <ac:graphicFrameMk id="2" creationId="{CDA9408D-3244-1F23-FA2F-161B1B77DE66}"/>
          </ac:graphicFrameMkLst>
        </pc:graphicFrameChg>
        <pc:graphicFrameChg chg="del">
          <ac:chgData name="Subir Parida" userId="5adae42a5ff17c16" providerId="LiveId" clId="{2570E06C-6CDE-4131-A690-3FA8836EEC55}" dt="2024-01-19T21:27:26.089" v="967" actId="478"/>
          <ac:graphicFrameMkLst>
            <pc:docMk/>
            <pc:sldMk cId="4076434929" sldId="313"/>
            <ac:graphicFrameMk id="3" creationId="{6760B92D-AC1F-4C42-AC39-30607E426B23}"/>
          </ac:graphicFrameMkLst>
        </pc:graphicFrameChg>
        <pc:graphicFrameChg chg="add mod">
          <ac:chgData name="Subir Parida" userId="5adae42a5ff17c16" providerId="LiveId" clId="{2570E06C-6CDE-4131-A690-3FA8836EEC55}" dt="2024-01-19T21:27:19.795" v="966" actId="1076"/>
          <ac:graphicFrameMkLst>
            <pc:docMk/>
            <pc:sldMk cId="4076434929" sldId="313"/>
            <ac:graphicFrameMk id="7" creationId="{90CF65B8-26AD-D1E4-A2CD-54DDD9DD7508}"/>
          </ac:graphicFrameMkLst>
        </pc:graphicFrameChg>
        <pc:graphicFrameChg chg="add mod">
          <ac:chgData name="Subir Parida" userId="5adae42a5ff17c16" providerId="LiveId" clId="{2570E06C-6CDE-4131-A690-3FA8836EEC55}" dt="2024-01-19T21:27:30.653" v="970" actId="1076"/>
          <ac:graphicFrameMkLst>
            <pc:docMk/>
            <pc:sldMk cId="4076434929" sldId="313"/>
            <ac:graphicFrameMk id="8" creationId="{A76BE35C-A834-CDD7-9339-561E0B80DABE}"/>
          </ac:graphicFrameMkLst>
        </pc:graphicFrameChg>
      </pc:sldChg>
      <pc:sldChg chg="addSp delSp modSp mod">
        <pc:chgData name="Subir Parida" userId="5adae42a5ff17c16" providerId="LiveId" clId="{2570E06C-6CDE-4131-A690-3FA8836EEC55}" dt="2024-01-19T20:54:06.127" v="869" actId="478"/>
        <pc:sldMkLst>
          <pc:docMk/>
          <pc:sldMk cId="1954816640" sldId="314"/>
        </pc:sldMkLst>
        <pc:spChg chg="add del mod">
          <ac:chgData name="Subir Parida" userId="5adae42a5ff17c16" providerId="LiveId" clId="{2570E06C-6CDE-4131-A690-3FA8836EEC55}" dt="2024-01-19T20:54:06.127" v="869" actId="478"/>
          <ac:spMkLst>
            <pc:docMk/>
            <pc:sldMk cId="1954816640" sldId="314"/>
            <ac:spMk id="2" creationId="{1FA889A9-7CC8-2366-199E-F824A835896E}"/>
          </ac:spMkLst>
        </pc:spChg>
        <pc:graphicFrameChg chg="add mod">
          <ac:chgData name="Subir Parida" userId="5adae42a5ff17c16" providerId="LiveId" clId="{2570E06C-6CDE-4131-A690-3FA8836EEC55}" dt="2024-01-19T20:53:52.463" v="864" actId="1076"/>
          <ac:graphicFrameMkLst>
            <pc:docMk/>
            <pc:sldMk cId="1954816640" sldId="314"/>
            <ac:graphicFrameMk id="3" creationId="{F0850E76-C22A-BB76-5EB3-D730455AB36A}"/>
          </ac:graphicFrameMkLst>
        </pc:graphicFrameChg>
        <pc:graphicFrameChg chg="del">
          <ac:chgData name="Subir Parida" userId="5adae42a5ff17c16" providerId="LiveId" clId="{2570E06C-6CDE-4131-A690-3FA8836EEC55}" dt="2024-01-19T20:53:48.127" v="863" actId="478"/>
          <ac:graphicFrameMkLst>
            <pc:docMk/>
            <pc:sldMk cId="1954816640" sldId="314"/>
            <ac:graphicFrameMk id="4" creationId="{7DC75EAF-4940-4359-6F4C-FE1E3EEDDA55}"/>
          </ac:graphicFrameMkLst>
        </pc:graphicFrameChg>
        <pc:graphicFrameChg chg="del">
          <ac:chgData name="Subir Parida" userId="5adae42a5ff17c16" providerId="LiveId" clId="{2570E06C-6CDE-4131-A690-3FA8836EEC55}" dt="2024-01-19T20:53:54.361" v="865" actId="478"/>
          <ac:graphicFrameMkLst>
            <pc:docMk/>
            <pc:sldMk cId="1954816640" sldId="314"/>
            <ac:graphicFrameMk id="7" creationId="{4C8B5FAF-CDCA-B97E-F61F-3DBF80A205E6}"/>
          </ac:graphicFrameMkLst>
        </pc:graphicFrameChg>
        <pc:graphicFrameChg chg="add mod">
          <ac:chgData name="Subir Parida" userId="5adae42a5ff17c16" providerId="LiveId" clId="{2570E06C-6CDE-4131-A690-3FA8836EEC55}" dt="2024-01-19T20:54:03.550" v="868" actId="1076"/>
          <ac:graphicFrameMkLst>
            <pc:docMk/>
            <pc:sldMk cId="1954816640" sldId="314"/>
            <ac:graphicFrameMk id="8" creationId="{0943BDAD-7DE4-2EC9-23D5-500779B75422}"/>
          </ac:graphicFrameMkLst>
        </pc:graphicFrameChg>
      </pc:sldChg>
      <pc:sldChg chg="addSp delSp modSp mod">
        <pc:chgData name="Subir Parida" userId="5adae42a5ff17c16" providerId="LiveId" clId="{2570E06C-6CDE-4131-A690-3FA8836EEC55}" dt="2024-01-19T18:06:30.911" v="623" actId="1076"/>
        <pc:sldMkLst>
          <pc:docMk/>
          <pc:sldMk cId="2654986474" sldId="315"/>
        </pc:sldMkLst>
        <pc:spChg chg="add del mod">
          <ac:chgData name="Subir Parida" userId="5adae42a5ff17c16" providerId="LiveId" clId="{2570E06C-6CDE-4131-A690-3FA8836EEC55}" dt="2024-01-19T18:06:26.733" v="622" actId="478"/>
          <ac:spMkLst>
            <pc:docMk/>
            <pc:sldMk cId="2654986474" sldId="315"/>
            <ac:spMk id="4" creationId="{2F37878D-E6F9-E018-278D-2F5790D5D7DE}"/>
          </ac:spMkLst>
        </pc:spChg>
        <pc:graphicFrameChg chg="del">
          <ac:chgData name="Subir Parida" userId="5adae42a5ff17c16" providerId="LiveId" clId="{2570E06C-6CDE-4131-A690-3FA8836EEC55}" dt="2024-01-19T18:06:19.492" v="619" actId="478"/>
          <ac:graphicFrameMkLst>
            <pc:docMk/>
            <pc:sldMk cId="2654986474" sldId="315"/>
            <ac:graphicFrameMk id="2" creationId="{1EA86762-28FB-06FD-8891-1887F7FE8C27}"/>
          </ac:graphicFrameMkLst>
        </pc:graphicFrameChg>
        <pc:graphicFrameChg chg="del">
          <ac:chgData name="Subir Parida" userId="5adae42a5ff17c16" providerId="LiveId" clId="{2570E06C-6CDE-4131-A690-3FA8836EEC55}" dt="2024-01-19T18:06:11.165" v="617" actId="478"/>
          <ac:graphicFrameMkLst>
            <pc:docMk/>
            <pc:sldMk cId="2654986474" sldId="315"/>
            <ac:graphicFrameMk id="3" creationId="{9720BEFE-407D-C5DD-1F16-29D1E4507CFC}"/>
          </ac:graphicFrameMkLst>
        </pc:graphicFrameChg>
        <pc:graphicFrameChg chg="add mod">
          <ac:chgData name="Subir Parida" userId="5adae42a5ff17c16" providerId="LiveId" clId="{2570E06C-6CDE-4131-A690-3FA8836EEC55}" dt="2024-01-19T18:06:17.488" v="618" actId="1076"/>
          <ac:graphicFrameMkLst>
            <pc:docMk/>
            <pc:sldMk cId="2654986474" sldId="315"/>
            <ac:graphicFrameMk id="7" creationId="{2F6B91FD-23B5-26FA-064E-125018AE918A}"/>
          </ac:graphicFrameMkLst>
        </pc:graphicFrameChg>
        <pc:graphicFrameChg chg="add mod">
          <ac:chgData name="Subir Parida" userId="5adae42a5ff17c16" providerId="LiveId" clId="{2570E06C-6CDE-4131-A690-3FA8836EEC55}" dt="2024-01-19T18:06:30.911" v="623" actId="1076"/>
          <ac:graphicFrameMkLst>
            <pc:docMk/>
            <pc:sldMk cId="2654986474" sldId="315"/>
            <ac:graphicFrameMk id="8" creationId="{01FD5664-29B4-BC63-0442-CD9F82957575}"/>
          </ac:graphicFrameMkLst>
        </pc:graphicFrameChg>
      </pc:sldChg>
      <pc:sldChg chg="addSp delSp modSp mod">
        <pc:chgData name="Subir Parida" userId="5adae42a5ff17c16" providerId="LiveId" clId="{2570E06C-6CDE-4131-A690-3FA8836EEC55}" dt="2024-01-19T17:36:26.845" v="504" actId="478"/>
        <pc:sldMkLst>
          <pc:docMk/>
          <pc:sldMk cId="1397477579" sldId="317"/>
        </pc:sldMkLst>
        <pc:spChg chg="add del mod">
          <ac:chgData name="Subir Parida" userId="5adae42a5ff17c16" providerId="LiveId" clId="{2570E06C-6CDE-4131-A690-3FA8836EEC55}" dt="2024-01-19T17:36:26.845" v="504" actId="478"/>
          <ac:spMkLst>
            <pc:docMk/>
            <pc:sldMk cId="1397477579" sldId="317"/>
            <ac:spMk id="2" creationId="{39CBEAF1-5B50-60AB-A16F-3EE84223EBEF}"/>
          </ac:spMkLst>
        </pc:spChg>
        <pc:graphicFrameChg chg="add mod">
          <ac:chgData name="Subir Parida" userId="5adae42a5ff17c16" providerId="LiveId" clId="{2570E06C-6CDE-4131-A690-3FA8836EEC55}" dt="2024-01-19T17:36:11.060" v="499" actId="1076"/>
          <ac:graphicFrameMkLst>
            <pc:docMk/>
            <pc:sldMk cId="1397477579" sldId="317"/>
            <ac:graphicFrameMk id="3" creationId="{DB156F3D-39BE-A07B-F6E0-3FBB43044703}"/>
          </ac:graphicFrameMkLst>
        </pc:graphicFrameChg>
        <pc:graphicFrameChg chg="del">
          <ac:chgData name="Subir Parida" userId="5adae42a5ff17c16" providerId="LiveId" clId="{2570E06C-6CDE-4131-A690-3FA8836EEC55}" dt="2024-01-19T17:36:13.212" v="500" actId="478"/>
          <ac:graphicFrameMkLst>
            <pc:docMk/>
            <pc:sldMk cId="1397477579" sldId="317"/>
            <ac:graphicFrameMk id="4" creationId="{70779B8D-8BE8-0A0F-3F7C-4CE88BC18ED7}"/>
          </ac:graphicFrameMkLst>
        </pc:graphicFrameChg>
        <pc:graphicFrameChg chg="del">
          <ac:chgData name="Subir Parida" userId="5adae42a5ff17c16" providerId="LiveId" clId="{2570E06C-6CDE-4131-A690-3FA8836EEC55}" dt="2024-01-19T17:36:06.339" v="498" actId="478"/>
          <ac:graphicFrameMkLst>
            <pc:docMk/>
            <pc:sldMk cId="1397477579" sldId="317"/>
            <ac:graphicFrameMk id="7" creationId="{D2922F86-DC10-9370-F21A-871688E80DA7}"/>
          </ac:graphicFrameMkLst>
        </pc:graphicFrameChg>
        <pc:graphicFrameChg chg="add mod">
          <ac:chgData name="Subir Parida" userId="5adae42a5ff17c16" providerId="LiveId" clId="{2570E06C-6CDE-4131-A690-3FA8836EEC55}" dt="2024-01-19T17:36:24.479" v="503" actId="1076"/>
          <ac:graphicFrameMkLst>
            <pc:docMk/>
            <pc:sldMk cId="1397477579" sldId="317"/>
            <ac:graphicFrameMk id="8" creationId="{FA59D3DB-3FAD-A0D2-0E1B-299234FE4EFA}"/>
          </ac:graphicFrameMkLst>
        </pc:graphicFrameChg>
      </pc:sldChg>
      <pc:sldChg chg="addSp delSp modSp mod">
        <pc:chgData name="Subir Parida" userId="5adae42a5ff17c16" providerId="LiveId" clId="{2570E06C-6CDE-4131-A690-3FA8836EEC55}" dt="2024-01-19T19:48:06.014" v="770" actId="478"/>
        <pc:sldMkLst>
          <pc:docMk/>
          <pc:sldMk cId="2151113842" sldId="318"/>
        </pc:sldMkLst>
        <pc:spChg chg="add del mod">
          <ac:chgData name="Subir Parida" userId="5adae42a5ff17c16" providerId="LiveId" clId="{2570E06C-6CDE-4131-A690-3FA8836EEC55}" dt="2024-01-19T19:48:06.014" v="770" actId="478"/>
          <ac:spMkLst>
            <pc:docMk/>
            <pc:sldMk cId="2151113842" sldId="318"/>
            <ac:spMk id="4" creationId="{EF1E8BC2-0AFE-2F70-6B93-91CC979811E7}"/>
          </ac:spMkLst>
        </pc:spChg>
        <pc:graphicFrameChg chg="del">
          <ac:chgData name="Subir Parida" userId="5adae42a5ff17c16" providerId="LiveId" clId="{2570E06C-6CDE-4131-A690-3FA8836EEC55}" dt="2024-01-19T19:47:51.127" v="766" actId="478"/>
          <ac:graphicFrameMkLst>
            <pc:docMk/>
            <pc:sldMk cId="2151113842" sldId="318"/>
            <ac:graphicFrameMk id="2" creationId="{D7D3F9E1-3E85-98A3-CE04-663F991384A5}"/>
          </ac:graphicFrameMkLst>
        </pc:graphicFrameChg>
        <pc:graphicFrameChg chg="del">
          <ac:chgData name="Subir Parida" userId="5adae42a5ff17c16" providerId="LiveId" clId="{2570E06C-6CDE-4131-A690-3FA8836EEC55}" dt="2024-01-19T19:47:36.582" v="763" actId="478"/>
          <ac:graphicFrameMkLst>
            <pc:docMk/>
            <pc:sldMk cId="2151113842" sldId="318"/>
            <ac:graphicFrameMk id="3" creationId="{CBB83E64-8FBB-F977-E8E9-AA582D9F6C85}"/>
          </ac:graphicFrameMkLst>
        </pc:graphicFrameChg>
        <pc:graphicFrameChg chg="add mod">
          <ac:chgData name="Subir Parida" userId="5adae42a5ff17c16" providerId="LiveId" clId="{2570E06C-6CDE-4131-A690-3FA8836EEC55}" dt="2024-01-19T19:47:47.723" v="765" actId="207"/>
          <ac:graphicFrameMkLst>
            <pc:docMk/>
            <pc:sldMk cId="2151113842" sldId="318"/>
            <ac:graphicFrameMk id="7" creationId="{172823E9-37FA-CACD-B205-0A2E1B74245E}"/>
          </ac:graphicFrameMkLst>
        </pc:graphicFrameChg>
        <pc:graphicFrameChg chg="add mod">
          <ac:chgData name="Subir Parida" userId="5adae42a5ff17c16" providerId="LiveId" clId="{2570E06C-6CDE-4131-A690-3FA8836EEC55}" dt="2024-01-19T19:48:03.451" v="769" actId="1076"/>
          <ac:graphicFrameMkLst>
            <pc:docMk/>
            <pc:sldMk cId="2151113842" sldId="318"/>
            <ac:graphicFrameMk id="8" creationId="{4E54442C-D6A9-76E4-D0C4-924AEE061483}"/>
          </ac:graphicFrameMkLst>
        </pc:graphicFrameChg>
      </pc:sldChg>
      <pc:sldChg chg="addSp delSp modSp mod">
        <pc:chgData name="Subir Parida" userId="5adae42a5ff17c16" providerId="LiveId" clId="{2570E06C-6CDE-4131-A690-3FA8836EEC55}" dt="2024-01-20T10:05:58.444" v="2923" actId="207"/>
        <pc:sldMkLst>
          <pc:docMk/>
          <pc:sldMk cId="3602797273" sldId="319"/>
        </pc:sldMkLst>
        <pc:spChg chg="add mod">
          <ac:chgData name="Subir Parida" userId="5adae42a5ff17c16" providerId="LiveId" clId="{2570E06C-6CDE-4131-A690-3FA8836EEC55}" dt="2024-01-20T10:05:58.444" v="2923" actId="207"/>
          <ac:spMkLst>
            <pc:docMk/>
            <pc:sldMk cId="3602797273" sldId="319"/>
            <ac:spMk id="2" creationId="{4D71ADFF-1023-8BB4-B647-A64524224C6C}"/>
          </ac:spMkLst>
        </pc:spChg>
        <pc:spChg chg="add del mod">
          <ac:chgData name="Subir Parida" userId="5adae42a5ff17c16" providerId="LiveId" clId="{2570E06C-6CDE-4131-A690-3FA8836EEC55}" dt="2024-01-19T21:28:11.392" v="995" actId="478"/>
          <ac:spMkLst>
            <pc:docMk/>
            <pc:sldMk cId="3602797273" sldId="319"/>
            <ac:spMk id="2" creationId="{E9BCE136-02C9-8A14-D454-572EB59711C5}"/>
          </ac:spMkLst>
        </pc:spChg>
        <pc:spChg chg="add del mod">
          <ac:chgData name="Subir Parida" userId="5adae42a5ff17c16" providerId="LiveId" clId="{2570E06C-6CDE-4131-A690-3FA8836EEC55}" dt="2024-01-19T18:08:04.587" v="675" actId="478"/>
          <ac:spMkLst>
            <pc:docMk/>
            <pc:sldMk cId="3602797273" sldId="319"/>
            <ac:spMk id="8" creationId="{A92C15E7-FAF3-249A-4789-A84609D10854}"/>
          </ac:spMkLst>
        </pc:spChg>
        <pc:spChg chg="mod">
          <ac:chgData name="Subir Parida" userId="5adae42a5ff17c16" providerId="LiveId" clId="{2570E06C-6CDE-4131-A690-3FA8836EEC55}" dt="2024-01-20T10:02:53.124" v="2905" actId="1076"/>
          <ac:spMkLst>
            <pc:docMk/>
            <pc:sldMk cId="3602797273" sldId="319"/>
            <ac:spMk id="12" creationId="{152251DE-6A8F-C52A-0DD7-28910A9002F8}"/>
          </ac:spMkLst>
        </pc:spChg>
        <pc:spChg chg="mod">
          <ac:chgData name="Subir Parida" userId="5adae42a5ff17c16" providerId="LiveId" clId="{2570E06C-6CDE-4131-A690-3FA8836EEC55}" dt="2024-01-20T10:02:58.697" v="2906" actId="1076"/>
          <ac:spMkLst>
            <pc:docMk/>
            <pc:sldMk cId="3602797273" sldId="319"/>
            <ac:spMk id="13" creationId="{2DB2FF21-7A4E-5B87-A1AC-D7B53011CA6C}"/>
          </ac:spMkLst>
        </pc:spChg>
        <pc:spChg chg="mod">
          <ac:chgData name="Subir Parida" userId="5adae42a5ff17c16" providerId="LiveId" clId="{2570E06C-6CDE-4131-A690-3FA8836EEC55}" dt="2024-01-20T10:03:37.299" v="2914" actId="1076"/>
          <ac:spMkLst>
            <pc:docMk/>
            <pc:sldMk cId="3602797273" sldId="319"/>
            <ac:spMk id="14" creationId="{B71EDE5C-8A2C-F395-B6D3-B9C379880489}"/>
          </ac:spMkLst>
        </pc:spChg>
        <pc:spChg chg="mod">
          <ac:chgData name="Subir Parida" userId="5adae42a5ff17c16" providerId="LiveId" clId="{2570E06C-6CDE-4131-A690-3FA8836EEC55}" dt="2024-01-20T10:03:44.164" v="2915" actId="1076"/>
          <ac:spMkLst>
            <pc:docMk/>
            <pc:sldMk cId="3602797273" sldId="319"/>
            <ac:spMk id="15" creationId="{A85F3EC8-52E1-8761-EF86-21A4D94CF26D}"/>
          </ac:spMkLst>
        </pc:spChg>
        <pc:spChg chg="del mod">
          <ac:chgData name="Subir Parida" userId="5adae42a5ff17c16" providerId="LiveId" clId="{2570E06C-6CDE-4131-A690-3FA8836EEC55}" dt="2024-01-20T10:03:14.847" v="2909" actId="478"/>
          <ac:spMkLst>
            <pc:docMk/>
            <pc:sldMk cId="3602797273" sldId="319"/>
            <ac:spMk id="17" creationId="{00000000-0000-0000-0000-000000000000}"/>
          </ac:spMkLst>
        </pc:spChg>
        <pc:graphicFrameChg chg="add mod">
          <ac:chgData name="Subir Parida" userId="5adae42a5ff17c16" providerId="LiveId" clId="{2570E06C-6CDE-4131-A690-3FA8836EEC55}" dt="2024-01-20T10:02:36.079" v="2903" actId="1076"/>
          <ac:graphicFrameMkLst>
            <pc:docMk/>
            <pc:sldMk cId="3602797273" sldId="319"/>
            <ac:graphicFrameMk id="3" creationId="{26C02B2B-0F5A-3C67-2341-518D46237106}"/>
          </ac:graphicFrameMkLst>
        </pc:graphicFrameChg>
        <pc:graphicFrameChg chg="add del mod">
          <ac:chgData name="Subir Parida" userId="5adae42a5ff17c16" providerId="LiveId" clId="{2570E06C-6CDE-4131-A690-3FA8836EEC55}" dt="2024-01-19T05:34:10.976" v="363" actId="21"/>
          <ac:graphicFrameMkLst>
            <pc:docMk/>
            <pc:sldMk cId="3602797273" sldId="319"/>
            <ac:graphicFrameMk id="4" creationId="{B99F3EC4-B0C9-FACF-8772-E420CD7DBE5E}"/>
          </ac:graphicFrameMkLst>
        </pc:graphicFrameChg>
        <pc:graphicFrameChg chg="add del mod">
          <ac:chgData name="Subir Parida" userId="5adae42a5ff17c16" providerId="LiveId" clId="{2570E06C-6CDE-4131-A690-3FA8836EEC55}" dt="2024-01-19T17:39:23.656" v="533" actId="21"/>
          <ac:graphicFrameMkLst>
            <pc:docMk/>
            <pc:sldMk cId="3602797273" sldId="319"/>
            <ac:graphicFrameMk id="5" creationId="{F1AEE4FF-3C02-DAE2-2A92-456DD49B01DE}"/>
          </ac:graphicFrameMkLst>
        </pc:graphicFrameChg>
        <pc:graphicFrameChg chg="add mod">
          <ac:chgData name="Subir Parida" userId="5adae42a5ff17c16" providerId="LiveId" clId="{2570E06C-6CDE-4131-A690-3FA8836EEC55}" dt="2024-01-20T10:02:42.499" v="2904" actId="1076"/>
          <ac:graphicFrameMkLst>
            <pc:docMk/>
            <pc:sldMk cId="3602797273" sldId="319"/>
            <ac:graphicFrameMk id="7" creationId="{0C7A91F6-B71D-AFAF-B28E-DF856D33537B}"/>
          </ac:graphicFrameMkLst>
        </pc:graphicFrameChg>
        <pc:graphicFrameChg chg="add del mod">
          <ac:chgData name="Subir Parida" userId="5adae42a5ff17c16" providerId="LiveId" clId="{2570E06C-6CDE-4131-A690-3FA8836EEC55}" dt="2024-01-19T18:06:49.889" v="628" actId="21"/>
          <ac:graphicFrameMkLst>
            <pc:docMk/>
            <pc:sldMk cId="3602797273" sldId="319"/>
            <ac:graphicFrameMk id="9" creationId="{CEF95F7B-A60A-2658-EB7A-92470E5AB990}"/>
          </ac:graphicFrameMkLst>
        </pc:graphicFrameChg>
        <pc:graphicFrameChg chg="add mod">
          <ac:chgData name="Subir Parida" userId="5adae42a5ff17c16" providerId="LiveId" clId="{2570E06C-6CDE-4131-A690-3FA8836EEC55}" dt="2024-01-20T10:03:32.591" v="2913" actId="1076"/>
          <ac:graphicFrameMkLst>
            <pc:docMk/>
            <pc:sldMk cId="3602797273" sldId="319"/>
            <ac:graphicFrameMk id="10" creationId="{E1D5C298-C7CB-9597-2F08-1D5583DCB61E}"/>
          </ac:graphicFrameMkLst>
        </pc:graphicFrameChg>
        <pc:graphicFrameChg chg="del">
          <ac:chgData name="Subir Parida" userId="5adae42a5ff17c16" providerId="LiveId" clId="{2570E06C-6CDE-4131-A690-3FA8836EEC55}" dt="2024-01-19T05:33:43.106" v="361" actId="478"/>
          <ac:graphicFrameMkLst>
            <pc:docMk/>
            <pc:sldMk cId="3602797273" sldId="319"/>
            <ac:graphicFrameMk id="11" creationId="{375F34B9-3AA8-8AFD-2ECC-110ED5DB28E4}"/>
          </ac:graphicFrameMkLst>
        </pc:graphicFrameChg>
        <pc:graphicFrameChg chg="del">
          <ac:chgData name="Subir Parida" userId="5adae42a5ff17c16" providerId="LiveId" clId="{2570E06C-6CDE-4131-A690-3FA8836EEC55}" dt="2024-01-19T18:08:03.264" v="674" actId="478"/>
          <ac:graphicFrameMkLst>
            <pc:docMk/>
            <pc:sldMk cId="3602797273" sldId="319"/>
            <ac:graphicFrameMk id="16" creationId="{8F4BAF9D-7E3B-6396-064C-0402F29F09D8}"/>
          </ac:graphicFrameMkLst>
        </pc:graphicFrameChg>
        <pc:graphicFrameChg chg="del">
          <ac:chgData name="Subir Parida" userId="5adae42a5ff17c16" providerId="LiveId" clId="{2570E06C-6CDE-4131-A690-3FA8836EEC55}" dt="2024-01-19T17:40:12.126" v="578" actId="478"/>
          <ac:graphicFrameMkLst>
            <pc:docMk/>
            <pc:sldMk cId="3602797273" sldId="319"/>
            <ac:graphicFrameMk id="18" creationId="{CC872549-022B-7271-2E14-E22A0614B293}"/>
          </ac:graphicFrameMkLst>
        </pc:graphicFrameChg>
        <pc:graphicFrameChg chg="add del mod">
          <ac:chgData name="Subir Parida" userId="5adae42a5ff17c16" providerId="LiveId" clId="{2570E06C-6CDE-4131-A690-3FA8836EEC55}" dt="2024-01-19T21:28:26.212" v="997" actId="21"/>
          <ac:graphicFrameMkLst>
            <pc:docMk/>
            <pc:sldMk cId="3602797273" sldId="319"/>
            <ac:graphicFrameMk id="19" creationId="{2C4C56DE-7D78-3F5E-A121-E5F4A1603443}"/>
          </ac:graphicFrameMkLst>
        </pc:graphicFrameChg>
        <pc:graphicFrameChg chg="add mod">
          <ac:chgData name="Subir Parida" userId="5adae42a5ff17c16" providerId="LiveId" clId="{2570E06C-6CDE-4131-A690-3FA8836EEC55}" dt="2024-01-20T10:03:27.560" v="2912" actId="1076"/>
          <ac:graphicFrameMkLst>
            <pc:docMk/>
            <pc:sldMk cId="3602797273" sldId="319"/>
            <ac:graphicFrameMk id="20" creationId="{04A11384-EF20-A3E0-3866-5DC16788A449}"/>
          </ac:graphicFrameMkLst>
        </pc:graphicFrameChg>
        <pc:graphicFrameChg chg="del">
          <ac:chgData name="Subir Parida" userId="5adae42a5ff17c16" providerId="LiveId" clId="{2570E06C-6CDE-4131-A690-3FA8836EEC55}" dt="2024-01-19T21:28:10.608" v="994" actId="478"/>
          <ac:graphicFrameMkLst>
            <pc:docMk/>
            <pc:sldMk cId="3602797273" sldId="319"/>
            <ac:graphicFrameMk id="21" creationId="{2A909057-274E-54B1-D0C5-42FB189E998B}"/>
          </ac:graphicFrameMkLst>
        </pc:graphicFrameChg>
      </pc:sldChg>
      <pc:sldChg chg="addSp delSp modSp mod">
        <pc:chgData name="Subir Parida" userId="5adae42a5ff17c16" providerId="LiveId" clId="{2570E06C-6CDE-4131-A690-3FA8836EEC55}" dt="2024-01-20T10:07:01.346" v="2934" actId="1076"/>
        <pc:sldMkLst>
          <pc:docMk/>
          <pc:sldMk cId="737586626" sldId="320"/>
        </pc:sldMkLst>
        <pc:spChg chg="add mod">
          <ac:chgData name="Subir Parida" userId="5adae42a5ff17c16" providerId="LiveId" clId="{2570E06C-6CDE-4131-A690-3FA8836EEC55}" dt="2024-01-20T10:06:27.809" v="2929"/>
          <ac:spMkLst>
            <pc:docMk/>
            <pc:sldMk cId="737586626" sldId="320"/>
            <ac:spMk id="2" creationId="{0BAF65D6-C05B-84D0-1C5F-38C6DCBD098B}"/>
          </ac:spMkLst>
        </pc:spChg>
        <pc:spChg chg="del">
          <ac:chgData name="Subir Parida" userId="5adae42a5ff17c16" providerId="LiveId" clId="{2570E06C-6CDE-4131-A690-3FA8836EEC55}" dt="2024-01-20T10:06:21.311" v="2925" actId="478"/>
          <ac:spMkLst>
            <pc:docMk/>
            <pc:sldMk cId="737586626" sldId="320"/>
            <ac:spMk id="3" creationId="{6F93DBB2-EE44-74E0-0864-E5B433F494C6}"/>
          </ac:spMkLst>
        </pc:spChg>
        <pc:spChg chg="del">
          <ac:chgData name="Subir Parida" userId="5adae42a5ff17c16" providerId="LiveId" clId="{2570E06C-6CDE-4131-A690-3FA8836EEC55}" dt="2024-01-20T10:06:19.977" v="2924" actId="478"/>
          <ac:spMkLst>
            <pc:docMk/>
            <pc:sldMk cId="737586626" sldId="320"/>
            <ac:spMk id="4" creationId="{8B083378-37FA-D3D1-55C0-84E17C1ECC27}"/>
          </ac:spMkLst>
        </pc:spChg>
        <pc:spChg chg="del">
          <ac:chgData name="Subir Parida" userId="5adae42a5ff17c16" providerId="LiveId" clId="{2570E06C-6CDE-4131-A690-3FA8836EEC55}" dt="2024-01-20T10:06:24.465" v="2927" actId="478"/>
          <ac:spMkLst>
            <pc:docMk/>
            <pc:sldMk cId="737586626" sldId="320"/>
            <ac:spMk id="5" creationId="{63BC4A10-DF38-365D-39EE-75EE0A433ACC}"/>
          </ac:spMkLst>
        </pc:spChg>
        <pc:spChg chg="del">
          <ac:chgData name="Subir Parida" userId="5adae42a5ff17c16" providerId="LiveId" clId="{2570E06C-6CDE-4131-A690-3FA8836EEC55}" dt="2024-01-20T10:06:23.194" v="2926" actId="478"/>
          <ac:spMkLst>
            <pc:docMk/>
            <pc:sldMk cId="737586626" sldId="320"/>
            <ac:spMk id="7" creationId="{6454BA89-1E73-EA2B-0EA7-FD904CF73EBC}"/>
          </ac:spMkLst>
        </pc:spChg>
        <pc:spChg chg="add mod">
          <ac:chgData name="Subir Parida" userId="5adae42a5ff17c16" providerId="LiveId" clId="{2570E06C-6CDE-4131-A690-3FA8836EEC55}" dt="2024-01-20T10:06:27.809" v="2929"/>
          <ac:spMkLst>
            <pc:docMk/>
            <pc:sldMk cId="737586626" sldId="320"/>
            <ac:spMk id="8" creationId="{65887FF5-B07D-54DE-6F42-DBA4EBE23FFF}"/>
          </ac:spMkLst>
        </pc:spChg>
        <pc:spChg chg="add del mod">
          <ac:chgData name="Subir Parida" userId="5adae42a5ff17c16" providerId="LiveId" clId="{2570E06C-6CDE-4131-A690-3FA8836EEC55}" dt="2024-01-19T21:28:29.070" v="998" actId="478"/>
          <ac:spMkLst>
            <pc:docMk/>
            <pc:sldMk cId="737586626" sldId="320"/>
            <ac:spMk id="8" creationId="{F7B7D86D-FCC3-B5FB-B77D-3C77B5EE4AA0}"/>
          </ac:spMkLst>
        </pc:spChg>
        <pc:spChg chg="del">
          <ac:chgData name="Subir Parida" userId="5adae42a5ff17c16" providerId="LiveId" clId="{2570E06C-6CDE-4131-A690-3FA8836EEC55}" dt="2024-01-20T10:06:25.878" v="2928" actId="478"/>
          <ac:spMkLst>
            <pc:docMk/>
            <pc:sldMk cId="737586626" sldId="320"/>
            <ac:spMk id="11" creationId="{00000000-0000-0000-0000-000000000000}"/>
          </ac:spMkLst>
        </pc:spChg>
        <pc:spChg chg="add del mod">
          <ac:chgData name="Subir Parida" userId="5adae42a5ff17c16" providerId="LiveId" clId="{2570E06C-6CDE-4131-A690-3FA8836EEC55}" dt="2024-01-19T18:07:01.002" v="632" actId="478"/>
          <ac:spMkLst>
            <pc:docMk/>
            <pc:sldMk cId="737586626" sldId="320"/>
            <ac:spMk id="12" creationId="{E362B692-1A4D-734E-A015-CC9A1549765F}"/>
          </ac:spMkLst>
        </pc:spChg>
        <pc:spChg chg="add mod">
          <ac:chgData name="Subir Parida" userId="5adae42a5ff17c16" providerId="LiveId" clId="{2570E06C-6CDE-4131-A690-3FA8836EEC55}" dt="2024-01-20T10:06:27.809" v="2929"/>
          <ac:spMkLst>
            <pc:docMk/>
            <pc:sldMk cId="737586626" sldId="320"/>
            <ac:spMk id="12" creationId="{E8E078DE-7900-C01E-76B7-B5BC6770D984}"/>
          </ac:spMkLst>
        </pc:spChg>
        <pc:spChg chg="add mod">
          <ac:chgData name="Subir Parida" userId="5adae42a5ff17c16" providerId="LiveId" clId="{2570E06C-6CDE-4131-A690-3FA8836EEC55}" dt="2024-01-20T10:06:27.809" v="2929"/>
          <ac:spMkLst>
            <pc:docMk/>
            <pc:sldMk cId="737586626" sldId="320"/>
            <ac:spMk id="15" creationId="{ADB355F4-8543-1027-2FDF-EF8F1258E195}"/>
          </ac:spMkLst>
        </pc:spChg>
        <pc:spChg chg="add mod">
          <ac:chgData name="Subir Parida" userId="5adae42a5ff17c16" providerId="LiveId" clId="{2570E06C-6CDE-4131-A690-3FA8836EEC55}" dt="2024-01-20T10:06:31.500" v="2930" actId="20577"/>
          <ac:spMkLst>
            <pc:docMk/>
            <pc:sldMk cId="737586626" sldId="320"/>
            <ac:spMk id="16" creationId="{0DE69B9B-569D-B9A0-EE26-CFEB97F1BF6E}"/>
          </ac:spMkLst>
        </pc:spChg>
        <pc:graphicFrameChg chg="del">
          <ac:chgData name="Subir Parida" userId="5adae42a5ff17c16" providerId="LiveId" clId="{2570E06C-6CDE-4131-A690-3FA8836EEC55}" dt="2024-01-19T05:33:39.665" v="360" actId="478"/>
          <ac:graphicFrameMkLst>
            <pc:docMk/>
            <pc:sldMk cId="737586626" sldId="320"/>
            <ac:graphicFrameMk id="2" creationId="{4D2F23CE-EA43-5227-EC3A-F519B41C4D39}"/>
          </ac:graphicFrameMkLst>
        </pc:graphicFrameChg>
        <pc:graphicFrameChg chg="add mod">
          <ac:chgData name="Subir Parida" userId="5adae42a5ff17c16" providerId="LiveId" clId="{2570E06C-6CDE-4131-A690-3FA8836EEC55}" dt="2024-01-20T10:06:38.365" v="2931" actId="1076"/>
          <ac:graphicFrameMkLst>
            <pc:docMk/>
            <pc:sldMk cId="737586626" sldId="320"/>
            <ac:graphicFrameMk id="9" creationId="{B99F3EC4-B0C9-FACF-8772-E420CD7DBE5E}"/>
          </ac:graphicFrameMkLst>
        </pc:graphicFrameChg>
        <pc:graphicFrameChg chg="add mod">
          <ac:chgData name="Subir Parida" userId="5adae42a5ff17c16" providerId="LiveId" clId="{2570E06C-6CDE-4131-A690-3FA8836EEC55}" dt="2024-01-20T10:06:54.151" v="2933" actId="1076"/>
          <ac:graphicFrameMkLst>
            <pc:docMk/>
            <pc:sldMk cId="737586626" sldId="320"/>
            <ac:graphicFrameMk id="10" creationId="{F1AEE4FF-3C02-DAE2-2A92-456DD49B01DE}"/>
          </ac:graphicFrameMkLst>
        </pc:graphicFrameChg>
        <pc:graphicFrameChg chg="add mod">
          <ac:chgData name="Subir Parida" userId="5adae42a5ff17c16" providerId="LiveId" clId="{2570E06C-6CDE-4131-A690-3FA8836EEC55}" dt="2024-01-20T10:07:01.346" v="2934" actId="1076"/>
          <ac:graphicFrameMkLst>
            <pc:docMk/>
            <pc:sldMk cId="737586626" sldId="320"/>
            <ac:graphicFrameMk id="13" creationId="{CEF95F7B-A60A-2658-EB7A-92470E5AB990}"/>
          </ac:graphicFrameMkLst>
        </pc:graphicFrameChg>
        <pc:graphicFrameChg chg="add mod">
          <ac:chgData name="Subir Parida" userId="5adae42a5ff17c16" providerId="LiveId" clId="{2570E06C-6CDE-4131-A690-3FA8836EEC55}" dt="2024-01-20T10:06:43.848" v="2932" actId="1076"/>
          <ac:graphicFrameMkLst>
            <pc:docMk/>
            <pc:sldMk cId="737586626" sldId="320"/>
            <ac:graphicFrameMk id="14" creationId="{2C4C56DE-7D78-3F5E-A121-E5F4A1603443}"/>
          </ac:graphicFrameMkLst>
        </pc:graphicFrameChg>
        <pc:graphicFrameChg chg="del">
          <ac:chgData name="Subir Parida" userId="5adae42a5ff17c16" providerId="LiveId" clId="{2570E06C-6CDE-4131-A690-3FA8836EEC55}" dt="2024-01-19T18:06:58.163" v="629" actId="478"/>
          <ac:graphicFrameMkLst>
            <pc:docMk/>
            <pc:sldMk cId="737586626" sldId="320"/>
            <ac:graphicFrameMk id="17" creationId="{21BDB136-9406-27A2-8A8A-9E86CFCB411E}"/>
          </ac:graphicFrameMkLst>
        </pc:graphicFrameChg>
        <pc:graphicFrameChg chg="del">
          <ac:chgData name="Subir Parida" userId="5adae42a5ff17c16" providerId="LiveId" clId="{2570E06C-6CDE-4131-A690-3FA8836EEC55}" dt="2024-01-19T17:39:31.371" v="537" actId="478"/>
          <ac:graphicFrameMkLst>
            <pc:docMk/>
            <pc:sldMk cId="737586626" sldId="320"/>
            <ac:graphicFrameMk id="19" creationId="{B51DDEB5-1045-89DF-A261-B3E7B9D2004C}"/>
          </ac:graphicFrameMkLst>
        </pc:graphicFrameChg>
        <pc:graphicFrameChg chg="del">
          <ac:chgData name="Subir Parida" userId="5adae42a5ff17c16" providerId="LiveId" clId="{2570E06C-6CDE-4131-A690-3FA8836EEC55}" dt="2024-01-19T21:28:30.893" v="999" actId="478"/>
          <ac:graphicFrameMkLst>
            <pc:docMk/>
            <pc:sldMk cId="737586626" sldId="320"/>
            <ac:graphicFrameMk id="20" creationId="{FCECAB3F-561C-BDDF-0DAD-EC2A98F5DEDE}"/>
          </ac:graphicFrameMkLst>
        </pc:graphicFrameChg>
      </pc:sldChg>
      <pc:sldChg chg="addSp delSp modSp mod">
        <pc:chgData name="Subir Parida" userId="5adae42a5ff17c16" providerId="LiveId" clId="{2570E06C-6CDE-4131-A690-3FA8836EEC55}" dt="2024-01-19T20:54:58.259" v="897" actId="21"/>
        <pc:sldMkLst>
          <pc:docMk/>
          <pc:sldMk cId="2094475131" sldId="321"/>
        </pc:sldMkLst>
        <pc:spChg chg="add del mod">
          <ac:chgData name="Subir Parida" userId="5adae42a5ff17c16" providerId="LiveId" clId="{2570E06C-6CDE-4131-A690-3FA8836EEC55}" dt="2024-01-19T20:54:25.026" v="871" actId="478"/>
          <ac:spMkLst>
            <pc:docMk/>
            <pc:sldMk cId="2094475131" sldId="321"/>
            <ac:spMk id="8" creationId="{B0DD9F1C-4AC5-AF3A-F576-33527343BC71}"/>
          </ac:spMkLst>
        </pc:spChg>
        <pc:graphicFrameChg chg="del mod">
          <ac:chgData name="Subir Parida" userId="5adae42a5ff17c16" providerId="LiveId" clId="{2570E06C-6CDE-4131-A690-3FA8836EEC55}" dt="2024-01-19T05:33:21.129" v="358" actId="478"/>
          <ac:graphicFrameMkLst>
            <pc:docMk/>
            <pc:sldMk cId="2094475131" sldId="321"/>
            <ac:graphicFrameMk id="7" creationId="{C3EEE630-0C85-78DE-7CA1-3D4FCEF6B007}"/>
          </ac:graphicFrameMkLst>
        </pc:graphicFrameChg>
        <pc:graphicFrameChg chg="add mod">
          <ac:chgData name="Subir Parida" userId="5adae42a5ff17c16" providerId="LiveId" clId="{2570E06C-6CDE-4131-A690-3FA8836EEC55}" dt="2024-01-19T05:31:48.619" v="305"/>
          <ac:graphicFrameMkLst>
            <pc:docMk/>
            <pc:sldMk cId="2094475131" sldId="321"/>
            <ac:graphicFrameMk id="9" creationId="{2D9F0A43-CE7A-F54B-6FFA-519F083D42B4}"/>
          </ac:graphicFrameMkLst>
        </pc:graphicFrameChg>
        <pc:graphicFrameChg chg="add mod">
          <ac:chgData name="Subir Parida" userId="5adae42a5ff17c16" providerId="LiveId" clId="{2570E06C-6CDE-4131-A690-3FA8836EEC55}" dt="2024-01-19T05:31:48.619" v="305"/>
          <ac:graphicFrameMkLst>
            <pc:docMk/>
            <pc:sldMk cId="2094475131" sldId="321"/>
            <ac:graphicFrameMk id="10" creationId="{1EE6A117-BF5C-C464-8198-6A1998456FB5}"/>
          </ac:graphicFrameMkLst>
        </pc:graphicFrameChg>
        <pc:graphicFrameChg chg="add del mod">
          <ac:chgData name="Subir Parida" userId="5adae42a5ff17c16" providerId="LiveId" clId="{2570E06C-6CDE-4131-A690-3FA8836EEC55}" dt="2024-01-19T05:32:01.515" v="312" actId="21"/>
          <ac:graphicFrameMkLst>
            <pc:docMk/>
            <pc:sldMk cId="2094475131" sldId="321"/>
            <ac:graphicFrameMk id="11" creationId="{08786F0C-9FCC-809E-B8C3-6F1F703894C6}"/>
          </ac:graphicFrameMkLst>
        </pc:graphicFrameChg>
        <pc:graphicFrameChg chg="del">
          <ac:chgData name="Subir Parida" userId="5adae42a5ff17c16" providerId="LiveId" clId="{2570E06C-6CDE-4131-A690-3FA8836EEC55}" dt="2024-01-19T20:54:23.990" v="870" actId="478"/>
          <ac:graphicFrameMkLst>
            <pc:docMk/>
            <pc:sldMk cId="2094475131" sldId="321"/>
            <ac:graphicFrameMk id="12" creationId="{A5A8D794-CB58-AEA6-C871-C8983461F67B}"/>
          </ac:graphicFrameMkLst>
        </pc:graphicFrameChg>
        <pc:graphicFrameChg chg="del">
          <ac:chgData name="Subir Parida" userId="5adae42a5ff17c16" providerId="LiveId" clId="{2570E06C-6CDE-4131-A690-3FA8836EEC55}" dt="2024-01-19T19:48:32.254" v="771" actId="478"/>
          <ac:graphicFrameMkLst>
            <pc:docMk/>
            <pc:sldMk cId="2094475131" sldId="321"/>
            <ac:graphicFrameMk id="13" creationId="{1E828A3F-06ED-365F-4D43-301C733F6AAB}"/>
          </ac:graphicFrameMkLst>
        </pc:graphicFrameChg>
        <pc:graphicFrameChg chg="add mod">
          <ac:chgData name="Subir Parida" userId="5adae42a5ff17c16" providerId="LiveId" clId="{2570E06C-6CDE-4131-A690-3FA8836EEC55}" dt="2024-01-19T05:33:26.968" v="359" actId="1076"/>
          <ac:graphicFrameMkLst>
            <pc:docMk/>
            <pc:sldMk cId="2094475131" sldId="321"/>
            <ac:graphicFrameMk id="14" creationId="{68F85B42-0D6B-A63D-E14C-C7040716B9C1}"/>
          </ac:graphicFrameMkLst>
        </pc:graphicFrameChg>
        <pc:graphicFrameChg chg="add del mod">
          <ac:chgData name="Subir Parida" userId="5adae42a5ff17c16" providerId="LiveId" clId="{2570E06C-6CDE-4131-A690-3FA8836EEC55}" dt="2024-01-19T19:48:46.039" v="795" actId="21"/>
          <ac:graphicFrameMkLst>
            <pc:docMk/>
            <pc:sldMk cId="2094475131" sldId="321"/>
            <ac:graphicFrameMk id="15" creationId="{8F92A8E1-14BE-AAD6-823F-B3A4993D6E7C}"/>
          </ac:graphicFrameMkLst>
        </pc:graphicFrameChg>
        <pc:graphicFrameChg chg="add mod">
          <ac:chgData name="Subir Parida" userId="5adae42a5ff17c16" providerId="LiveId" clId="{2570E06C-6CDE-4131-A690-3FA8836EEC55}" dt="2024-01-19T19:49:35.392" v="803" actId="1076"/>
          <ac:graphicFrameMkLst>
            <pc:docMk/>
            <pc:sldMk cId="2094475131" sldId="321"/>
            <ac:graphicFrameMk id="16" creationId="{62DEEC70-C092-8DC1-D2AB-DA2DB76D7038}"/>
          </ac:graphicFrameMkLst>
        </pc:graphicFrameChg>
        <pc:graphicFrameChg chg="add del mod">
          <ac:chgData name="Subir Parida" userId="5adae42a5ff17c16" providerId="LiveId" clId="{2570E06C-6CDE-4131-A690-3FA8836EEC55}" dt="2024-01-19T20:54:58.259" v="897" actId="21"/>
          <ac:graphicFrameMkLst>
            <pc:docMk/>
            <pc:sldMk cId="2094475131" sldId="321"/>
            <ac:graphicFrameMk id="17" creationId="{BF58D71A-9BE3-9F12-71A1-8F4E409B7AE9}"/>
          </ac:graphicFrameMkLst>
        </pc:graphicFrameChg>
        <pc:graphicFrameChg chg="add mod">
          <ac:chgData name="Subir Parida" userId="5adae42a5ff17c16" providerId="LiveId" clId="{2570E06C-6CDE-4131-A690-3FA8836EEC55}" dt="2024-01-19T20:54:55.741" v="896" actId="1076"/>
          <ac:graphicFrameMkLst>
            <pc:docMk/>
            <pc:sldMk cId="2094475131" sldId="321"/>
            <ac:graphicFrameMk id="18" creationId="{0B06D846-F376-30D8-5E12-EB8F88591D76}"/>
          </ac:graphicFrameMkLst>
        </pc:graphicFrameChg>
      </pc:sldChg>
      <pc:sldChg chg="addSp delSp modSp mod">
        <pc:chgData name="Subir Parida" userId="5adae42a5ff17c16" providerId="LiveId" clId="{2570E06C-6CDE-4131-A690-3FA8836EEC55}" dt="2024-01-19T20:55:10.351" v="902" actId="1076"/>
        <pc:sldMkLst>
          <pc:docMk/>
          <pc:sldMk cId="651250364" sldId="322"/>
        </pc:sldMkLst>
        <pc:spChg chg="add del mod">
          <ac:chgData name="Subir Parida" userId="5adae42a5ff17c16" providerId="LiveId" clId="{2570E06C-6CDE-4131-A690-3FA8836EEC55}" dt="2024-01-19T20:55:01.081" v="898" actId="478"/>
          <ac:spMkLst>
            <pc:docMk/>
            <pc:sldMk cId="651250364" sldId="322"/>
            <ac:spMk id="7" creationId="{0A599472-6F3D-FD9E-5F14-186847FCDC1D}"/>
          </ac:spMkLst>
        </pc:spChg>
        <pc:graphicFrameChg chg="del">
          <ac:chgData name="Subir Parida" userId="5adae42a5ff17c16" providerId="LiveId" clId="{2570E06C-6CDE-4131-A690-3FA8836EEC55}" dt="2024-01-19T05:33:02.721" v="336" actId="478"/>
          <ac:graphicFrameMkLst>
            <pc:docMk/>
            <pc:sldMk cId="651250364" sldId="322"/>
            <ac:graphicFrameMk id="8" creationId="{B26EABA3-F85F-116A-4659-494B00BBDC71}"/>
          </ac:graphicFrameMkLst>
        </pc:graphicFrameChg>
        <pc:graphicFrameChg chg="add del mod">
          <ac:chgData name="Subir Parida" userId="5adae42a5ff17c16" providerId="LiveId" clId="{2570E06C-6CDE-4131-A690-3FA8836EEC55}" dt="2024-01-19T05:32:59.730" v="335" actId="21"/>
          <ac:graphicFrameMkLst>
            <pc:docMk/>
            <pc:sldMk cId="651250364" sldId="322"/>
            <ac:graphicFrameMk id="9" creationId="{08786F0C-9FCC-809E-B8C3-6F1F703894C6}"/>
          </ac:graphicFrameMkLst>
        </pc:graphicFrameChg>
        <pc:graphicFrameChg chg="add mod">
          <ac:chgData name="Subir Parida" userId="5adae42a5ff17c16" providerId="LiveId" clId="{2570E06C-6CDE-4131-A690-3FA8836EEC55}" dt="2024-01-19T05:33:03.243" v="338"/>
          <ac:graphicFrameMkLst>
            <pc:docMk/>
            <pc:sldMk cId="651250364" sldId="322"/>
            <ac:graphicFrameMk id="10" creationId="{08786F0C-9FCC-809E-B8C3-6F1F703894C6}"/>
          </ac:graphicFrameMkLst>
        </pc:graphicFrameChg>
        <pc:graphicFrameChg chg="del mod">
          <ac:chgData name="Subir Parida" userId="5adae42a5ff17c16" providerId="LiveId" clId="{2570E06C-6CDE-4131-A690-3FA8836EEC55}" dt="2024-01-19T20:55:03.492" v="899" actId="478"/>
          <ac:graphicFrameMkLst>
            <pc:docMk/>
            <pc:sldMk cId="651250364" sldId="322"/>
            <ac:graphicFrameMk id="11" creationId="{4058FC3D-5CD3-2ABE-D346-5DF033DF0ACE}"/>
          </ac:graphicFrameMkLst>
        </pc:graphicFrameChg>
        <pc:graphicFrameChg chg="del">
          <ac:chgData name="Subir Parida" userId="5adae42a5ff17c16" providerId="LiveId" clId="{2570E06C-6CDE-4131-A690-3FA8836EEC55}" dt="2024-01-19T19:48:52.800" v="796" actId="478"/>
          <ac:graphicFrameMkLst>
            <pc:docMk/>
            <pc:sldMk cId="651250364" sldId="322"/>
            <ac:graphicFrameMk id="14" creationId="{43A5E035-C63C-7486-0D29-4CEB542771DD}"/>
          </ac:graphicFrameMkLst>
        </pc:graphicFrameChg>
        <pc:graphicFrameChg chg="add mod">
          <ac:chgData name="Subir Parida" userId="5adae42a5ff17c16" providerId="LiveId" clId="{2570E06C-6CDE-4131-A690-3FA8836EEC55}" dt="2024-01-19T19:49:02.265" v="799" actId="1076"/>
          <ac:graphicFrameMkLst>
            <pc:docMk/>
            <pc:sldMk cId="651250364" sldId="322"/>
            <ac:graphicFrameMk id="15" creationId="{8F92A8E1-14BE-AAD6-823F-B3A4993D6E7C}"/>
          </ac:graphicFrameMkLst>
        </pc:graphicFrameChg>
        <pc:graphicFrameChg chg="add mod">
          <ac:chgData name="Subir Parida" userId="5adae42a5ff17c16" providerId="LiveId" clId="{2570E06C-6CDE-4131-A690-3FA8836EEC55}" dt="2024-01-19T20:55:10.351" v="902" actId="1076"/>
          <ac:graphicFrameMkLst>
            <pc:docMk/>
            <pc:sldMk cId="651250364" sldId="322"/>
            <ac:graphicFrameMk id="17" creationId="{BF58D71A-9BE3-9F12-71A1-8F4E409B7AE9}"/>
          </ac:graphicFrameMkLst>
        </pc:graphicFrameChg>
      </pc:sldChg>
      <pc:sldChg chg="add">
        <pc:chgData name="Subir Parida" userId="5adae42a5ff17c16" providerId="LiveId" clId="{2570E06C-6CDE-4131-A690-3FA8836EEC55}" dt="2024-01-25T10:11:46.871" v="3444"/>
        <pc:sldMkLst>
          <pc:docMk/>
          <pc:sldMk cId="1105541541" sldId="323"/>
        </pc:sldMkLst>
      </pc:sldChg>
      <pc:sldChg chg="addSp delSp modSp add del mod">
        <pc:chgData name="Subir Parida" userId="5adae42a5ff17c16" providerId="LiveId" clId="{2570E06C-6CDE-4131-A690-3FA8836EEC55}" dt="2024-01-25T10:11:40.750" v="3443" actId="2696"/>
        <pc:sldMkLst>
          <pc:docMk/>
          <pc:sldMk cId="1712747448" sldId="323"/>
        </pc:sldMkLst>
        <pc:spChg chg="del">
          <ac:chgData name="Subir Parida" userId="5adae42a5ff17c16" providerId="LiveId" clId="{2570E06C-6CDE-4131-A690-3FA8836EEC55}" dt="2024-01-19T09:45:51.869" v="461" actId="478"/>
          <ac:spMkLst>
            <pc:docMk/>
            <pc:sldMk cId="1712747448" sldId="323"/>
            <ac:spMk id="3" creationId="{BE4E24A0-B162-434A-D0AB-3ECFD019FBAB}"/>
          </ac:spMkLst>
        </pc:spChg>
        <pc:spChg chg="mod">
          <ac:chgData name="Subir Parida" userId="5adae42a5ff17c16" providerId="LiveId" clId="{2570E06C-6CDE-4131-A690-3FA8836EEC55}" dt="2024-01-19T07:23:49.851" v="407" actId="20577"/>
          <ac:spMkLst>
            <pc:docMk/>
            <pc:sldMk cId="1712747448" sldId="323"/>
            <ac:spMk id="6" creationId="{00000000-0000-0000-0000-000000000000}"/>
          </ac:spMkLst>
        </pc:spChg>
        <pc:graphicFrameChg chg="del">
          <ac:chgData name="Subir Parida" userId="5adae42a5ff17c16" providerId="LiveId" clId="{2570E06C-6CDE-4131-A690-3FA8836EEC55}" dt="2024-01-19T09:45:44.732" v="458" actId="478"/>
          <ac:graphicFrameMkLst>
            <pc:docMk/>
            <pc:sldMk cId="1712747448" sldId="323"/>
            <ac:graphicFrameMk id="2" creationId="{CED6D29F-2C8B-11C3-BA74-36D4FC3E440E}"/>
          </ac:graphicFrameMkLst>
        </pc:graphicFrameChg>
        <pc:graphicFrameChg chg="add del mod">
          <ac:chgData name="Subir Parida" userId="5adae42a5ff17c16" providerId="LiveId" clId="{2570E06C-6CDE-4131-A690-3FA8836EEC55}" dt="2024-01-19T09:38:40.548" v="411" actId="21"/>
          <ac:graphicFrameMkLst>
            <pc:docMk/>
            <pc:sldMk cId="1712747448" sldId="323"/>
            <ac:graphicFrameMk id="4" creationId="{08F62895-923C-C5BE-4F98-83A9F5372CB4}"/>
          </ac:graphicFrameMkLst>
        </pc:graphicFrameChg>
        <pc:graphicFrameChg chg="add mod">
          <ac:chgData name="Subir Parida" userId="5adae42a5ff17c16" providerId="LiveId" clId="{2570E06C-6CDE-4131-A690-3FA8836EEC55}" dt="2024-01-19T09:38:42.402" v="414"/>
          <ac:graphicFrameMkLst>
            <pc:docMk/>
            <pc:sldMk cId="1712747448" sldId="323"/>
            <ac:graphicFrameMk id="5" creationId="{08F62895-923C-C5BE-4F98-83A9F5372CB4}"/>
          </ac:graphicFrameMkLst>
        </pc:graphicFrameChg>
        <pc:graphicFrameChg chg="del">
          <ac:chgData name="Subir Parida" userId="5adae42a5ff17c16" providerId="LiveId" clId="{2570E06C-6CDE-4131-A690-3FA8836EEC55}" dt="2024-01-19T09:38:41.896" v="412" actId="478"/>
          <ac:graphicFrameMkLst>
            <pc:docMk/>
            <pc:sldMk cId="1712747448" sldId="323"/>
            <ac:graphicFrameMk id="7" creationId="{A4E02CF3-7672-3529-8EDF-E0594069C58D}"/>
          </ac:graphicFrameMkLst>
        </pc:graphicFrameChg>
        <pc:graphicFrameChg chg="add del mod">
          <ac:chgData name="Subir Parida" userId="5adae42a5ff17c16" providerId="LiveId" clId="{2570E06C-6CDE-4131-A690-3FA8836EEC55}" dt="2024-01-19T09:40:35.633" v="418" actId="21"/>
          <ac:graphicFrameMkLst>
            <pc:docMk/>
            <pc:sldMk cId="1712747448" sldId="323"/>
            <ac:graphicFrameMk id="8" creationId="{6A48A2BD-A2DB-84D2-FF13-45F867B80180}"/>
          </ac:graphicFrameMkLst>
        </pc:graphicFrameChg>
        <pc:graphicFrameChg chg="add del mod">
          <ac:chgData name="Subir Parida" userId="5adae42a5ff17c16" providerId="LiveId" clId="{2570E06C-6CDE-4131-A690-3FA8836EEC55}" dt="2024-01-19T09:45:24.103" v="450" actId="21"/>
          <ac:graphicFrameMkLst>
            <pc:docMk/>
            <pc:sldMk cId="1712747448" sldId="323"/>
            <ac:graphicFrameMk id="9" creationId="{2EC47758-FD3F-278E-9EBC-444FBBAAD8E4}"/>
          </ac:graphicFrameMkLst>
        </pc:graphicFrameChg>
        <pc:graphicFrameChg chg="add del">
          <ac:chgData name="Subir Parida" userId="5adae42a5ff17c16" providerId="LiveId" clId="{2570E06C-6CDE-4131-A690-3FA8836EEC55}" dt="2024-01-19T09:45:25.613" v="451" actId="478"/>
          <ac:graphicFrameMkLst>
            <pc:docMk/>
            <pc:sldMk cId="1712747448" sldId="323"/>
            <ac:graphicFrameMk id="10" creationId="{E5358684-4D08-D072-D231-0A59962C2B51}"/>
          </ac:graphicFrameMkLst>
        </pc:graphicFrameChg>
        <pc:graphicFrameChg chg="add mod">
          <ac:chgData name="Subir Parida" userId="5adae42a5ff17c16" providerId="LiveId" clId="{2570E06C-6CDE-4131-A690-3FA8836EEC55}" dt="2024-01-19T09:45:26.062" v="453"/>
          <ac:graphicFrameMkLst>
            <pc:docMk/>
            <pc:sldMk cId="1712747448" sldId="323"/>
            <ac:graphicFrameMk id="11" creationId="{2EC47758-FD3F-278E-9EBC-444FBBAAD8E4}"/>
          </ac:graphicFrameMkLst>
        </pc:graphicFrameChg>
        <pc:graphicFrameChg chg="add del mod">
          <ac:chgData name="Subir Parida" userId="5adae42a5ff17c16" providerId="LiveId" clId="{2570E06C-6CDE-4131-A690-3FA8836EEC55}" dt="2024-01-19T09:45:42.826" v="457" actId="21"/>
          <ac:graphicFrameMkLst>
            <pc:docMk/>
            <pc:sldMk cId="1712747448" sldId="323"/>
            <ac:graphicFrameMk id="12" creationId="{B3ABC84A-594E-6890-1FC8-6C9EADFAC34A}"/>
          </ac:graphicFrameMkLst>
        </pc:graphicFrameChg>
        <pc:graphicFrameChg chg="add mod">
          <ac:chgData name="Subir Parida" userId="5adae42a5ff17c16" providerId="LiveId" clId="{2570E06C-6CDE-4131-A690-3FA8836EEC55}" dt="2024-01-19T09:45:45.174" v="460"/>
          <ac:graphicFrameMkLst>
            <pc:docMk/>
            <pc:sldMk cId="1712747448" sldId="323"/>
            <ac:graphicFrameMk id="13" creationId="{B3ABC84A-594E-6890-1FC8-6C9EADFAC34A}"/>
          </ac:graphicFrameMkLst>
        </pc:graphicFrameChg>
      </pc:sldChg>
      <pc:sldChg chg="addSp delSp modSp add del mod">
        <pc:chgData name="Subir Parida" userId="5adae42a5ff17c16" providerId="LiveId" clId="{2570E06C-6CDE-4131-A690-3FA8836EEC55}" dt="2024-01-25T10:11:40.750" v="3443" actId="2696"/>
        <pc:sldMkLst>
          <pc:docMk/>
          <pc:sldMk cId="2344845294" sldId="324"/>
        </pc:sldMkLst>
        <pc:spChg chg="mod">
          <ac:chgData name="Subir Parida" userId="5adae42a5ff17c16" providerId="LiveId" clId="{2570E06C-6CDE-4131-A690-3FA8836EEC55}" dt="2024-01-20T09:40:54.978" v="1637" actId="1076"/>
          <ac:spMkLst>
            <pc:docMk/>
            <pc:sldMk cId="2344845294" sldId="324"/>
            <ac:spMk id="5" creationId="{194D1F85-A882-6F6F-13AB-9BFB56A71BE3}"/>
          </ac:spMkLst>
        </pc:spChg>
        <pc:spChg chg="mod">
          <ac:chgData name="Subir Parida" userId="5adae42a5ff17c16" providerId="LiveId" clId="{2570E06C-6CDE-4131-A690-3FA8836EEC55}" dt="2024-01-20T09:41:10.503" v="1639" actId="1076"/>
          <ac:spMkLst>
            <pc:docMk/>
            <pc:sldMk cId="2344845294" sldId="324"/>
            <ac:spMk id="6" creationId="{2380A65C-BB1D-BEFD-0595-1AAF03C4A8EF}"/>
          </ac:spMkLst>
        </pc:spChg>
        <pc:graphicFrameChg chg="add mod">
          <ac:chgData name="Subir Parida" userId="5adae42a5ff17c16" providerId="LiveId" clId="{2570E06C-6CDE-4131-A690-3FA8836EEC55}" dt="2024-01-20T09:41:01.033" v="1638" actId="1076"/>
          <ac:graphicFrameMkLst>
            <pc:docMk/>
            <pc:sldMk cId="2344845294" sldId="324"/>
            <ac:graphicFrameMk id="2" creationId="{6A48A2BD-A2DB-84D2-FF13-45F867B80180}"/>
          </ac:graphicFrameMkLst>
        </pc:graphicFrameChg>
        <pc:graphicFrameChg chg="add mod">
          <ac:chgData name="Subir Parida" userId="5adae42a5ff17c16" providerId="LiveId" clId="{2570E06C-6CDE-4131-A690-3FA8836EEC55}" dt="2024-01-19T09:42:03.091" v="431" actId="1076"/>
          <ac:graphicFrameMkLst>
            <pc:docMk/>
            <pc:sldMk cId="2344845294" sldId="324"/>
            <ac:graphicFrameMk id="3" creationId="{1A32373F-354F-DD1E-8FBC-7AA16896B79F}"/>
          </ac:graphicFrameMkLst>
        </pc:graphicFrameChg>
        <pc:graphicFrameChg chg="del">
          <ac:chgData name="Subir Parida" userId="5adae42a5ff17c16" providerId="LiveId" clId="{2570E06C-6CDE-4131-A690-3FA8836EEC55}" dt="2024-01-19T09:40:57.678" v="425" actId="478"/>
          <ac:graphicFrameMkLst>
            <pc:docMk/>
            <pc:sldMk cId="2344845294" sldId="324"/>
            <ac:graphicFrameMk id="4" creationId="{60CF2AD3-230D-F369-CAC5-4FA9A48BC42D}"/>
          </ac:graphicFrameMkLst>
        </pc:graphicFrameChg>
        <pc:graphicFrameChg chg="add del mod">
          <ac:chgData name="Subir Parida" userId="5adae42a5ff17c16" providerId="LiveId" clId="{2570E06C-6CDE-4131-A690-3FA8836EEC55}" dt="2024-01-19T09:40:55.346" v="424" actId="21"/>
          <ac:graphicFrameMkLst>
            <pc:docMk/>
            <pc:sldMk cId="2344845294" sldId="324"/>
            <ac:graphicFrameMk id="8" creationId="{6A48A2BD-A2DB-84D2-FF13-45F867B80180}"/>
          </ac:graphicFrameMkLst>
        </pc:graphicFrameChg>
        <pc:graphicFrameChg chg="del">
          <ac:chgData name="Subir Parida" userId="5adae42a5ff17c16" providerId="LiveId" clId="{2570E06C-6CDE-4131-A690-3FA8836EEC55}" dt="2024-01-19T09:41:02.613" v="428" actId="478"/>
          <ac:graphicFrameMkLst>
            <pc:docMk/>
            <pc:sldMk cId="2344845294" sldId="32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3650051788" sldId="324"/>
        </pc:sldMkLst>
      </pc:sldChg>
      <pc:sldChg chg="modSp add mod">
        <pc:chgData name="Subir Parida" userId="5adae42a5ff17c16" providerId="LiveId" clId="{2570E06C-6CDE-4131-A690-3FA8836EEC55}" dt="2024-01-20T10:08:07.930" v="2960" actId="20577"/>
        <pc:sldMkLst>
          <pc:docMk/>
          <pc:sldMk cId="2612237279" sldId="325"/>
        </pc:sldMkLst>
        <pc:spChg chg="mod">
          <ac:chgData name="Subir Parida" userId="5adae42a5ff17c16" providerId="LiveId" clId="{2570E06C-6CDE-4131-A690-3FA8836EEC55}" dt="2024-01-20T10:08:07.930" v="2960" actId="20577"/>
          <ac:spMkLst>
            <pc:docMk/>
            <pc:sldMk cId="2612237279" sldId="325"/>
            <ac:spMk id="2" creationId="{C71AC9B0-8039-56E0-F888-7D26BAA5C2FF}"/>
          </ac:spMkLst>
        </pc:spChg>
      </pc:sldChg>
      <pc:sldChg chg="addSp delSp modSp add mod">
        <pc:chgData name="Subir Parida" userId="5adae42a5ff17c16" providerId="LiveId" clId="{2570E06C-6CDE-4131-A690-3FA8836EEC55}" dt="2024-01-25T18:27:09.970" v="3452"/>
        <pc:sldMkLst>
          <pc:docMk/>
          <pc:sldMk cId="1929167127" sldId="326"/>
        </pc:sldMkLst>
        <pc:graphicFrameChg chg="add del mod">
          <ac:chgData name="Subir Parida" userId="5adae42a5ff17c16" providerId="LiveId" clId="{2570E06C-6CDE-4131-A690-3FA8836EEC55}" dt="2024-01-25T18:27:07.773" v="3449" actId="21"/>
          <ac:graphicFrameMkLst>
            <pc:docMk/>
            <pc:sldMk cId="1929167127" sldId="326"/>
            <ac:graphicFrameMk id="3" creationId="{117EF42D-1639-42F9-5D1B-4DAAFAB80530}"/>
          </ac:graphicFrameMkLst>
        </pc:graphicFrameChg>
        <pc:graphicFrameChg chg="add del mod">
          <ac:chgData name="Subir Parida" userId="5adae42a5ff17c16" providerId="LiveId" clId="{2570E06C-6CDE-4131-A690-3FA8836EEC55}" dt="2024-01-23T06:18:13.985" v="3116" actId="21"/>
          <ac:graphicFrameMkLst>
            <pc:docMk/>
            <pc:sldMk cId="1929167127" sldId="326"/>
            <ac:graphicFrameMk id="3" creationId="{4FD54B07-1731-C5F5-4E94-687799DB29D7}"/>
          </ac:graphicFrameMkLst>
        </pc:graphicFrameChg>
        <pc:graphicFrameChg chg="add del mod">
          <ac:chgData name="Subir Parida" userId="5adae42a5ff17c16" providerId="LiveId" clId="{2570E06C-6CDE-4131-A690-3FA8836EEC55}" dt="2024-01-24T05:19:25.259" v="3200" actId="21"/>
          <ac:graphicFrameMkLst>
            <pc:docMk/>
            <pc:sldMk cId="1929167127" sldId="326"/>
            <ac:graphicFrameMk id="3" creationId="{711248C3-9498-A88C-5C36-AFE3E0312586}"/>
          </ac:graphicFrameMkLst>
        </pc:graphicFrameChg>
        <pc:graphicFrameChg chg="add del mod">
          <ac:chgData name="Subir Parida" userId="5adae42a5ff17c16" providerId="LiveId" clId="{2570E06C-6CDE-4131-A690-3FA8836EEC55}" dt="2024-01-25T06:07:28.801" v="3229" actId="21"/>
          <ac:graphicFrameMkLst>
            <pc:docMk/>
            <pc:sldMk cId="1929167127" sldId="326"/>
            <ac:graphicFrameMk id="3" creationId="{81CA8887-B1EA-A308-6EC6-7E5616A725A9}"/>
          </ac:graphicFrameMkLst>
        </pc:graphicFrameChg>
        <pc:graphicFrameChg chg="add del mod">
          <ac:chgData name="Subir Parida" userId="5adae42a5ff17c16" providerId="LiveId" clId="{2570E06C-6CDE-4131-A690-3FA8836EEC55}" dt="2024-01-22T06:14:56.730" v="2971" actId="21"/>
          <ac:graphicFrameMkLst>
            <pc:docMk/>
            <pc:sldMk cId="1929167127" sldId="326"/>
            <ac:graphicFrameMk id="3" creationId="{EAC6F4B4-070C-2198-C3F6-B2917A74FFCA}"/>
          </ac:graphicFrameMkLst>
        </pc:graphicFrameChg>
        <pc:graphicFrameChg chg="add mod">
          <ac:chgData name="Subir Parida" userId="5adae42a5ff17c16" providerId="LiveId" clId="{2570E06C-6CDE-4131-A690-3FA8836EEC55}" dt="2024-01-25T18:27:09.970" v="3452"/>
          <ac:graphicFrameMkLst>
            <pc:docMk/>
            <pc:sldMk cId="1929167127" sldId="326"/>
            <ac:graphicFrameMk id="7" creationId="{117EF42D-1639-42F9-5D1B-4DAAFAB80530}"/>
          </ac:graphicFrameMkLst>
        </pc:graphicFrameChg>
        <pc:graphicFrameChg chg="add mod">
          <ac:chgData name="Subir Parida" userId="5adae42a5ff17c16" providerId="LiveId" clId="{2570E06C-6CDE-4131-A690-3FA8836EEC55}" dt="2024-01-23T06:18:16.280" v="3119"/>
          <ac:graphicFrameMkLst>
            <pc:docMk/>
            <pc:sldMk cId="1929167127" sldId="326"/>
            <ac:graphicFrameMk id="7" creationId="{4FD54B07-1731-C5F5-4E94-687799DB29D7}"/>
          </ac:graphicFrameMkLst>
        </pc:graphicFrameChg>
        <pc:graphicFrameChg chg="add del mod">
          <ac:chgData name="Subir Parida" userId="5adae42a5ff17c16" providerId="LiveId" clId="{2570E06C-6CDE-4131-A690-3FA8836EEC55}" dt="2024-01-25T06:07:30.396" v="3230" actId="478"/>
          <ac:graphicFrameMkLst>
            <pc:docMk/>
            <pc:sldMk cId="1929167127" sldId="326"/>
            <ac:graphicFrameMk id="7" creationId="{711248C3-9498-A88C-5C36-AFE3E0312586}"/>
          </ac:graphicFrameMkLst>
        </pc:graphicFrameChg>
        <pc:graphicFrameChg chg="add del mod">
          <ac:chgData name="Subir Parida" userId="5adae42a5ff17c16" providerId="LiveId" clId="{2570E06C-6CDE-4131-A690-3FA8836EEC55}" dt="2024-01-22T06:15:17.963" v="2977" actId="21"/>
          <ac:graphicFrameMkLst>
            <pc:docMk/>
            <pc:sldMk cId="1929167127" sldId="326"/>
            <ac:graphicFrameMk id="7" creationId="{EAC6F4B4-070C-2198-C3F6-B2917A74FFCA}"/>
          </ac:graphicFrameMkLst>
        </pc:graphicFrameChg>
        <pc:graphicFrameChg chg="del">
          <ac:chgData name="Subir Parida" userId="5adae42a5ff17c16" providerId="LiveId" clId="{2570E06C-6CDE-4131-A690-3FA8836EEC55}" dt="2024-01-24T05:19:27.402" v="3201" actId="478"/>
          <ac:graphicFrameMkLst>
            <pc:docMk/>
            <pc:sldMk cId="1929167127" sldId="326"/>
            <ac:graphicFrameMk id="8" creationId="{7C6BEC72-70B4-0C0E-34AD-6338A2971DA8}"/>
          </ac:graphicFrameMkLst>
        </pc:graphicFrameChg>
        <pc:graphicFrameChg chg="add del mod">
          <ac:chgData name="Subir Parida" userId="5adae42a5ff17c16" providerId="LiveId" clId="{2570E06C-6CDE-4131-A690-3FA8836EEC55}" dt="2024-01-25T18:27:09.499" v="3450" actId="478"/>
          <ac:graphicFrameMkLst>
            <pc:docMk/>
            <pc:sldMk cId="1929167127" sldId="326"/>
            <ac:graphicFrameMk id="8" creationId="{81CA8887-B1EA-A308-6EC6-7E5616A725A9}"/>
          </ac:graphicFrameMkLst>
        </pc:graphicFrameChg>
        <pc:graphicFrameChg chg="add del mod">
          <ac:chgData name="Subir Parida" userId="5adae42a5ff17c16" providerId="LiveId" clId="{2570E06C-6CDE-4131-A690-3FA8836EEC55}" dt="2024-01-23T06:18:15.823" v="3117" actId="478"/>
          <ac:graphicFrameMkLst>
            <pc:docMk/>
            <pc:sldMk cId="1929167127" sldId="326"/>
            <ac:graphicFrameMk id="8" creationId="{EAC6F4B4-070C-2198-C3F6-B2917A74FFCA}"/>
          </ac:graphicFrameMkLst>
        </pc:graphicFrameChg>
        <pc:graphicFrameChg chg="add del mod">
          <ac:chgData name="Subir Parida" userId="5adae42a5ff17c16" providerId="LiveId" clId="{2570E06C-6CDE-4131-A690-3FA8836EEC55}" dt="2024-01-22T06:19:25.974" v="3091" actId="21"/>
          <ac:graphicFrameMkLst>
            <pc:docMk/>
            <pc:sldMk cId="1929167127" sldId="326"/>
            <ac:graphicFrameMk id="9" creationId="{5E519C08-145F-9E37-01A7-E5E72D88EE0A}"/>
          </ac:graphicFrameMkLst>
        </pc:graphicFrameChg>
        <pc:graphicFrameChg chg="add mod">
          <ac:chgData name="Subir Parida" userId="5adae42a5ff17c16" providerId="LiveId" clId="{2570E06C-6CDE-4131-A690-3FA8836EEC55}" dt="2024-01-22T06:19:34.628" v="3095"/>
          <ac:graphicFrameMkLst>
            <pc:docMk/>
            <pc:sldMk cId="1929167127" sldId="326"/>
            <ac:graphicFrameMk id="11" creationId="{5E519C08-145F-9E37-01A7-E5E72D88EE0A}"/>
          </ac:graphicFrameMkLst>
        </pc:graphicFrameChg>
        <pc:graphicFrameChg chg="del">
          <ac:chgData name="Subir Parida" userId="5adae42a5ff17c16" providerId="LiveId" clId="{2570E06C-6CDE-4131-A690-3FA8836EEC55}" dt="2024-01-22T06:19:27.930" v="3092" actId="478"/>
          <ac:graphicFrameMkLst>
            <pc:docMk/>
            <pc:sldMk cId="1929167127" sldId="326"/>
            <ac:graphicFrameMk id="12" creationId="{01117595-5CAB-71EC-46DA-0BF2E9C9B085}"/>
          </ac:graphicFrameMkLst>
        </pc:graphicFrameChg>
        <pc:graphicFrameChg chg="del">
          <ac:chgData name="Subir Parida" userId="5adae42a5ff17c16" providerId="LiveId" clId="{2570E06C-6CDE-4131-A690-3FA8836EEC55}" dt="2024-01-22T06:15:19.538" v="2978" actId="478"/>
          <ac:graphicFrameMkLst>
            <pc:docMk/>
            <pc:sldMk cId="1929167127" sldId="326"/>
            <ac:graphicFrameMk id="14" creationId="{BABD944A-F459-7D12-84FE-BDA3DA46388B}"/>
          </ac:graphicFrameMkLst>
        </pc:graphicFrameChg>
        <pc:graphicFrameChg chg="del">
          <ac:chgData name="Subir Parida" userId="5adae42a5ff17c16" providerId="LiveId" clId="{2570E06C-6CDE-4131-A690-3FA8836EEC55}" dt="2024-01-22T06:14:16.632" v="2962" actId="478"/>
          <ac:graphicFrameMkLst>
            <pc:docMk/>
            <pc:sldMk cId="1929167127" sldId="326"/>
            <ac:graphicFrameMk id="16" creationId="{A7B4D78F-19D0-56F0-C444-1A6B5D839ED7}"/>
          </ac:graphicFrameMkLst>
        </pc:graphicFrameChg>
      </pc:sldChg>
      <pc:sldChg chg="addSp delSp modSp add mod">
        <pc:chgData name="Subir Parida" userId="5adae42a5ff17c16" providerId="LiveId" clId="{2570E06C-6CDE-4131-A690-3FA8836EEC55}" dt="2024-01-25T18:27:48.946" v="3459"/>
        <pc:sldMkLst>
          <pc:docMk/>
          <pc:sldMk cId="1280748637" sldId="327"/>
        </pc:sldMkLst>
        <pc:graphicFrameChg chg="add del mod">
          <ac:chgData name="Subir Parida" userId="5adae42a5ff17c16" providerId="LiveId" clId="{2570E06C-6CDE-4131-A690-3FA8836EEC55}" dt="2024-01-24T05:19:39.996" v="3207" actId="21"/>
          <ac:graphicFrameMkLst>
            <pc:docMk/>
            <pc:sldMk cId="1280748637" sldId="327"/>
            <ac:graphicFrameMk id="4" creationId="{08A90534-BEE8-71C3-F528-A9C2A9921BA7}"/>
          </ac:graphicFrameMkLst>
        </pc:graphicFrameChg>
        <pc:graphicFrameChg chg="add del mod">
          <ac:chgData name="Subir Parida" userId="5adae42a5ff17c16" providerId="LiveId" clId="{2570E06C-6CDE-4131-A690-3FA8836EEC55}" dt="2024-01-25T18:27:47.281" v="3456" actId="21"/>
          <ac:graphicFrameMkLst>
            <pc:docMk/>
            <pc:sldMk cId="1280748637" sldId="327"/>
            <ac:graphicFrameMk id="4" creationId="{1293782F-034D-7DEC-866E-1705F461BA24}"/>
          </ac:graphicFrameMkLst>
        </pc:graphicFrameChg>
        <pc:graphicFrameChg chg="add del mod">
          <ac:chgData name="Subir Parida" userId="5adae42a5ff17c16" providerId="LiveId" clId="{2570E06C-6CDE-4131-A690-3FA8836EEC55}" dt="2024-01-25T06:06:54.585" v="3221" actId="21"/>
          <ac:graphicFrameMkLst>
            <pc:docMk/>
            <pc:sldMk cId="1280748637" sldId="327"/>
            <ac:graphicFrameMk id="4" creationId="{41CCD6A3-891D-EEA8-9B0A-908F831AED19}"/>
          </ac:graphicFrameMkLst>
        </pc:graphicFrameChg>
        <pc:graphicFrameChg chg="add del mod">
          <ac:chgData name="Subir Parida" userId="5adae42a5ff17c16" providerId="LiveId" clId="{2570E06C-6CDE-4131-A690-3FA8836EEC55}" dt="2024-01-23T06:18:42.947" v="3124" actId="21"/>
          <ac:graphicFrameMkLst>
            <pc:docMk/>
            <pc:sldMk cId="1280748637" sldId="327"/>
            <ac:graphicFrameMk id="4" creationId="{9B32CDBC-37A0-4789-712F-2457469841C5}"/>
          </ac:graphicFrameMkLst>
        </pc:graphicFrameChg>
        <pc:graphicFrameChg chg="add del mod">
          <ac:chgData name="Subir Parida" userId="5adae42a5ff17c16" providerId="LiveId" clId="{2570E06C-6CDE-4131-A690-3FA8836EEC55}" dt="2024-01-22T06:15:42.174" v="2984" actId="21"/>
          <ac:graphicFrameMkLst>
            <pc:docMk/>
            <pc:sldMk cId="1280748637" sldId="327"/>
            <ac:graphicFrameMk id="4" creationId="{ED768B91-F7EA-7F19-DB83-03EA69D1F60E}"/>
          </ac:graphicFrameMkLst>
        </pc:graphicFrameChg>
        <pc:graphicFrameChg chg="add del mod">
          <ac:chgData name="Subir Parida" userId="5adae42a5ff17c16" providerId="LiveId" clId="{2570E06C-6CDE-4131-A690-3FA8836EEC55}" dt="2024-01-25T18:27:48.538" v="3457" actId="478"/>
          <ac:graphicFrameMkLst>
            <pc:docMk/>
            <pc:sldMk cId="1280748637" sldId="327"/>
            <ac:graphicFrameMk id="5" creationId="{41CCD6A3-891D-EEA8-9B0A-908F831AED19}"/>
          </ac:graphicFrameMkLst>
        </pc:graphicFrameChg>
        <pc:graphicFrameChg chg="del">
          <ac:chgData name="Subir Parida" userId="5adae42a5ff17c16" providerId="LiveId" clId="{2570E06C-6CDE-4131-A690-3FA8836EEC55}" dt="2024-01-24T05:19:41.913" v="3208" actId="478"/>
          <ac:graphicFrameMkLst>
            <pc:docMk/>
            <pc:sldMk cId="1280748637" sldId="327"/>
            <ac:graphicFrameMk id="5" creationId="{B170F1EF-C441-A57D-6ABC-08E5713F70FB}"/>
          </ac:graphicFrameMkLst>
        </pc:graphicFrameChg>
        <pc:graphicFrameChg chg="add del mod">
          <ac:chgData name="Subir Parida" userId="5adae42a5ff17c16" providerId="LiveId" clId="{2570E06C-6CDE-4131-A690-3FA8836EEC55}" dt="2024-01-23T06:18:44.378" v="3125" actId="478"/>
          <ac:graphicFrameMkLst>
            <pc:docMk/>
            <pc:sldMk cId="1280748637" sldId="327"/>
            <ac:graphicFrameMk id="5" creationId="{ED768B91-F7EA-7F19-DB83-03EA69D1F60E}"/>
          </ac:graphicFrameMkLst>
        </pc:graphicFrameChg>
        <pc:graphicFrameChg chg="add del mod">
          <ac:chgData name="Subir Parida" userId="5adae42a5ff17c16" providerId="LiveId" clId="{2570E06C-6CDE-4131-A690-3FA8836EEC55}" dt="2024-01-25T06:06:56.142" v="3222" actId="478"/>
          <ac:graphicFrameMkLst>
            <pc:docMk/>
            <pc:sldMk cId="1280748637" sldId="327"/>
            <ac:graphicFrameMk id="7" creationId="{08A90534-BEE8-71C3-F528-A9C2A9921BA7}"/>
          </ac:graphicFrameMkLst>
        </pc:graphicFrameChg>
        <pc:graphicFrameChg chg="add mod">
          <ac:chgData name="Subir Parida" userId="5adae42a5ff17c16" providerId="LiveId" clId="{2570E06C-6CDE-4131-A690-3FA8836EEC55}" dt="2024-01-25T18:27:48.946" v="3459"/>
          <ac:graphicFrameMkLst>
            <pc:docMk/>
            <pc:sldMk cId="1280748637" sldId="327"/>
            <ac:graphicFrameMk id="7" creationId="{1293782F-034D-7DEC-866E-1705F461BA24}"/>
          </ac:graphicFrameMkLst>
        </pc:graphicFrameChg>
        <pc:graphicFrameChg chg="add del mod">
          <ac:chgData name="Subir Parida" userId="5adae42a5ff17c16" providerId="LiveId" clId="{2570E06C-6CDE-4131-A690-3FA8836EEC55}" dt="2024-01-22T06:19:59.313" v="3101" actId="21"/>
          <ac:graphicFrameMkLst>
            <pc:docMk/>
            <pc:sldMk cId="1280748637" sldId="327"/>
            <ac:graphicFrameMk id="7" creationId="{84176838-CBB3-5E52-E809-90BAABF9D3B1}"/>
          </ac:graphicFrameMkLst>
        </pc:graphicFrameChg>
        <pc:graphicFrameChg chg="add mod">
          <ac:chgData name="Subir Parida" userId="5adae42a5ff17c16" providerId="LiveId" clId="{2570E06C-6CDE-4131-A690-3FA8836EEC55}" dt="2024-01-23T06:18:44.866" v="3127"/>
          <ac:graphicFrameMkLst>
            <pc:docMk/>
            <pc:sldMk cId="1280748637" sldId="327"/>
            <ac:graphicFrameMk id="7" creationId="{9B32CDBC-37A0-4789-712F-2457469841C5}"/>
          </ac:graphicFrameMkLst>
        </pc:graphicFrameChg>
        <pc:graphicFrameChg chg="add mod">
          <ac:chgData name="Subir Parida" userId="5adae42a5ff17c16" providerId="LiveId" clId="{2570E06C-6CDE-4131-A690-3FA8836EEC55}" dt="2024-01-22T06:20:01.103" v="3104"/>
          <ac:graphicFrameMkLst>
            <pc:docMk/>
            <pc:sldMk cId="1280748637" sldId="327"/>
            <ac:graphicFrameMk id="8" creationId="{84176838-CBB3-5E52-E809-90BAABF9D3B1}"/>
          </ac:graphicFrameMkLst>
        </pc:graphicFrameChg>
        <pc:graphicFrameChg chg="del">
          <ac:chgData name="Subir Parida" userId="5adae42a5ff17c16" providerId="LiveId" clId="{2570E06C-6CDE-4131-A690-3FA8836EEC55}" dt="2024-01-22T06:20:00.789" v="3102" actId="478"/>
          <ac:graphicFrameMkLst>
            <pc:docMk/>
            <pc:sldMk cId="1280748637" sldId="327"/>
            <ac:graphicFrameMk id="12" creationId="{B622E20C-5C02-8DA3-6B2E-9D45A6B385D6}"/>
          </ac:graphicFrameMkLst>
        </pc:graphicFrameChg>
        <pc:graphicFrameChg chg="del">
          <ac:chgData name="Subir Parida" userId="5adae42a5ff17c16" providerId="LiveId" clId="{2570E06C-6CDE-4131-A690-3FA8836EEC55}" dt="2024-01-22T06:15:43.915" v="2985" actId="478"/>
          <ac:graphicFrameMkLst>
            <pc:docMk/>
            <pc:sldMk cId="1280748637" sldId="327"/>
            <ac:graphicFrameMk id="14" creationId="{A0D1E244-E85C-56E1-4DAC-4B6B145078DA}"/>
          </ac:graphicFrameMkLst>
        </pc:graphicFrameChg>
        <pc:graphicFrameChg chg="del">
          <ac:chgData name="Subir Parida" userId="5adae42a5ff17c16" providerId="LiveId" clId="{2570E06C-6CDE-4131-A690-3FA8836EEC55}" dt="2024-01-22T06:14:19.515" v="2963" actId="478"/>
          <ac:graphicFrameMkLst>
            <pc:docMk/>
            <pc:sldMk cId="1280748637" sldId="327"/>
            <ac:graphicFrameMk id="16" creationId="{67167423-EB61-8931-D390-D6D18F8C0C54}"/>
          </ac:graphicFrameMkLst>
        </pc:graphicFrameChg>
      </pc:sldChg>
      <pc:sldChg chg="addSp delSp modSp add mod">
        <pc:chgData name="Subir Parida" userId="5adae42a5ff17c16" providerId="LiveId" clId="{2570E06C-6CDE-4131-A690-3FA8836EEC55}" dt="2024-01-25T18:29:08.096" v="3466"/>
        <pc:sldMkLst>
          <pc:docMk/>
          <pc:sldMk cId="172492322" sldId="328"/>
        </pc:sldMkLst>
        <pc:graphicFrameChg chg="add del mod">
          <ac:chgData name="Subir Parida" userId="5adae42a5ff17c16" providerId="LiveId" clId="{2570E06C-6CDE-4131-A690-3FA8836EEC55}" dt="2024-01-24T05:19:55.509" v="3214" actId="21"/>
          <ac:graphicFrameMkLst>
            <pc:docMk/>
            <pc:sldMk cId="172492322" sldId="328"/>
            <ac:graphicFrameMk id="4" creationId="{074D08EF-9388-BE3C-E488-C33B877435F8}"/>
          </ac:graphicFrameMkLst>
        </pc:graphicFrameChg>
        <pc:graphicFrameChg chg="add del mod">
          <ac:chgData name="Subir Parida" userId="5adae42a5ff17c16" providerId="LiveId" clId="{2570E06C-6CDE-4131-A690-3FA8836EEC55}" dt="2024-01-25T06:08:36.035" v="3236" actId="21"/>
          <ac:graphicFrameMkLst>
            <pc:docMk/>
            <pc:sldMk cId="172492322" sldId="328"/>
            <ac:graphicFrameMk id="4" creationId="{07B6BC36-BA4E-5EFA-8632-600DF8CC1A42}"/>
          </ac:graphicFrameMkLst>
        </pc:graphicFrameChg>
        <pc:graphicFrameChg chg="add del mod">
          <ac:chgData name="Subir Parida" userId="5adae42a5ff17c16" providerId="LiveId" clId="{2570E06C-6CDE-4131-A690-3FA8836EEC55}" dt="2024-01-25T18:29:05.295" v="3463" actId="21"/>
          <ac:graphicFrameMkLst>
            <pc:docMk/>
            <pc:sldMk cId="172492322" sldId="328"/>
            <ac:graphicFrameMk id="4" creationId="{6535C6E0-8F51-BD63-9DD8-D76E203B124F}"/>
          </ac:graphicFrameMkLst>
        </pc:graphicFrameChg>
        <pc:graphicFrameChg chg="add del mod">
          <ac:chgData name="Subir Parida" userId="5adae42a5ff17c16" providerId="LiveId" clId="{2570E06C-6CDE-4131-A690-3FA8836EEC55}" dt="2024-01-23T06:19:30.708" v="3132" actId="21"/>
          <ac:graphicFrameMkLst>
            <pc:docMk/>
            <pc:sldMk cId="172492322" sldId="328"/>
            <ac:graphicFrameMk id="4" creationId="{75EDE879-0D67-34A4-3A4B-77F165700F64}"/>
          </ac:graphicFrameMkLst>
        </pc:graphicFrameChg>
        <pc:graphicFrameChg chg="add del mod">
          <ac:chgData name="Subir Parida" userId="5adae42a5ff17c16" providerId="LiveId" clId="{2570E06C-6CDE-4131-A690-3FA8836EEC55}" dt="2024-01-22T06:16:11.535" v="2991" actId="21"/>
          <ac:graphicFrameMkLst>
            <pc:docMk/>
            <pc:sldMk cId="172492322" sldId="328"/>
            <ac:graphicFrameMk id="4" creationId="{B0A35227-6736-FDBE-30A1-1DBDB7C593B4}"/>
          </ac:graphicFrameMkLst>
        </pc:graphicFrameChg>
        <pc:graphicFrameChg chg="add del mod">
          <ac:chgData name="Subir Parida" userId="5adae42a5ff17c16" providerId="LiveId" clId="{2570E06C-6CDE-4131-A690-3FA8836EEC55}" dt="2024-01-25T18:29:07.520" v="3464" actId="478"/>
          <ac:graphicFrameMkLst>
            <pc:docMk/>
            <pc:sldMk cId="172492322" sldId="328"/>
            <ac:graphicFrameMk id="5" creationId="{07B6BC36-BA4E-5EFA-8632-600DF8CC1A42}"/>
          </ac:graphicFrameMkLst>
        </pc:graphicFrameChg>
        <pc:graphicFrameChg chg="del">
          <ac:chgData name="Subir Parida" userId="5adae42a5ff17c16" providerId="LiveId" clId="{2570E06C-6CDE-4131-A690-3FA8836EEC55}" dt="2024-01-24T05:19:57.016" v="3215" actId="478"/>
          <ac:graphicFrameMkLst>
            <pc:docMk/>
            <pc:sldMk cId="172492322" sldId="328"/>
            <ac:graphicFrameMk id="5" creationId="{1143C51A-5E17-F58E-42C8-E516EF186E16}"/>
          </ac:graphicFrameMkLst>
        </pc:graphicFrameChg>
        <pc:graphicFrameChg chg="add del mod">
          <ac:chgData name="Subir Parida" userId="5adae42a5ff17c16" providerId="LiveId" clId="{2570E06C-6CDE-4131-A690-3FA8836EEC55}" dt="2024-01-23T06:19:32.421" v="3133" actId="478"/>
          <ac:graphicFrameMkLst>
            <pc:docMk/>
            <pc:sldMk cId="172492322" sldId="328"/>
            <ac:graphicFrameMk id="5" creationId="{B0A35227-6736-FDBE-30A1-1DBDB7C593B4}"/>
          </ac:graphicFrameMkLst>
        </pc:graphicFrameChg>
        <pc:graphicFrameChg chg="add del mod">
          <ac:chgData name="Subir Parida" userId="5adae42a5ff17c16" providerId="LiveId" clId="{2570E06C-6CDE-4131-A690-3FA8836EEC55}" dt="2024-01-25T06:08:37.625" v="3237" actId="478"/>
          <ac:graphicFrameMkLst>
            <pc:docMk/>
            <pc:sldMk cId="172492322" sldId="328"/>
            <ac:graphicFrameMk id="7" creationId="{074D08EF-9388-BE3C-E488-C33B877435F8}"/>
          </ac:graphicFrameMkLst>
        </pc:graphicFrameChg>
        <pc:graphicFrameChg chg="add mod">
          <ac:chgData name="Subir Parida" userId="5adae42a5ff17c16" providerId="LiveId" clId="{2570E06C-6CDE-4131-A690-3FA8836EEC55}" dt="2024-01-25T18:29:08.096" v="3466"/>
          <ac:graphicFrameMkLst>
            <pc:docMk/>
            <pc:sldMk cId="172492322" sldId="328"/>
            <ac:graphicFrameMk id="7" creationId="{6535C6E0-8F51-BD63-9DD8-D76E203B124F}"/>
          </ac:graphicFrameMkLst>
        </pc:graphicFrameChg>
        <pc:graphicFrameChg chg="add mod">
          <ac:chgData name="Subir Parida" userId="5adae42a5ff17c16" providerId="LiveId" clId="{2570E06C-6CDE-4131-A690-3FA8836EEC55}" dt="2024-01-23T06:19:32.955" v="3135"/>
          <ac:graphicFrameMkLst>
            <pc:docMk/>
            <pc:sldMk cId="172492322" sldId="328"/>
            <ac:graphicFrameMk id="7" creationId="{75EDE879-0D67-34A4-3A4B-77F165700F64}"/>
          </ac:graphicFrameMkLst>
        </pc:graphicFrameChg>
        <pc:graphicFrameChg chg="add del mod">
          <ac:chgData name="Subir Parida" userId="5adae42a5ff17c16" providerId="LiveId" clId="{2570E06C-6CDE-4131-A690-3FA8836EEC55}" dt="2024-01-22T06:21:10.031" v="3109" actId="21"/>
          <ac:graphicFrameMkLst>
            <pc:docMk/>
            <pc:sldMk cId="172492322" sldId="328"/>
            <ac:graphicFrameMk id="7" creationId="{D6632804-FB31-7398-95A1-266D47C0F132}"/>
          </ac:graphicFrameMkLst>
        </pc:graphicFrameChg>
        <pc:graphicFrameChg chg="add mod">
          <ac:chgData name="Subir Parida" userId="5adae42a5ff17c16" providerId="LiveId" clId="{2570E06C-6CDE-4131-A690-3FA8836EEC55}" dt="2024-01-22T06:21:12.446" v="3111"/>
          <ac:graphicFrameMkLst>
            <pc:docMk/>
            <pc:sldMk cId="172492322" sldId="328"/>
            <ac:graphicFrameMk id="8" creationId="{D6632804-FB31-7398-95A1-266D47C0F132}"/>
          </ac:graphicFrameMkLst>
        </pc:graphicFrameChg>
        <pc:graphicFrameChg chg="del">
          <ac:chgData name="Subir Parida" userId="5adae42a5ff17c16" providerId="LiveId" clId="{2570E06C-6CDE-4131-A690-3FA8836EEC55}" dt="2024-01-22T06:21:12.079" v="3110" actId="478"/>
          <ac:graphicFrameMkLst>
            <pc:docMk/>
            <pc:sldMk cId="172492322" sldId="328"/>
            <ac:graphicFrameMk id="12" creationId="{D2655726-653F-C2A8-1B39-521130101D75}"/>
          </ac:graphicFrameMkLst>
        </pc:graphicFrameChg>
        <pc:graphicFrameChg chg="del">
          <ac:chgData name="Subir Parida" userId="5adae42a5ff17c16" providerId="LiveId" clId="{2570E06C-6CDE-4131-A690-3FA8836EEC55}" dt="2024-01-22T06:16:13.091" v="2992" actId="478"/>
          <ac:graphicFrameMkLst>
            <pc:docMk/>
            <pc:sldMk cId="172492322" sldId="328"/>
            <ac:graphicFrameMk id="14" creationId="{7D7FF751-CB33-4D49-360A-1DC9CB8A08C3}"/>
          </ac:graphicFrameMkLst>
        </pc:graphicFrameChg>
        <pc:graphicFrameChg chg="del">
          <ac:chgData name="Subir Parida" userId="5adae42a5ff17c16" providerId="LiveId" clId="{2570E06C-6CDE-4131-A690-3FA8836EEC55}" dt="2024-01-22T06:14:21.686" v="2964" actId="478"/>
          <ac:graphicFrameMkLst>
            <pc:docMk/>
            <pc:sldMk cId="172492322" sldId="328"/>
            <ac:graphicFrameMk id="16" creationId="{2174F4B2-A369-CBD6-6DA9-DAB4329E6CDF}"/>
          </ac:graphicFrameMkLst>
        </pc:graphicFrameChg>
      </pc:sldChg>
      <pc:sldChg chg="addSp delSp modSp add mod">
        <pc:chgData name="Subir Parida" userId="5adae42a5ff17c16" providerId="LiveId" clId="{2570E06C-6CDE-4131-A690-3FA8836EEC55}" dt="2024-01-25T18:31:00.305" v="3524"/>
        <pc:sldMkLst>
          <pc:docMk/>
          <pc:sldMk cId="2296389575" sldId="329"/>
        </pc:sldMkLst>
        <pc:graphicFrameChg chg="add del mod">
          <ac:chgData name="Subir Parida" userId="5adae42a5ff17c16" providerId="LiveId" clId="{2570E06C-6CDE-4131-A690-3FA8836EEC55}" dt="2024-01-23T06:23:11.792" v="3193" actId="478"/>
          <ac:graphicFrameMkLst>
            <pc:docMk/>
            <pc:sldMk cId="2296389575" sldId="329"/>
            <ac:graphicFrameMk id="7" creationId="{56F3B3DA-881F-E4A3-FB23-1F85327285DE}"/>
          </ac:graphicFrameMkLst>
        </pc:graphicFrameChg>
        <pc:graphicFrameChg chg="add del mod">
          <ac:chgData name="Subir Parida" userId="5adae42a5ff17c16" providerId="LiveId" clId="{2570E06C-6CDE-4131-A690-3FA8836EEC55}" dt="2024-01-25T18:30:57.884" v="3521" actId="21"/>
          <ac:graphicFrameMkLst>
            <pc:docMk/>
            <pc:sldMk cId="2296389575" sldId="329"/>
            <ac:graphicFrameMk id="7" creationId="{74234C2B-511F-B28A-8C7C-F43A5F7C1C02}"/>
          </ac:graphicFrameMkLst>
        </pc:graphicFrameChg>
        <pc:graphicFrameChg chg="add mod">
          <ac:chgData name="Subir Parida" userId="5adae42a5ff17c16" providerId="LiveId" clId="{2570E06C-6CDE-4131-A690-3FA8836EEC55}" dt="2024-01-22T06:18:12.618" v="3085"/>
          <ac:graphicFrameMkLst>
            <pc:docMk/>
            <pc:sldMk cId="2296389575" sldId="329"/>
            <ac:graphicFrameMk id="8" creationId="{7D68F342-D383-4A46-FC47-86FCB1560A9C}"/>
          </ac:graphicFrameMkLst>
        </pc:graphicFrameChg>
        <pc:graphicFrameChg chg="add del mod">
          <ac:chgData name="Subir Parida" userId="5adae42a5ff17c16" providerId="LiveId" clId="{2570E06C-6CDE-4131-A690-3FA8836EEC55}" dt="2024-01-23T06:23:09.869" v="3192" actId="21"/>
          <ac:graphicFrameMkLst>
            <pc:docMk/>
            <pc:sldMk cId="2296389575" sldId="329"/>
            <ac:graphicFrameMk id="9" creationId="{2EDE7B26-1063-2975-658A-F0660772B890}"/>
          </ac:graphicFrameMkLst>
        </pc:graphicFrameChg>
        <pc:graphicFrameChg chg="del">
          <ac:chgData name="Subir Parida" userId="5adae42a5ff17c16" providerId="LiveId" clId="{2570E06C-6CDE-4131-A690-3FA8836EEC55}" dt="2024-01-25T18:30:59.768" v="3522" actId="478"/>
          <ac:graphicFrameMkLst>
            <pc:docMk/>
            <pc:sldMk cId="2296389575" sldId="329"/>
            <ac:graphicFrameMk id="9" creationId="{78D77647-6044-750A-CEC5-01CA12E45AFF}"/>
          </ac:graphicFrameMkLst>
        </pc:graphicFrameChg>
        <pc:graphicFrameChg chg="add mod">
          <ac:chgData name="Subir Parida" userId="5adae42a5ff17c16" providerId="LiveId" clId="{2570E06C-6CDE-4131-A690-3FA8836EEC55}" dt="2024-01-23T06:23:12.325" v="3195"/>
          <ac:graphicFrameMkLst>
            <pc:docMk/>
            <pc:sldMk cId="2296389575" sldId="329"/>
            <ac:graphicFrameMk id="10" creationId="{2EDE7B26-1063-2975-658A-F0660772B890}"/>
          </ac:graphicFrameMkLst>
        </pc:graphicFrameChg>
        <pc:graphicFrameChg chg="add mod">
          <ac:chgData name="Subir Parida" userId="5adae42a5ff17c16" providerId="LiveId" clId="{2570E06C-6CDE-4131-A690-3FA8836EEC55}" dt="2024-01-25T18:31:00.305" v="3524"/>
          <ac:graphicFrameMkLst>
            <pc:docMk/>
            <pc:sldMk cId="2296389575" sldId="329"/>
            <ac:graphicFrameMk id="10" creationId="{74234C2B-511F-B28A-8C7C-F43A5F7C1C02}"/>
          </ac:graphicFrameMkLst>
        </pc:graphicFrameChg>
        <pc:graphicFrameChg chg="add del mod">
          <ac:chgData name="Subir Parida" userId="5adae42a5ff17c16" providerId="LiveId" clId="{2570E06C-6CDE-4131-A690-3FA8836EEC55}" dt="2024-01-22T06:18:10.960" v="3083" actId="21"/>
          <ac:graphicFrameMkLst>
            <pc:docMk/>
            <pc:sldMk cId="2296389575" sldId="329"/>
            <ac:graphicFrameMk id="11" creationId="{7D68F342-D383-4A46-FC47-86FCB1560A9C}"/>
          </ac:graphicFrameMkLst>
        </pc:graphicFrameChg>
        <pc:graphicFrameChg chg="del">
          <ac:chgData name="Subir Parida" userId="5adae42a5ff17c16" providerId="LiveId" clId="{2570E06C-6CDE-4131-A690-3FA8836EEC55}" dt="2024-01-22T06:18:12.220" v="3084" actId="478"/>
          <ac:graphicFrameMkLst>
            <pc:docMk/>
            <pc:sldMk cId="2296389575" sldId="329"/>
            <ac:graphicFrameMk id="14" creationId="{68F85B42-0D6B-A63D-E14C-C7040716B9C1}"/>
          </ac:graphicFrameMkLst>
        </pc:graphicFrameChg>
        <pc:graphicFrameChg chg="del">
          <ac:chgData name="Subir Parida" userId="5adae42a5ff17c16" providerId="LiveId" clId="{2570E06C-6CDE-4131-A690-3FA8836EEC55}" dt="2024-01-22T06:17:06.286" v="3031" actId="478"/>
          <ac:graphicFrameMkLst>
            <pc:docMk/>
            <pc:sldMk cId="2296389575" sldId="329"/>
            <ac:graphicFrameMk id="16" creationId="{62DEEC70-C092-8DC1-D2AB-DA2DB76D7038}"/>
          </ac:graphicFrameMkLst>
        </pc:graphicFrameChg>
        <pc:graphicFrameChg chg="del">
          <ac:chgData name="Subir Parida" userId="5adae42a5ff17c16" providerId="LiveId" clId="{2570E06C-6CDE-4131-A690-3FA8836EEC55}" dt="2024-01-22T06:14:25.046" v="2965" actId="478"/>
          <ac:graphicFrameMkLst>
            <pc:docMk/>
            <pc:sldMk cId="2296389575" sldId="329"/>
            <ac:graphicFrameMk id="18" creationId="{0B06D846-F376-30D8-5E12-EB8F88591D76}"/>
          </ac:graphicFrameMkLst>
        </pc:graphicFrameChg>
      </pc:sldChg>
      <pc:sldChg chg="addSp delSp modSp add mod">
        <pc:chgData name="Subir Parida" userId="5adae42a5ff17c16" providerId="LiveId" clId="{2570E06C-6CDE-4131-A690-3FA8836EEC55}" dt="2024-01-25T18:30:13.727" v="3497" actId="207"/>
        <pc:sldMkLst>
          <pc:docMk/>
          <pc:sldMk cId="4092029813" sldId="330"/>
        </pc:sldMkLst>
        <pc:graphicFrameChg chg="add del mod">
          <ac:chgData name="Subir Parida" userId="5adae42a5ff17c16" providerId="LiveId" clId="{2570E06C-6CDE-4131-A690-3FA8836EEC55}" dt="2024-01-25T18:30:07.095" v="3493" actId="21"/>
          <ac:graphicFrameMkLst>
            <pc:docMk/>
            <pc:sldMk cId="4092029813" sldId="330"/>
            <ac:graphicFrameMk id="7" creationId="{25B2E119-74AC-62BA-8ECE-BF8AEF57C686}"/>
          </ac:graphicFrameMkLst>
        </pc:graphicFrameChg>
        <pc:graphicFrameChg chg="add del mod">
          <ac:chgData name="Subir Parida" userId="5adae42a5ff17c16" providerId="LiveId" clId="{2570E06C-6CDE-4131-A690-3FA8836EEC55}" dt="2024-01-23T06:21:00.727" v="3145" actId="21"/>
          <ac:graphicFrameMkLst>
            <pc:docMk/>
            <pc:sldMk cId="4092029813" sldId="330"/>
            <ac:graphicFrameMk id="7" creationId="{2A2ED9B9-5D10-A38B-8AB3-B68C744B76A7}"/>
          </ac:graphicFrameMkLst>
        </pc:graphicFrameChg>
        <pc:graphicFrameChg chg="add del mod">
          <ac:chgData name="Subir Parida" userId="5adae42a5ff17c16" providerId="LiveId" clId="{2570E06C-6CDE-4131-A690-3FA8836EEC55}" dt="2024-01-22T06:16:47.559" v="3027" actId="21"/>
          <ac:graphicFrameMkLst>
            <pc:docMk/>
            <pc:sldMk cId="4092029813" sldId="330"/>
            <ac:graphicFrameMk id="7" creationId="{2E85D7DF-84DA-375E-F976-B47BA6958AC5}"/>
          </ac:graphicFrameMkLst>
        </pc:graphicFrameChg>
        <pc:graphicFrameChg chg="add del mod">
          <ac:chgData name="Subir Parida" userId="5adae42a5ff17c16" providerId="LiveId" clId="{2570E06C-6CDE-4131-A690-3FA8836EEC55}" dt="2024-01-23T06:21:04.563" v="3146" actId="478"/>
          <ac:graphicFrameMkLst>
            <pc:docMk/>
            <pc:sldMk cId="4092029813" sldId="330"/>
            <ac:graphicFrameMk id="8" creationId="{2E85D7DF-84DA-375E-F976-B47BA6958AC5}"/>
          </ac:graphicFrameMkLst>
        </pc:graphicFrameChg>
        <pc:graphicFrameChg chg="del">
          <ac:chgData name="Subir Parida" userId="5adae42a5ff17c16" providerId="LiveId" clId="{2570E06C-6CDE-4131-A690-3FA8836EEC55}" dt="2024-01-25T18:30:09.199" v="3494" actId="478"/>
          <ac:graphicFrameMkLst>
            <pc:docMk/>
            <pc:sldMk cId="4092029813" sldId="330"/>
            <ac:graphicFrameMk id="8" creationId="{5281A1BF-D9CE-B5F5-4A3E-4139975FE293}"/>
          </ac:graphicFrameMkLst>
        </pc:graphicFrameChg>
        <pc:graphicFrameChg chg="add mod">
          <ac:chgData name="Subir Parida" userId="5adae42a5ff17c16" providerId="LiveId" clId="{2570E06C-6CDE-4131-A690-3FA8836EEC55}" dt="2024-01-25T18:30:13.727" v="3497" actId="207"/>
          <ac:graphicFrameMkLst>
            <pc:docMk/>
            <pc:sldMk cId="4092029813" sldId="330"/>
            <ac:graphicFrameMk id="9" creationId="{25B2E119-74AC-62BA-8ECE-BF8AEF57C686}"/>
          </ac:graphicFrameMkLst>
        </pc:graphicFrameChg>
        <pc:graphicFrameChg chg="add mod">
          <ac:chgData name="Subir Parida" userId="5adae42a5ff17c16" providerId="LiveId" clId="{2570E06C-6CDE-4131-A690-3FA8836EEC55}" dt="2024-01-23T06:22:22.665" v="3168" actId="1076"/>
          <ac:graphicFrameMkLst>
            <pc:docMk/>
            <pc:sldMk cId="4092029813" sldId="330"/>
            <ac:graphicFrameMk id="9" creationId="{2A2ED9B9-5D10-A38B-8AB3-B68C744B76A7}"/>
          </ac:graphicFrameMkLst>
        </pc:graphicFrameChg>
        <pc:graphicFrameChg chg="add del mod">
          <ac:chgData name="Subir Parida" userId="5adae42a5ff17c16" providerId="LiveId" clId="{2570E06C-6CDE-4131-A690-3FA8836EEC55}" dt="2024-01-22T06:17:58.947" v="3077" actId="21"/>
          <ac:graphicFrameMkLst>
            <pc:docMk/>
            <pc:sldMk cId="4092029813" sldId="330"/>
            <ac:graphicFrameMk id="9" creationId="{8CDB0823-A4D0-D9B5-7051-0363FF21FDA6}"/>
          </ac:graphicFrameMkLst>
        </pc:graphicFrameChg>
        <pc:graphicFrameChg chg="del">
          <ac:chgData name="Subir Parida" userId="5adae42a5ff17c16" providerId="LiveId" clId="{2570E06C-6CDE-4131-A690-3FA8836EEC55}" dt="2024-01-22T06:18:00.604" v="3078" actId="478"/>
          <ac:graphicFrameMkLst>
            <pc:docMk/>
            <pc:sldMk cId="4092029813" sldId="330"/>
            <ac:graphicFrameMk id="10" creationId="{08786F0C-9FCC-809E-B8C3-6F1F703894C6}"/>
          </ac:graphicFrameMkLst>
        </pc:graphicFrameChg>
        <pc:graphicFrameChg chg="add del mod">
          <ac:chgData name="Subir Parida" userId="5adae42a5ff17c16" providerId="LiveId" clId="{2570E06C-6CDE-4131-A690-3FA8836EEC55}" dt="2024-01-22T06:18:03.976" v="3080" actId="21"/>
          <ac:graphicFrameMkLst>
            <pc:docMk/>
            <pc:sldMk cId="4092029813" sldId="330"/>
            <ac:graphicFrameMk id="11" creationId="{7D68F342-D383-4A46-FC47-86FCB1560A9C}"/>
          </ac:graphicFrameMkLst>
        </pc:graphicFrameChg>
        <pc:graphicFrameChg chg="add mod">
          <ac:chgData name="Subir Parida" userId="5adae42a5ff17c16" providerId="LiveId" clId="{2570E06C-6CDE-4131-A690-3FA8836EEC55}" dt="2024-01-22T06:18:00.961" v="3079"/>
          <ac:graphicFrameMkLst>
            <pc:docMk/>
            <pc:sldMk cId="4092029813" sldId="330"/>
            <ac:graphicFrameMk id="12" creationId="{8CDB0823-A4D0-D9B5-7051-0363FF21FDA6}"/>
          </ac:graphicFrameMkLst>
        </pc:graphicFrameChg>
        <pc:graphicFrameChg chg="del">
          <ac:chgData name="Subir Parida" userId="5adae42a5ff17c16" providerId="LiveId" clId="{2570E06C-6CDE-4131-A690-3FA8836EEC55}" dt="2024-01-22T06:16:53.906" v="3028" actId="478"/>
          <ac:graphicFrameMkLst>
            <pc:docMk/>
            <pc:sldMk cId="4092029813" sldId="330"/>
            <ac:graphicFrameMk id="15" creationId="{8F92A8E1-14BE-AAD6-823F-B3A4993D6E7C}"/>
          </ac:graphicFrameMkLst>
        </pc:graphicFrameChg>
        <pc:graphicFrameChg chg="del">
          <ac:chgData name="Subir Parida" userId="5adae42a5ff17c16" providerId="LiveId" clId="{2570E06C-6CDE-4131-A690-3FA8836EEC55}" dt="2024-01-22T06:14:27.951" v="2966" actId="478"/>
          <ac:graphicFrameMkLst>
            <pc:docMk/>
            <pc:sldMk cId="4092029813" sldId="330"/>
            <ac:graphicFrameMk id="17" creationId="{BF58D71A-9BE3-9F12-71A1-8F4E409B7AE9}"/>
          </ac:graphicFrameMkLst>
        </pc:graphicFrameChg>
      </pc:sldChg>
      <pc:sldChg chg="modSp add mod">
        <pc:chgData name="Subir Parida" userId="5adae42a5ff17c16" providerId="LiveId" clId="{2570E06C-6CDE-4131-A690-3FA8836EEC55}" dt="2024-01-25T10:10:32.261" v="3442" actId="20577"/>
        <pc:sldMkLst>
          <pc:docMk/>
          <pc:sldMk cId="839791897" sldId="331"/>
        </pc:sldMkLst>
        <pc:spChg chg="mod">
          <ac:chgData name="Subir Parida" userId="5adae42a5ff17c16" providerId="LiveId" clId="{2570E06C-6CDE-4131-A690-3FA8836EEC55}" dt="2024-01-25T10:10:32.261" v="3442" actId="20577"/>
          <ac:spMkLst>
            <pc:docMk/>
            <pc:sldMk cId="839791897" sldId="331"/>
            <ac:spMk id="3" creationId="{9DD463F7-D779-AD99-8658-63E73DF978AB}"/>
          </ac:spMkLst>
        </pc:spChg>
      </pc:sldChg>
      <pc:sldChg chg="addSp modSp new mod ord">
        <pc:chgData name="Subir Parida" userId="5adae42a5ff17c16" providerId="LiveId" clId="{2570E06C-6CDE-4131-A690-3FA8836EEC55}" dt="2024-01-29T05:47:36.147" v="3531"/>
        <pc:sldMkLst>
          <pc:docMk/>
          <pc:sldMk cId="2325546674" sldId="332"/>
        </pc:sldMkLst>
        <pc:picChg chg="add mod">
          <ac:chgData name="Subir Parida" userId="5adae42a5ff17c16" providerId="LiveId" clId="{2570E06C-6CDE-4131-A690-3FA8836EEC55}" dt="2024-01-29T05:47:16.105" v="3527" actId="1076"/>
          <ac:picMkLst>
            <pc:docMk/>
            <pc:sldMk cId="2325546674" sldId="332"/>
            <ac:picMk id="3" creationId="{672A8A0C-0754-E422-B5F7-51B3627A332F}"/>
          </ac:picMkLst>
        </pc:picChg>
        <pc:picChg chg="add mod">
          <ac:chgData name="Subir Parida" userId="5adae42a5ff17c16" providerId="LiveId" clId="{2570E06C-6CDE-4131-A690-3FA8836EEC55}" dt="2024-01-29T05:47:33.816" v="3529" actId="1076"/>
          <ac:picMkLst>
            <pc:docMk/>
            <pc:sldMk cId="2325546674" sldId="332"/>
            <ac:picMk id="5" creationId="{67C24720-4167-8739-0B75-581BCD04E4E8}"/>
          </ac:picMkLst>
        </pc:picChg>
      </pc:sldChg>
    </pc:docChg>
  </pc:docChgLst>
  <pc:docChgLst>
    <pc:chgData name="Subir Parida" userId="5adae42a5ff17c16" providerId="LiveId" clId="{DC17960A-AB11-49EB-A01C-D49F80081FB8}"/>
    <pc:docChg chg="undo custSel addSld delSld modSld sldOrd">
      <pc:chgData name="Subir Parida" userId="5adae42a5ff17c16" providerId="LiveId" clId="{DC17960A-AB11-49EB-A01C-D49F80081FB8}" dt="2024-01-17T05:55:44.681" v="2553" actId="1036"/>
      <pc:docMkLst>
        <pc:docMk/>
      </pc:docMkLst>
      <pc:sldChg chg="addSp delSp modSp mod">
        <pc:chgData name="Subir Parida" userId="5adae42a5ff17c16" providerId="LiveId" clId="{DC17960A-AB11-49EB-A01C-D49F80081FB8}" dt="2024-01-17T05:13:23.322" v="1724" actId="1038"/>
        <pc:sldMkLst>
          <pc:docMk/>
          <pc:sldMk cId="2428390952" sldId="257"/>
        </pc:sldMkLst>
        <pc:spChg chg="mod">
          <ac:chgData name="Subir Parida" userId="5adae42a5ff17c16" providerId="LiveId" clId="{DC17960A-AB11-49EB-A01C-D49F80081FB8}" dt="2024-01-16T20:08:29.551" v="1343" actId="20577"/>
          <ac:spMkLst>
            <pc:docMk/>
            <pc:sldMk cId="2428390952" sldId="257"/>
            <ac:spMk id="6" creationId="{00000000-0000-0000-0000-000000000000}"/>
          </ac:spMkLst>
        </pc:spChg>
        <pc:graphicFrameChg chg="mod">
          <ac:chgData name="Subir Parida" userId="5adae42a5ff17c16" providerId="LiveId" clId="{DC17960A-AB11-49EB-A01C-D49F80081FB8}" dt="2024-01-16T20:12:37.288" v="1411" actId="20577"/>
          <ac:graphicFrameMkLst>
            <pc:docMk/>
            <pc:sldMk cId="2428390952" sldId="257"/>
            <ac:graphicFrameMk id="2" creationId="{84A11EB6-F581-D9C8-0251-0518A7BC6151}"/>
          </ac:graphicFrameMkLst>
        </pc:graphicFrameChg>
        <pc:graphicFrameChg chg="del mod">
          <ac:chgData name="Subir Parida" userId="5adae42a5ff17c16" providerId="LiveId" clId="{DC17960A-AB11-49EB-A01C-D49F80081FB8}" dt="2024-01-16T20:16:30.511" v="1428" actId="478"/>
          <ac:graphicFrameMkLst>
            <pc:docMk/>
            <pc:sldMk cId="2428390952" sldId="257"/>
            <ac:graphicFrameMk id="3" creationId="{14CBA0DF-1B6B-2BFB-8D8D-49C7AA36F31E}"/>
          </ac:graphicFrameMkLst>
        </pc:graphicFrameChg>
        <pc:graphicFrameChg chg="add mod">
          <ac:chgData name="Subir Parida" userId="5adae42a5ff17c16" providerId="LiveId" clId="{DC17960A-AB11-49EB-A01C-D49F80081FB8}" dt="2024-01-17T05:13:23.322" v="1724" actId="1038"/>
          <ac:graphicFrameMkLst>
            <pc:docMk/>
            <pc:sldMk cId="2428390952" sldId="257"/>
            <ac:graphicFrameMk id="3" creationId="{6644CF82-0F04-1D98-301D-BA68A7C8E60D}"/>
          </ac:graphicFrameMkLst>
        </pc:graphicFrameChg>
        <pc:graphicFrameChg chg="mod">
          <ac:chgData name="Subir Parida" userId="5adae42a5ff17c16" providerId="LiveId" clId="{DC17960A-AB11-49EB-A01C-D49F80081FB8}" dt="2024-01-16T20:16:48.591" v="1429" actId="1076"/>
          <ac:graphicFrameMkLst>
            <pc:docMk/>
            <pc:sldMk cId="2428390952" sldId="257"/>
            <ac:graphicFrameMk id="4" creationId="{9DBDE645-54AE-943A-FC93-B07737B39EB4}"/>
          </ac:graphicFrameMkLst>
        </pc:graphicFrameChg>
        <pc:graphicFrameChg chg="del mod">
          <ac:chgData name="Subir Parida" userId="5adae42a5ff17c16" providerId="LiveId" clId="{DC17960A-AB11-49EB-A01C-D49F80081FB8}" dt="2024-01-17T05:13:13.004" v="1623" actId="478"/>
          <ac:graphicFrameMkLst>
            <pc:docMk/>
            <pc:sldMk cId="2428390952" sldId="257"/>
            <ac:graphicFrameMk id="5" creationId="{B542B676-1E3C-CCF4-E91F-9A7C7FF0DF99}"/>
          </ac:graphicFrameMkLst>
        </pc:graphicFrameChg>
      </pc:sldChg>
      <pc:sldChg chg="modSp del mod">
        <pc:chgData name="Subir Parida" userId="5adae42a5ff17c16" providerId="LiveId" clId="{DC17960A-AB11-49EB-A01C-D49F80081FB8}" dt="2024-01-16T20:14:05.531" v="1425" actId="2696"/>
        <pc:sldMkLst>
          <pc:docMk/>
          <pc:sldMk cId="104386090" sldId="258"/>
        </pc:sldMkLst>
        <pc:spChg chg="mod">
          <ac:chgData name="Subir Parida" userId="5adae42a5ff17c16" providerId="LiveId" clId="{DC17960A-AB11-49EB-A01C-D49F80081FB8}" dt="2024-01-16T20:09:19.683" v="1354" actId="20577"/>
          <ac:spMkLst>
            <pc:docMk/>
            <pc:sldMk cId="104386090" sldId="258"/>
            <ac:spMk id="6" creationId="{00000000-0000-0000-0000-000000000000}"/>
          </ac:spMkLst>
        </pc:spChg>
      </pc:sldChg>
      <pc:sldChg chg="delSp modSp add mod">
        <pc:chgData name="Subir Parida" userId="5adae42a5ff17c16" providerId="LiveId" clId="{DC17960A-AB11-49EB-A01C-D49F80081FB8}" dt="2024-01-16T20:20:32.960" v="1509" actId="1036"/>
        <pc:sldMkLst>
          <pc:docMk/>
          <pc:sldMk cId="1516520951" sldId="258"/>
        </pc:sldMkLst>
        <pc:graphicFrameChg chg="mod">
          <ac:chgData name="Subir Parida" userId="5adae42a5ff17c16" providerId="LiveId" clId="{DC17960A-AB11-49EB-A01C-D49F80081FB8}" dt="2024-01-16T20:20:25.894" v="1500" actId="1037"/>
          <ac:graphicFrameMkLst>
            <pc:docMk/>
            <pc:sldMk cId="1516520951" sldId="258"/>
            <ac:graphicFrameMk id="2" creationId="{00000000-0000-0000-0000-000000000000}"/>
          </ac:graphicFrameMkLst>
        </pc:graphicFrameChg>
        <pc:graphicFrameChg chg="mod">
          <ac:chgData name="Subir Parida" userId="5adae42a5ff17c16" providerId="LiveId" clId="{DC17960A-AB11-49EB-A01C-D49F80081FB8}" dt="2024-01-16T20:20:22.068" v="1490" actId="1037"/>
          <ac:graphicFrameMkLst>
            <pc:docMk/>
            <pc:sldMk cId="1516520951" sldId="258"/>
            <ac:graphicFrameMk id="3" creationId="{00000000-0000-0000-0000-000000000000}"/>
          </ac:graphicFrameMkLst>
        </pc:graphicFrameChg>
        <pc:graphicFrameChg chg="mod">
          <ac:chgData name="Subir Parida" userId="5adae42a5ff17c16" providerId="LiveId" clId="{DC17960A-AB11-49EB-A01C-D49F80081FB8}" dt="2024-01-16T20:20:32.960" v="1509" actId="1036"/>
          <ac:graphicFrameMkLst>
            <pc:docMk/>
            <pc:sldMk cId="1516520951" sldId="258"/>
            <ac:graphicFrameMk id="4" creationId="{00000000-0000-0000-0000-000000000000}"/>
          </ac:graphicFrameMkLst>
        </pc:graphicFrameChg>
        <pc:graphicFrameChg chg="del">
          <ac:chgData name="Subir Parida" userId="5adae42a5ff17c16" providerId="LiveId" clId="{DC17960A-AB11-49EB-A01C-D49F80081FB8}" dt="2024-01-16T20:19:56.186" v="1474" actId="478"/>
          <ac:graphicFrameMkLst>
            <pc:docMk/>
            <pc:sldMk cId="1516520951" sldId="258"/>
            <ac:graphicFrameMk id="5" creationId="{00000000-0000-0000-0000-000000000000}"/>
          </ac:graphicFrameMkLst>
        </pc:graphicFrameChg>
      </pc:sldChg>
      <pc:sldChg chg="ord">
        <pc:chgData name="Subir Parida" userId="5adae42a5ff17c16" providerId="LiveId" clId="{DC17960A-AB11-49EB-A01C-D49F80081FB8}" dt="2024-01-09T16:57:18.093" v="214"/>
        <pc:sldMkLst>
          <pc:docMk/>
          <pc:sldMk cId="1723193605" sldId="260"/>
        </pc:sldMkLst>
      </pc:sldChg>
      <pc:sldChg chg="add">
        <pc:chgData name="Subir Parida" userId="5adae42a5ff17c16" providerId="LiveId" clId="{DC17960A-AB11-49EB-A01C-D49F80081FB8}" dt="2024-01-16T20:14:14.924" v="1426"/>
        <pc:sldMkLst>
          <pc:docMk/>
          <pc:sldMk cId="705089242" sldId="266"/>
        </pc:sldMkLst>
      </pc:sldChg>
      <pc:sldChg chg="addSp modSp del mod">
        <pc:chgData name="Subir Parida" userId="5adae42a5ff17c16" providerId="LiveId" clId="{DC17960A-AB11-49EB-A01C-D49F80081FB8}" dt="2024-01-16T20:14:05.531" v="1425" actId="269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
        <pc:chgData name="Subir Parida" userId="5adae42a5ff17c16" providerId="LiveId" clId="{DC17960A-AB11-49EB-A01C-D49F80081FB8}" dt="2024-01-16T20:14:14.924" v="1426"/>
        <pc:sldMkLst>
          <pc:docMk/>
          <pc:sldMk cId="1976301683" sldId="267"/>
        </pc:sldMkLst>
      </pc:sldChg>
      <pc:sldChg chg="addSp modSp del mod">
        <pc:chgData name="Subir Parida" userId="5adae42a5ff17c16" providerId="LiveId" clId="{DC17960A-AB11-49EB-A01C-D49F80081FB8}" dt="2024-01-16T20:14:05.531" v="1425" actId="2696"/>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modSp del mod">
        <pc:chgData name="Subir Parida" userId="5adae42a5ff17c16" providerId="LiveId" clId="{DC17960A-AB11-49EB-A01C-D49F80081FB8}" dt="2024-01-16T20:14:05.531" v="1425" actId="2696"/>
        <pc:sldMkLst>
          <pc:docMk/>
          <pc:sldMk cId="192496337" sldId="268"/>
        </pc:sldMkLst>
        <pc:spChg chg="mod">
          <ac:chgData name="Subir Parida" userId="5adae42a5ff17c16" providerId="LiveId" clId="{DC17960A-AB11-49EB-A01C-D49F80081FB8}" dt="2024-01-16T20:09:38.183" v="1357" actId="20577"/>
          <ac:spMkLst>
            <pc:docMk/>
            <pc:sldMk cId="192496337" sldId="268"/>
            <ac:spMk id="6" creationId="{00000000-0000-0000-0000-000000000000}"/>
          </ac:spMkLst>
        </pc:spChg>
      </pc:sldChg>
      <pc:sldChg chg="delSp modSp add mod">
        <pc:chgData name="Subir Parida" userId="5adae42a5ff17c16" providerId="LiveId" clId="{DC17960A-AB11-49EB-A01C-D49F80081FB8}" dt="2024-01-16T20:21:04.989" v="1518" actId="1036"/>
        <pc:sldMkLst>
          <pc:docMk/>
          <pc:sldMk cId="1164543401" sldId="268"/>
        </pc:sldMkLst>
        <pc:graphicFrameChg chg="mod">
          <ac:chgData name="Subir Parida" userId="5adae42a5ff17c16" providerId="LiveId" clId="{DC17960A-AB11-49EB-A01C-D49F80081FB8}" dt="2024-01-16T20:21:04.989" v="1518" actId="1036"/>
          <ac:graphicFrameMkLst>
            <pc:docMk/>
            <pc:sldMk cId="1164543401" sldId="268"/>
            <ac:graphicFrameMk id="3" creationId="{00000000-0000-0000-0000-000000000000}"/>
          </ac:graphicFrameMkLst>
        </pc:graphicFrameChg>
        <pc:graphicFrameChg chg="mod">
          <ac:chgData name="Subir Parida" userId="5adae42a5ff17c16" providerId="LiveId" clId="{DC17960A-AB11-49EB-A01C-D49F80081FB8}" dt="2024-01-16T20:20:54.873" v="1511" actId="1076"/>
          <ac:graphicFrameMkLst>
            <pc:docMk/>
            <pc:sldMk cId="1164543401" sldId="268"/>
            <ac:graphicFrameMk id="4" creationId="{00000000-0000-0000-0000-000000000000}"/>
          </ac:graphicFrameMkLst>
        </pc:graphicFrameChg>
        <pc:graphicFrameChg chg="del">
          <ac:chgData name="Subir Parida" userId="5adae42a5ff17c16" providerId="LiveId" clId="{DC17960A-AB11-49EB-A01C-D49F80081FB8}" dt="2024-01-16T20:20:45.843" v="1510" actId="478"/>
          <ac:graphicFrameMkLst>
            <pc:docMk/>
            <pc:sldMk cId="1164543401" sldId="268"/>
            <ac:graphicFrameMk id="7" creationId="{00000000-0000-0000-0000-000000000000}"/>
          </ac:graphicFrameMkLst>
        </pc:graphicFrame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20:17:42.398" v="1435" actId="1076"/>
        <pc:sldMkLst>
          <pc:docMk/>
          <pc:sldMk cId="3620240384" sldId="272"/>
        </pc:sldMkLst>
        <pc:spChg chg="mod">
          <ac:chgData name="Subir Parida" userId="5adae42a5ff17c16" providerId="LiveId" clId="{DC17960A-AB11-49EB-A01C-D49F80081FB8}" dt="2024-01-16T20:08:38.962" v="1349" actId="20577"/>
          <ac:spMkLst>
            <pc:docMk/>
            <pc:sldMk cId="3620240384" sldId="272"/>
            <ac:spMk id="6" creationId="{00000000-0000-0000-0000-000000000000}"/>
          </ac:spMkLst>
        </pc:spChg>
        <pc:graphicFrameChg chg="add mod">
          <ac:chgData name="Subir Parida" userId="5adae42a5ff17c16" providerId="LiveId" clId="{DC17960A-AB11-49EB-A01C-D49F80081FB8}" dt="2024-01-16T20:17:28.972" v="1434" actId="1076"/>
          <ac:graphicFrameMkLst>
            <pc:docMk/>
            <pc:sldMk cId="3620240384" sldId="272"/>
            <ac:graphicFrameMk id="2" creationId="{CED6D29F-2C8B-11C3-BA74-36D4FC3E440E}"/>
          </ac:graphicFrameMkLst>
        </pc:graphicFrameChg>
        <pc:graphicFrameChg chg="mod">
          <ac:chgData name="Subir Parida" userId="5adae42a5ff17c16" providerId="LiveId" clId="{DC17960A-AB11-49EB-A01C-D49F80081FB8}" dt="2024-01-16T20:17:42.398" v="1435" actId="1076"/>
          <ac:graphicFrameMkLst>
            <pc:docMk/>
            <pc:sldMk cId="3620240384" sldId="272"/>
            <ac:graphicFrameMk id="7" creationId="{A4E02CF3-7672-3529-8EDF-E0594069C58D}"/>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graphicFrameChg chg="add del">
          <ac:chgData name="Subir Parida" userId="5adae42a5ff17c16" providerId="LiveId" clId="{DC17960A-AB11-49EB-A01C-D49F80081FB8}" dt="2024-01-16T20:17:19.023" v="1433" actId="478"/>
          <ac:graphicFrameMkLst>
            <pc:docMk/>
            <pc:sldMk cId="3620240384" sldId="272"/>
            <ac:graphicFrameMk id="9" creationId="{7D70D8A6-E68B-0F87-9E83-CE2C79EA26C3}"/>
          </ac:graphicFrameMkLst>
        </pc:graphicFrameChg>
      </pc:sldChg>
      <pc:sldChg chg="del">
        <pc:chgData name="Subir Parida" userId="5adae42a5ff17c16" providerId="LiveId" clId="{DC17960A-AB11-49EB-A01C-D49F80081FB8}" dt="2024-01-16T20:14:05.531" v="1425" actId="2696"/>
        <pc:sldMkLst>
          <pc:docMk/>
          <pc:sldMk cId="889665732" sldId="273"/>
        </pc:sldMkLst>
      </pc:sldChg>
      <pc:sldChg chg="add">
        <pc:chgData name="Subir Parida" userId="5adae42a5ff17c16" providerId="LiveId" clId="{DC17960A-AB11-49EB-A01C-D49F80081FB8}" dt="2024-01-16T20:14:14.924" v="1426"/>
        <pc:sldMkLst>
          <pc:docMk/>
          <pc:sldMk cId="2570246624" sldId="273"/>
        </pc:sldMkLst>
      </pc:sldChg>
      <pc:sldChg chg="add">
        <pc:chgData name="Subir Parida" userId="5adae42a5ff17c16" providerId="LiveId" clId="{DC17960A-AB11-49EB-A01C-D49F80081FB8}" dt="2024-01-17T05:04:24.541" v="1619"/>
        <pc:sldMkLst>
          <pc:docMk/>
          <pc:sldMk cId="978975982" sldId="274"/>
        </pc:sldMkLst>
      </pc:sldChg>
      <pc:sldChg chg="addSp delSp modSp del mod">
        <pc:chgData name="Subir Parida" userId="5adae42a5ff17c16" providerId="LiveId" clId="{DC17960A-AB11-49EB-A01C-D49F80081FB8}" dt="2024-01-17T05:04:18.458" v="1618" actId="2696"/>
        <pc:sldMkLst>
          <pc:docMk/>
          <pc:sldMk cId="3322538773" sldId="274"/>
        </pc:sldMkLst>
        <pc:spChg chg="del">
          <ac:chgData name="Subir Parida" userId="5adae42a5ff17c16" providerId="LiveId" clId="{DC17960A-AB11-49EB-A01C-D49F80081FB8}" dt="2024-01-17T05:00:26.591" v="1520" actId="478"/>
          <ac:spMkLst>
            <pc:docMk/>
            <pc:sldMk cId="3322538773" sldId="274"/>
            <ac:spMk id="2" creationId="{C71AC9B0-8039-56E0-F888-7D26BAA5C2FF}"/>
          </ac:spMkLst>
        </pc:spChg>
        <pc:spChg chg="add del mod">
          <ac:chgData name="Subir Parida" userId="5adae42a5ff17c16" providerId="LiveId" clId="{DC17960A-AB11-49EB-A01C-D49F80081FB8}" dt="2024-01-17T05:00:27.306" v="1521" actId="478"/>
          <ac:spMkLst>
            <pc:docMk/>
            <pc:sldMk cId="3322538773" sldId="274"/>
            <ac:spMk id="4" creationId="{C0C1227C-5E89-F580-5A11-FEDCE47E9887}"/>
          </ac:spMkLst>
        </pc:spChg>
        <pc:spChg chg="add mod">
          <ac:chgData name="Subir Parida" userId="5adae42a5ff17c16" providerId="LiveId" clId="{DC17960A-AB11-49EB-A01C-D49F80081FB8}" dt="2024-01-17T05:02:47.520" v="1599" actId="207"/>
          <ac:spMkLst>
            <pc:docMk/>
            <pc:sldMk cId="3322538773" sldId="274"/>
            <ac:spMk id="5" creationId="{194D1F85-A882-6F6F-13AB-9BFB56A71BE3}"/>
          </ac:spMkLst>
        </pc:spChg>
        <pc:spChg chg="add mod">
          <ac:chgData name="Subir Parida" userId="5adae42a5ff17c16" providerId="LiveId" clId="{DC17960A-AB11-49EB-A01C-D49F80081FB8}" dt="2024-01-17T05:04:01.005" v="1617" actId="207"/>
          <ac:spMkLst>
            <pc:docMk/>
            <pc:sldMk cId="3322538773" sldId="274"/>
            <ac:spMk id="6" creationId="{2380A65C-BB1D-BEFD-0595-1AAF03C4A8EF}"/>
          </ac:spMkLst>
        </pc:spChg>
        <pc:graphicFrameChg chg="add mod">
          <ac:chgData name="Subir Parida" userId="5adae42a5ff17c16" providerId="LiveId" clId="{DC17960A-AB11-49EB-A01C-D49F80081FB8}" dt="2024-01-17T05:02:16.938" v="1575" actId="14100"/>
          <ac:graphicFrameMkLst>
            <pc:docMk/>
            <pc:sldMk cId="3322538773" sldId="274"/>
            <ac:graphicFrameMk id="7" creationId="{93F829F9-F601-54D2-4FD0-F2A55085E23C}"/>
          </ac:graphicFrameMkLst>
        </pc:graphicFrameChg>
        <pc:graphicFrameChg chg="add mod">
          <ac:chgData name="Subir Parida" userId="5adae42a5ff17c16" providerId="LiveId" clId="{DC17960A-AB11-49EB-A01C-D49F80081FB8}" dt="2024-01-17T05:03:49.169" v="1616"/>
          <ac:graphicFrameMkLst>
            <pc:docMk/>
            <pc:sldMk cId="3322538773" sldId="274"/>
            <ac:graphicFrameMk id="8" creationId="{BE2F5A50-FF1E-E4A5-C3BD-A48F916D035C}"/>
          </ac:graphicFrameMkLst>
        </pc:graphicFrameChg>
      </pc:sldChg>
      <pc:sldChg chg="addSp modSp del mod">
        <pc:chgData name="Subir Parida" userId="5adae42a5ff17c16" providerId="LiveId" clId="{DC17960A-AB11-49EB-A01C-D49F80081FB8}" dt="2024-01-16T20:14:05.531" v="1425" actId="269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
        <pc:chgData name="Subir Parida" userId="5adae42a5ff17c16" providerId="LiveId" clId="{DC17960A-AB11-49EB-A01C-D49F80081FB8}" dt="2024-01-16T20:14:14.924" v="1426"/>
        <pc:sldMkLst>
          <pc:docMk/>
          <pc:sldMk cId="3961949584" sldId="283"/>
        </pc:sldMkLst>
      </pc:sldChg>
      <pc:sldChg chg="addSp delSp modSp mod">
        <pc:chgData name="Subir Parida" userId="5adae42a5ff17c16" providerId="LiveId" clId="{DC17960A-AB11-49EB-A01C-D49F80081FB8}" dt="2024-01-16T20:18:11.606" v="1438" actId="1076"/>
        <pc:sldMkLst>
          <pc:docMk/>
          <pc:sldMk cId="3592857757" sldId="285"/>
        </pc:sldMkLst>
        <pc:spChg chg="mod">
          <ac:chgData name="Subir Parida" userId="5adae42a5ff17c16" providerId="LiveId" clId="{DC17960A-AB11-49EB-A01C-D49F80081FB8}" dt="2024-01-16T20:10:51.169" v="1384" actId="20577"/>
          <ac:spMkLst>
            <pc:docMk/>
            <pc:sldMk cId="3592857757" sldId="285"/>
            <ac:spMk id="6" creationId="{00000000-0000-0000-0000-000000000000}"/>
          </ac:spMkLst>
        </pc:spChg>
        <pc:graphicFrameChg chg="add del mod">
          <ac:chgData name="Subir Parida" userId="5adae42a5ff17c16" providerId="LiveId" clId="{DC17960A-AB11-49EB-A01C-D49F80081FB8}" dt="2024-01-16T20:17:58.163" v="1436" actId="478"/>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6T20:18:06.082" v="1437"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6T20:18:11.606" v="1438"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20:18:47.335" v="1469" actId="1036"/>
        <pc:sldMkLst>
          <pc:docMk/>
          <pc:sldMk cId="1335882902" sldId="292"/>
        </pc:sldMkLst>
        <pc:spChg chg="mod">
          <ac:chgData name="Subir Parida" userId="5adae42a5ff17c16" providerId="LiveId" clId="{DC17960A-AB11-49EB-A01C-D49F80081FB8}" dt="2024-01-16T20:11:05.872" v="1388" actId="14100"/>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7" creationId="{1C8F7D12-AD3A-EAC3-8294-A5C75E18F905}"/>
          </ac:graphicFrameMkLst>
        </pc:graphicFrameChg>
        <pc:graphicFrameChg chg="add del mod">
          <ac:chgData name="Subir Parida" userId="5adae42a5ff17c16" providerId="LiveId" clId="{DC17960A-AB11-49EB-A01C-D49F80081FB8}" dt="2024-01-16T20:18:18.498" v="1439" actId="478"/>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20:18:47.335" v="1469" actId="103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7T05:41:19.624" v="1826"/>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graphicFrameChg chg="add mod">
          <ac:chgData name="Subir Parida" userId="5adae42a5ff17c16" providerId="LiveId" clId="{DC17960A-AB11-49EB-A01C-D49F80081FB8}" dt="2024-01-17T05:41:19.624" v="1826"/>
          <ac:graphicFrameMkLst>
            <pc:docMk/>
            <pc:sldMk cId="2864906130" sldId="296"/>
            <ac:graphicFrameMk id="11" creationId="{CBB83E64-8FBB-F977-E8E9-AA582D9F6C85}"/>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6T20:19:11.705" v="1472" actId="1076"/>
        <pc:sldMkLst>
          <pc:docMk/>
          <pc:sldMk cId="1449524869" sldId="299"/>
        </pc:sldMkLst>
        <pc:spChg chg="mod">
          <ac:chgData name="Subir Parida" userId="5adae42a5ff17c16" providerId="LiveId" clId="{DC17960A-AB11-49EB-A01C-D49F80081FB8}" dt="2024-01-16T20:11:44.425" v="1402"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6T20:19:11.705" v="1472"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6T20:19:04.072" v="1471"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del mod">
          <ac:chgData name="Subir Parida" userId="5adae42a5ff17c16" providerId="LiveId" clId="{DC17960A-AB11-49EB-A01C-D49F80081FB8}" dt="2024-01-16T20:18:57.661" v="1470" actId="478"/>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6T20:11:55.166" v="1406" actId="20577"/>
        <pc:sldMkLst>
          <pc:docMk/>
          <pc:sldMk cId="1656213815" sldId="300"/>
        </pc:sldMkLst>
        <pc:spChg chg="mod">
          <ac:chgData name="Subir Parida" userId="5adae42a5ff17c16" providerId="LiveId" clId="{DC17960A-AB11-49EB-A01C-D49F80081FB8}" dt="2024-01-16T20:11:55.166" v="1406" actId="20577"/>
          <ac:spMkLst>
            <pc:docMk/>
            <pc:sldMk cId="1656213815" sldId="300"/>
            <ac:spMk id="2" creationId="{9FD45EEA-DEE2-D357-3BB2-3A464BAD3121}"/>
          </ac:spMkLst>
        </pc:spChg>
      </pc:sldChg>
      <pc:sldChg chg="addSp delSp modSp add del mod">
        <pc:chgData name="Subir Parida" userId="5adae42a5ff17c16" providerId="LiveId" clId="{DC17960A-AB11-49EB-A01C-D49F80081FB8}" dt="2024-01-16T20:14:05.531" v="1425" actId="2696"/>
        <pc:sldMkLst>
          <pc:docMk/>
          <pc:sldMk cId="1404148089" sldId="301"/>
        </pc:sldMkLst>
        <pc:spChg chg="del">
          <ac:chgData name="Subir Parida" userId="5adae42a5ff17c16" providerId="LiveId" clId="{DC17960A-AB11-49EB-A01C-D49F80081FB8}" dt="2024-01-16T20:09:53.932" v="1359" actId="478"/>
          <ac:spMkLst>
            <pc:docMk/>
            <pc:sldMk cId="1404148089" sldId="301"/>
            <ac:spMk id="2" creationId="{C71AC9B0-8039-56E0-F888-7D26BAA5C2FF}"/>
          </ac:spMkLst>
        </pc:spChg>
        <pc:spChg chg="add del mod">
          <ac:chgData name="Subir Parida" userId="5adae42a5ff17c16" providerId="LiveId" clId="{DC17960A-AB11-49EB-A01C-D49F80081FB8}" dt="2024-01-16T20:09:58.302" v="1360" actId="478"/>
          <ac:spMkLst>
            <pc:docMk/>
            <pc:sldMk cId="1404148089" sldId="301"/>
            <ac:spMk id="4" creationId="{6184148F-AB19-021D-1109-34928B4B568D}"/>
          </ac:spMkLst>
        </pc:spChg>
        <pc:spChg chg="add mod">
          <ac:chgData name="Subir Parida" userId="5adae42a5ff17c16" providerId="LiveId" clId="{DC17960A-AB11-49EB-A01C-D49F80081FB8}" dt="2024-01-16T20:10:18.887" v="1374" actId="20577"/>
          <ac:spMkLst>
            <pc:docMk/>
            <pc:sldMk cId="1404148089" sldId="301"/>
            <ac:spMk id="5" creationId="{199A0A84-01FB-D577-F7E5-335C40AF4058}"/>
          </ac:spMkLst>
        </pc:spChg>
      </pc:sldChg>
      <pc:sldChg chg="add">
        <pc:chgData name="Subir Parida" userId="5adae42a5ff17c16" providerId="LiveId" clId="{DC17960A-AB11-49EB-A01C-D49F80081FB8}" dt="2024-01-16T20:14:14.924" v="1426"/>
        <pc:sldMkLst>
          <pc:docMk/>
          <pc:sldMk cId="2272852544" sldId="301"/>
        </pc:sldMkLst>
      </pc:sldChg>
      <pc:sldChg chg="modSp add mod">
        <pc:chgData name="Subir Parida" userId="5adae42a5ff17c16" providerId="LiveId" clId="{DC17960A-AB11-49EB-A01C-D49F80081FB8}" dt="2024-01-16T20:10:36.420" v="1379" actId="20577"/>
        <pc:sldMkLst>
          <pc:docMk/>
          <pc:sldMk cId="2008402149" sldId="302"/>
        </pc:sldMkLst>
        <pc:spChg chg="mod">
          <ac:chgData name="Subir Parida" userId="5adae42a5ff17c16" providerId="LiveId" clId="{DC17960A-AB11-49EB-A01C-D49F80081FB8}" dt="2024-01-16T20:10:36.420" v="1379" actId="20577"/>
          <ac:spMkLst>
            <pc:docMk/>
            <pc:sldMk cId="2008402149" sldId="302"/>
            <ac:spMk id="5" creationId="{199A0A84-01FB-D577-F7E5-335C40AF4058}"/>
          </ac:spMkLst>
        </pc:spChg>
      </pc:sldChg>
      <pc:sldChg chg="modSp add mod">
        <pc:chgData name="Subir Parida" userId="5adae42a5ff17c16" providerId="LiveId" clId="{DC17960A-AB11-49EB-A01C-D49F80081FB8}" dt="2024-01-16T20:11:33.395" v="1397" actId="20577"/>
        <pc:sldMkLst>
          <pc:docMk/>
          <pc:sldMk cId="1378165757" sldId="303"/>
        </pc:sldMkLst>
        <pc:spChg chg="mod">
          <ac:chgData name="Subir Parida" userId="5adae42a5ff17c16" providerId="LiveId" clId="{DC17960A-AB11-49EB-A01C-D49F80081FB8}" dt="2024-01-16T20:11:33.395" v="1397" actId="20577"/>
          <ac:spMkLst>
            <pc:docMk/>
            <pc:sldMk cId="1378165757" sldId="303"/>
            <ac:spMk id="5" creationId="{199A0A84-01FB-D577-F7E5-335C40AF4058}"/>
          </ac:spMkLst>
        </pc:spChg>
      </pc:sldChg>
      <pc:sldChg chg="add">
        <pc:chgData name="Subir Parida" userId="5adae42a5ff17c16" providerId="LiveId" clId="{DC17960A-AB11-49EB-A01C-D49F80081FB8}" dt="2024-01-16T20:15:55.395" v="1427"/>
        <pc:sldMkLst>
          <pc:docMk/>
          <pc:sldMk cId="2480307294" sldId="304"/>
        </pc:sldMkLst>
      </pc:sldChg>
      <pc:sldChg chg="add">
        <pc:chgData name="Subir Parida" userId="5adae42a5ff17c16" providerId="LiveId" clId="{DC17960A-AB11-49EB-A01C-D49F80081FB8}" dt="2024-01-16T20:15:55.395" v="1427"/>
        <pc:sldMkLst>
          <pc:docMk/>
          <pc:sldMk cId="212221708" sldId="305"/>
        </pc:sldMkLst>
      </pc:sldChg>
      <pc:sldChg chg="add">
        <pc:chgData name="Subir Parida" userId="5adae42a5ff17c16" providerId="LiveId" clId="{DC17960A-AB11-49EB-A01C-D49F80081FB8}" dt="2024-01-16T20:15:55.395" v="1427"/>
        <pc:sldMkLst>
          <pc:docMk/>
          <pc:sldMk cId="3533115484" sldId="306"/>
        </pc:sldMkLst>
      </pc:sldChg>
      <pc:sldChg chg="add">
        <pc:chgData name="Subir Parida" userId="5adae42a5ff17c16" providerId="LiveId" clId="{DC17960A-AB11-49EB-A01C-D49F80081FB8}" dt="2024-01-16T20:15:55.395" v="1427"/>
        <pc:sldMkLst>
          <pc:docMk/>
          <pc:sldMk cId="1339213217" sldId="307"/>
        </pc:sldMkLst>
      </pc:sldChg>
      <pc:sldChg chg="add">
        <pc:chgData name="Subir Parida" userId="5adae42a5ff17c16" providerId="LiveId" clId="{DC17960A-AB11-49EB-A01C-D49F80081FB8}" dt="2024-01-16T20:15:55.395" v="1427"/>
        <pc:sldMkLst>
          <pc:docMk/>
          <pc:sldMk cId="320455378" sldId="308"/>
        </pc:sldMkLst>
      </pc:sldChg>
      <pc:sldChg chg="add">
        <pc:chgData name="Subir Parida" userId="5adae42a5ff17c16" providerId="LiveId" clId="{DC17960A-AB11-49EB-A01C-D49F80081FB8}" dt="2024-01-16T20:15:55.395" v="1427"/>
        <pc:sldMkLst>
          <pc:docMk/>
          <pc:sldMk cId="613131756" sldId="309"/>
        </pc:sldMkLst>
      </pc:sldChg>
      <pc:sldChg chg="add">
        <pc:chgData name="Subir Parida" userId="5adae42a5ff17c16" providerId="LiveId" clId="{DC17960A-AB11-49EB-A01C-D49F80081FB8}" dt="2024-01-16T20:15:55.395" v="1427"/>
        <pc:sldMkLst>
          <pc:docMk/>
          <pc:sldMk cId="3083175923" sldId="310"/>
        </pc:sldMkLst>
      </pc:sldChg>
      <pc:sldChg chg="add">
        <pc:chgData name="Subir Parida" userId="5adae42a5ff17c16" providerId="LiveId" clId="{DC17960A-AB11-49EB-A01C-D49F80081FB8}" dt="2024-01-17T05:00:22.676" v="1519"/>
        <pc:sldMkLst>
          <pc:docMk/>
          <pc:sldMk cId="930369616" sldId="311"/>
        </pc:sldMkLst>
      </pc:sldChg>
      <pc:sldChg chg="addSp delSp modSp add mod">
        <pc:chgData name="Subir Parida" userId="5adae42a5ff17c16" providerId="LiveId" clId="{DC17960A-AB11-49EB-A01C-D49F80081FB8}" dt="2024-01-17T05:19:39.003" v="1742" actId="1076"/>
        <pc:sldMkLst>
          <pc:docMk/>
          <pc:sldMk cId="3714125114" sldId="312"/>
        </pc:sldMkLst>
        <pc:graphicFrameChg chg="add mod">
          <ac:chgData name="Subir Parida" userId="5adae42a5ff17c16" providerId="LiveId" clId="{DC17960A-AB11-49EB-A01C-D49F80081FB8}" dt="2024-01-17T05:19:39.003" v="1742" actId="1076"/>
          <ac:graphicFrameMkLst>
            <pc:docMk/>
            <pc:sldMk cId="3714125114" sldId="312"/>
            <ac:graphicFrameMk id="2" creationId="{4A246157-E4D8-E397-7EDE-35A36EDA3DAE}"/>
          </ac:graphicFrameMkLst>
        </pc:graphicFrameChg>
        <pc:graphicFrameChg chg="add mod">
          <ac:chgData name="Subir Parida" userId="5adae42a5ff17c16" providerId="LiveId" clId="{DC17960A-AB11-49EB-A01C-D49F80081FB8}" dt="2024-01-17T05:19:20.484" v="1741" actId="1076"/>
          <ac:graphicFrameMkLst>
            <pc:docMk/>
            <pc:sldMk cId="3714125114" sldId="312"/>
            <ac:graphicFrameMk id="3" creationId="{12B72E8A-EA44-7031-793B-E41A708ED708}"/>
          </ac:graphicFrameMkLst>
        </pc:graphicFrameChg>
        <pc:graphicFrameChg chg="del">
          <ac:chgData name="Subir Parida" userId="5adae42a5ff17c16" providerId="LiveId" clId="{DC17960A-AB11-49EB-A01C-D49F80081FB8}" dt="2024-01-17T05:18:57.982" v="1737" actId="478"/>
          <ac:graphicFrameMkLst>
            <pc:docMk/>
            <pc:sldMk cId="3714125114" sldId="312"/>
            <ac:graphicFrameMk id="7" creationId="{93F829F9-F601-54D2-4FD0-F2A55085E23C}"/>
          </ac:graphicFrameMkLst>
        </pc:graphicFrameChg>
        <pc:graphicFrameChg chg="del mod">
          <ac:chgData name="Subir Parida" userId="5adae42a5ff17c16" providerId="LiveId" clId="{DC17960A-AB11-49EB-A01C-D49F80081FB8}" dt="2024-01-17T05:17:44.984" v="1732" actId="478"/>
          <ac:graphicFrameMkLst>
            <pc:docMk/>
            <pc:sldMk cId="3714125114" sldId="312"/>
            <ac:graphicFrameMk id="8" creationId="{BE2F5A50-FF1E-E4A5-C3BD-A48F916D035C}"/>
          </ac:graphicFrameMkLst>
        </pc:graphicFrameChg>
      </pc:sldChg>
      <pc:sldChg chg="addSp delSp modSp add mod">
        <pc:chgData name="Subir Parida" userId="5adae42a5ff17c16" providerId="LiveId" clId="{DC17960A-AB11-49EB-A01C-D49F80081FB8}" dt="2024-01-17T05:23:36.195" v="1757" actId="1076"/>
        <pc:sldMkLst>
          <pc:docMk/>
          <pc:sldMk cId="4076434929" sldId="313"/>
        </pc:sldMkLst>
        <pc:graphicFrameChg chg="add mod">
          <ac:chgData name="Subir Parida" userId="5adae42a5ff17c16" providerId="LiveId" clId="{DC17960A-AB11-49EB-A01C-D49F80081FB8}" dt="2024-01-17T05:23:36.195" v="1757" actId="1076"/>
          <ac:graphicFrameMkLst>
            <pc:docMk/>
            <pc:sldMk cId="4076434929" sldId="313"/>
            <ac:graphicFrameMk id="2" creationId="{CDA9408D-3244-1F23-FA2F-161B1B77DE66}"/>
          </ac:graphicFrameMkLst>
        </pc:graphicFrameChg>
        <pc:graphicFrameChg chg="add mod">
          <ac:chgData name="Subir Parida" userId="5adae42a5ff17c16" providerId="LiveId" clId="{DC17960A-AB11-49EB-A01C-D49F80081FB8}" dt="2024-01-17T05:23:29.996" v="1756" actId="1076"/>
          <ac:graphicFrameMkLst>
            <pc:docMk/>
            <pc:sldMk cId="4076434929" sldId="313"/>
            <ac:graphicFrameMk id="3" creationId="{6760B92D-AC1F-4C42-AC39-30607E426B23}"/>
          </ac:graphicFrameMkLst>
        </pc:graphicFrameChg>
        <pc:graphicFrameChg chg="del">
          <ac:chgData name="Subir Parida" userId="5adae42a5ff17c16" providerId="LiveId" clId="{DC17960A-AB11-49EB-A01C-D49F80081FB8}" dt="2024-01-17T05:23:18.027" v="1753" actId="478"/>
          <ac:graphicFrameMkLst>
            <pc:docMk/>
            <pc:sldMk cId="4076434929" sldId="313"/>
            <ac:graphicFrameMk id="7" creationId="{93F829F9-F601-54D2-4FD0-F2A55085E23C}"/>
          </ac:graphicFrameMkLst>
        </pc:graphicFrameChg>
        <pc:graphicFrameChg chg="del">
          <ac:chgData name="Subir Parida" userId="5adae42a5ff17c16" providerId="LiveId" clId="{DC17960A-AB11-49EB-A01C-D49F80081FB8}" dt="2024-01-17T05:22:21.346" v="1748" actId="478"/>
          <ac:graphicFrameMkLst>
            <pc:docMk/>
            <pc:sldMk cId="4076434929" sldId="313"/>
            <ac:graphicFrameMk id="8" creationId="{BE2F5A50-FF1E-E4A5-C3BD-A48F916D035C}"/>
          </ac:graphicFrameMkLst>
        </pc:graphicFrameChg>
      </pc:sldChg>
      <pc:sldChg chg="addSp delSp modSp add mod">
        <pc:chgData name="Subir Parida" userId="5adae42a5ff17c16" providerId="LiveId" clId="{DC17960A-AB11-49EB-A01C-D49F80081FB8}" dt="2024-01-17T05:26:46.700" v="1772" actId="1076"/>
        <pc:sldMkLst>
          <pc:docMk/>
          <pc:sldMk cId="1954816640" sldId="314"/>
        </pc:sldMkLst>
        <pc:graphicFrameChg chg="del">
          <ac:chgData name="Subir Parida" userId="5adae42a5ff17c16" providerId="LiveId" clId="{DC17960A-AB11-49EB-A01C-D49F80081FB8}" dt="2024-01-17T05:26:18.426" v="1766" actId="478"/>
          <ac:graphicFrameMkLst>
            <pc:docMk/>
            <pc:sldMk cId="1954816640" sldId="314"/>
            <ac:graphicFrameMk id="2" creationId="{CDA9408D-3244-1F23-FA2F-161B1B77DE66}"/>
          </ac:graphicFrameMkLst>
        </pc:graphicFrameChg>
        <pc:graphicFrameChg chg="del">
          <ac:chgData name="Subir Parida" userId="5adae42a5ff17c16" providerId="LiveId" clId="{DC17960A-AB11-49EB-A01C-D49F80081FB8}" dt="2024-01-17T05:26:22.197" v="1768" actId="478"/>
          <ac:graphicFrameMkLst>
            <pc:docMk/>
            <pc:sldMk cId="1954816640" sldId="314"/>
            <ac:graphicFrameMk id="3" creationId="{6760B92D-AC1F-4C42-AC39-30607E426B23}"/>
          </ac:graphicFrameMkLst>
        </pc:graphicFrameChg>
        <pc:graphicFrameChg chg="add mod">
          <ac:chgData name="Subir Parida" userId="5adae42a5ff17c16" providerId="LiveId" clId="{DC17960A-AB11-49EB-A01C-D49F80081FB8}" dt="2024-01-17T05:26:46.700" v="1772" actId="1076"/>
          <ac:graphicFrameMkLst>
            <pc:docMk/>
            <pc:sldMk cId="1954816640" sldId="314"/>
            <ac:graphicFrameMk id="4" creationId="{7DC75EAF-4940-4359-6F4C-FE1E3EEDDA55}"/>
          </ac:graphicFrameMkLst>
        </pc:graphicFrameChg>
        <pc:graphicFrameChg chg="add mod">
          <ac:chgData name="Subir Parida" userId="5adae42a5ff17c16" providerId="LiveId" clId="{DC17960A-AB11-49EB-A01C-D49F80081FB8}" dt="2024-01-17T05:26:37.721" v="1771" actId="1076"/>
          <ac:graphicFrameMkLst>
            <pc:docMk/>
            <pc:sldMk cId="1954816640" sldId="314"/>
            <ac:graphicFrameMk id="7" creationId="{4C8B5FAF-CDCA-B97E-F61F-3DBF80A205E6}"/>
          </ac:graphicFrameMkLst>
        </pc:graphicFrameChg>
      </pc:sldChg>
      <pc:sldChg chg="addSp delSp modSp add mod">
        <pc:chgData name="Subir Parida" userId="5adae42a5ff17c16" providerId="LiveId" clId="{DC17960A-AB11-49EB-A01C-D49F80081FB8}" dt="2024-01-17T05:31:50.322" v="1791" actId="1076"/>
        <pc:sldMkLst>
          <pc:docMk/>
          <pc:sldMk cId="2654986474" sldId="315"/>
        </pc:sldMkLst>
        <pc:spChg chg="mod">
          <ac:chgData name="Subir Parida" userId="5adae42a5ff17c16" providerId="LiveId" clId="{DC17960A-AB11-49EB-A01C-D49F80081FB8}" dt="2024-01-17T05:31:50.322" v="1791" actId="1076"/>
          <ac:spMkLst>
            <pc:docMk/>
            <pc:sldMk cId="2654986474" sldId="315"/>
            <ac:spMk id="5" creationId="{194D1F85-A882-6F6F-13AB-9BFB56A71BE3}"/>
          </ac:spMkLst>
        </pc:spChg>
        <pc:graphicFrameChg chg="add mod">
          <ac:chgData name="Subir Parida" userId="5adae42a5ff17c16" providerId="LiveId" clId="{DC17960A-AB11-49EB-A01C-D49F80081FB8}" dt="2024-01-17T05:31:39.155" v="1789" actId="14100"/>
          <ac:graphicFrameMkLst>
            <pc:docMk/>
            <pc:sldMk cId="2654986474" sldId="315"/>
            <ac:graphicFrameMk id="2" creationId="{1EA86762-28FB-06FD-8891-1887F7FE8C27}"/>
          </ac:graphicFrameMkLst>
        </pc:graphicFrameChg>
        <pc:graphicFrameChg chg="add mod">
          <ac:chgData name="Subir Parida" userId="5adae42a5ff17c16" providerId="LiveId" clId="{DC17960A-AB11-49EB-A01C-D49F80081FB8}" dt="2024-01-17T05:31:46.365" v="1790" actId="1076"/>
          <ac:graphicFrameMkLst>
            <pc:docMk/>
            <pc:sldMk cId="2654986474" sldId="315"/>
            <ac:graphicFrameMk id="3" creationId="{9720BEFE-407D-C5DD-1F16-29D1E4507CFC}"/>
          </ac:graphicFrameMkLst>
        </pc:graphicFrameChg>
        <pc:graphicFrameChg chg="del">
          <ac:chgData name="Subir Parida" userId="5adae42a5ff17c16" providerId="LiveId" clId="{DC17960A-AB11-49EB-A01C-D49F80081FB8}" dt="2024-01-17T05:31:19.985" v="1784" actId="478"/>
          <ac:graphicFrameMkLst>
            <pc:docMk/>
            <pc:sldMk cId="2654986474" sldId="315"/>
            <ac:graphicFrameMk id="4" creationId="{7DC75EAF-4940-4359-6F4C-FE1E3EEDDA55}"/>
          </ac:graphicFrameMkLst>
        </pc:graphicFrameChg>
        <pc:graphicFrameChg chg="del">
          <ac:chgData name="Subir Parida" userId="5adae42a5ff17c16" providerId="LiveId" clId="{DC17960A-AB11-49EB-A01C-D49F80081FB8}" dt="2024-01-17T05:31:24.995" v="1786" actId="478"/>
          <ac:graphicFrameMkLst>
            <pc:docMk/>
            <pc:sldMk cId="2654986474" sldId="315"/>
            <ac:graphicFrameMk id="7" creationId="{4C8B5FAF-CDCA-B97E-F61F-3DBF80A205E6}"/>
          </ac:graphicFrameMkLst>
        </pc:graphicFrameChg>
      </pc:sldChg>
      <pc:sldChg chg="delSp add mod">
        <pc:chgData name="Subir Parida" userId="5adae42a5ff17c16" providerId="LiveId" clId="{DC17960A-AB11-49EB-A01C-D49F80081FB8}" dt="2024-01-17T05:27:07.908" v="1776" actId="478"/>
        <pc:sldMkLst>
          <pc:docMk/>
          <pc:sldMk cId="1113109495" sldId="316"/>
        </pc:sldMkLst>
        <pc:graphicFrameChg chg="del">
          <ac:chgData name="Subir Parida" userId="5adae42a5ff17c16" providerId="LiveId" clId="{DC17960A-AB11-49EB-A01C-D49F80081FB8}" dt="2024-01-17T05:27:07.908" v="1776" actId="478"/>
          <ac:graphicFrameMkLst>
            <pc:docMk/>
            <pc:sldMk cId="1113109495" sldId="316"/>
            <ac:graphicFrameMk id="4" creationId="{7DC75EAF-4940-4359-6F4C-FE1E3EEDDA55}"/>
          </ac:graphicFrameMkLst>
        </pc:graphicFrameChg>
        <pc:graphicFrameChg chg="del">
          <ac:chgData name="Subir Parida" userId="5adae42a5ff17c16" providerId="LiveId" clId="{DC17960A-AB11-49EB-A01C-D49F80081FB8}" dt="2024-01-17T05:27:06.305" v="1775" actId="478"/>
          <ac:graphicFrameMkLst>
            <pc:docMk/>
            <pc:sldMk cId="1113109495" sldId="316"/>
            <ac:graphicFrameMk id="7" creationId="{4C8B5FAF-CDCA-B97E-F61F-3DBF80A205E6}"/>
          </ac:graphicFrameMkLst>
        </pc:graphicFrameChg>
      </pc:sldChg>
      <pc:sldChg chg="addSp delSp modSp add mod">
        <pc:chgData name="Subir Parida" userId="5adae42a5ff17c16" providerId="LiveId" clId="{DC17960A-AB11-49EB-A01C-D49F80081FB8}" dt="2024-01-17T05:37:19.937" v="1807" actId="1076"/>
        <pc:sldMkLst>
          <pc:docMk/>
          <pc:sldMk cId="1397477579" sldId="317"/>
        </pc:sldMkLst>
        <pc:graphicFrameChg chg="del">
          <ac:chgData name="Subir Parida" userId="5adae42a5ff17c16" providerId="LiveId" clId="{DC17960A-AB11-49EB-A01C-D49F80081FB8}" dt="2024-01-17T05:36:55.108" v="1801" actId="478"/>
          <ac:graphicFrameMkLst>
            <pc:docMk/>
            <pc:sldMk cId="1397477579" sldId="317"/>
            <ac:graphicFrameMk id="2" creationId="{1EA86762-28FB-06FD-8891-1887F7FE8C27}"/>
          </ac:graphicFrameMkLst>
        </pc:graphicFrameChg>
        <pc:graphicFrameChg chg="del">
          <ac:chgData name="Subir Parida" userId="5adae42a5ff17c16" providerId="LiveId" clId="{DC17960A-AB11-49EB-A01C-D49F80081FB8}" dt="2024-01-17T05:36:53.488" v="1800" actId="478"/>
          <ac:graphicFrameMkLst>
            <pc:docMk/>
            <pc:sldMk cId="1397477579" sldId="317"/>
            <ac:graphicFrameMk id="3" creationId="{9720BEFE-407D-C5DD-1F16-29D1E4507CFC}"/>
          </ac:graphicFrameMkLst>
        </pc:graphicFrameChg>
        <pc:graphicFrameChg chg="add mod">
          <ac:chgData name="Subir Parida" userId="5adae42a5ff17c16" providerId="LiveId" clId="{DC17960A-AB11-49EB-A01C-D49F80081FB8}" dt="2024-01-17T05:37:14.149" v="1806" actId="1076"/>
          <ac:graphicFrameMkLst>
            <pc:docMk/>
            <pc:sldMk cId="1397477579" sldId="317"/>
            <ac:graphicFrameMk id="4" creationId="{70779B8D-8BE8-0A0F-3F7C-4CE88BC18ED7}"/>
          </ac:graphicFrameMkLst>
        </pc:graphicFrameChg>
        <pc:graphicFrameChg chg="add mod">
          <ac:chgData name="Subir Parida" userId="5adae42a5ff17c16" providerId="LiveId" clId="{DC17960A-AB11-49EB-A01C-D49F80081FB8}" dt="2024-01-17T05:37:19.937" v="1807" actId="1076"/>
          <ac:graphicFrameMkLst>
            <pc:docMk/>
            <pc:sldMk cId="1397477579" sldId="317"/>
            <ac:graphicFrameMk id="7" creationId="{D2922F86-DC10-9370-F21A-871688E80DA7}"/>
          </ac:graphicFrameMkLst>
        </pc:graphicFrameChg>
      </pc:sldChg>
      <pc:sldChg chg="addSp delSp modSp add mod">
        <pc:chgData name="Subir Parida" userId="5adae42a5ff17c16" providerId="LiveId" clId="{DC17960A-AB11-49EB-A01C-D49F80081FB8}" dt="2024-01-17T05:40:43.688" v="1823" actId="1076"/>
        <pc:sldMkLst>
          <pc:docMk/>
          <pc:sldMk cId="2151113842" sldId="318"/>
        </pc:sldMkLst>
        <pc:graphicFrameChg chg="add mod">
          <ac:chgData name="Subir Parida" userId="5adae42a5ff17c16" providerId="LiveId" clId="{DC17960A-AB11-49EB-A01C-D49F80081FB8}" dt="2024-01-17T05:40:39.172" v="1822" actId="1076"/>
          <ac:graphicFrameMkLst>
            <pc:docMk/>
            <pc:sldMk cId="2151113842" sldId="318"/>
            <ac:graphicFrameMk id="2" creationId="{D7D3F9E1-3E85-98A3-CE04-663F991384A5}"/>
          </ac:graphicFrameMkLst>
        </pc:graphicFrameChg>
        <pc:graphicFrameChg chg="add mod">
          <ac:chgData name="Subir Parida" userId="5adae42a5ff17c16" providerId="LiveId" clId="{DC17960A-AB11-49EB-A01C-D49F80081FB8}" dt="2024-01-17T05:40:43.688" v="1823" actId="1076"/>
          <ac:graphicFrameMkLst>
            <pc:docMk/>
            <pc:sldMk cId="2151113842" sldId="318"/>
            <ac:graphicFrameMk id="3" creationId="{CBB83E64-8FBB-F977-E8E9-AA582D9F6C85}"/>
          </ac:graphicFrameMkLst>
        </pc:graphicFrameChg>
        <pc:graphicFrameChg chg="del">
          <ac:chgData name="Subir Parida" userId="5adae42a5ff17c16" providerId="LiveId" clId="{DC17960A-AB11-49EB-A01C-D49F80081FB8}" dt="2024-01-17T05:40:21.028" v="1818" actId="478"/>
          <ac:graphicFrameMkLst>
            <pc:docMk/>
            <pc:sldMk cId="2151113842" sldId="318"/>
            <ac:graphicFrameMk id="4" creationId="{70779B8D-8BE8-0A0F-3F7C-4CE88BC18ED7}"/>
          </ac:graphicFrameMkLst>
        </pc:graphicFrameChg>
        <pc:graphicFrameChg chg="del">
          <ac:chgData name="Subir Parida" userId="5adae42a5ff17c16" providerId="LiveId" clId="{DC17960A-AB11-49EB-A01C-D49F80081FB8}" dt="2024-01-17T05:40:11.806" v="1816" actId="478"/>
          <ac:graphicFrameMkLst>
            <pc:docMk/>
            <pc:sldMk cId="2151113842" sldId="318"/>
            <ac:graphicFrameMk id="7" creationId="{D2922F86-DC10-9370-F21A-871688E80DA7}"/>
          </ac:graphicFrameMkLst>
        </pc:graphicFrameChg>
      </pc:sldChg>
      <pc:sldChg chg="addSp delSp modSp add mod">
        <pc:chgData name="Subir Parida" userId="5adae42a5ff17c16" providerId="LiveId" clId="{DC17960A-AB11-49EB-A01C-D49F80081FB8}" dt="2024-01-17T05:49:30.684" v="2093" actId="1076"/>
        <pc:sldMkLst>
          <pc:docMk/>
          <pc:sldMk cId="3602797273" sldId="319"/>
        </pc:sldMkLst>
        <pc:spChg chg="del">
          <ac:chgData name="Subir Parida" userId="5adae42a5ff17c16" providerId="LiveId" clId="{DC17960A-AB11-49EB-A01C-D49F80081FB8}" dt="2024-01-17T05:41:29.491" v="1828" actId="478"/>
          <ac:spMkLst>
            <pc:docMk/>
            <pc:sldMk cId="3602797273" sldId="319"/>
            <ac:spMk id="2" creationId="{C9E9ACBE-671C-1C8B-E2E3-CD0D1E835A38}"/>
          </ac:spMkLst>
        </pc:spChg>
        <pc:spChg chg="mod">
          <ac:chgData name="Subir Parida" userId="5adae42a5ff17c16" providerId="LiveId" clId="{DC17960A-AB11-49EB-A01C-D49F80081FB8}" dt="2024-01-17T05:41:40.680" v="1857" actId="6549"/>
          <ac:spMkLst>
            <pc:docMk/>
            <pc:sldMk cId="3602797273" sldId="319"/>
            <ac:spMk id="6" creationId="{00000000-0000-0000-0000-000000000000}"/>
          </ac:spMkLst>
        </pc:spChg>
        <pc:spChg chg="del">
          <ac:chgData name="Subir Parida" userId="5adae42a5ff17c16" providerId="LiveId" clId="{DC17960A-AB11-49EB-A01C-D49F80081FB8}" dt="2024-01-17T05:41:29.491" v="1828" actId="478"/>
          <ac:spMkLst>
            <pc:docMk/>
            <pc:sldMk cId="3602797273" sldId="319"/>
            <ac:spMk id="7" creationId="{DA0F25E0-BD63-F91F-80F4-2163A75B0588}"/>
          </ac:spMkLst>
        </pc:spChg>
        <pc:spChg chg="del">
          <ac:chgData name="Subir Parida" userId="5adae42a5ff17c16" providerId="LiveId" clId="{DC17960A-AB11-49EB-A01C-D49F80081FB8}" dt="2024-01-17T05:41:29.491" v="1828" actId="478"/>
          <ac:spMkLst>
            <pc:docMk/>
            <pc:sldMk cId="3602797273" sldId="319"/>
            <ac:spMk id="8" creationId="{507293F9-18DC-4462-47EB-2E2BBD2E93FC}"/>
          </ac:spMkLst>
        </pc:spChg>
        <pc:spChg chg="del">
          <ac:chgData name="Subir Parida" userId="5adae42a5ff17c16" providerId="LiveId" clId="{DC17960A-AB11-49EB-A01C-D49F80081FB8}" dt="2024-01-17T05:41:29.491" v="1828" actId="478"/>
          <ac:spMkLst>
            <pc:docMk/>
            <pc:sldMk cId="3602797273" sldId="319"/>
            <ac:spMk id="10" creationId="{1B5B8554-1F98-2F8C-0FAA-D9EF0693B23F}"/>
          </ac:spMkLst>
        </pc:spChg>
        <pc:spChg chg="add mod">
          <ac:chgData name="Subir Parida" userId="5adae42a5ff17c16" providerId="LiveId" clId="{DC17960A-AB11-49EB-A01C-D49F80081FB8}" dt="2024-01-17T05:46:49.270" v="1904" actId="1076"/>
          <ac:spMkLst>
            <pc:docMk/>
            <pc:sldMk cId="3602797273" sldId="319"/>
            <ac:spMk id="12" creationId="{152251DE-6A8F-C52A-0DD7-28910A9002F8}"/>
          </ac:spMkLst>
        </pc:spChg>
        <pc:spChg chg="add mod">
          <ac:chgData name="Subir Parida" userId="5adae42a5ff17c16" providerId="LiveId" clId="{DC17960A-AB11-49EB-A01C-D49F80081FB8}" dt="2024-01-17T05:46:24.974" v="1901" actId="1076"/>
          <ac:spMkLst>
            <pc:docMk/>
            <pc:sldMk cId="3602797273" sldId="319"/>
            <ac:spMk id="13" creationId="{2DB2FF21-7A4E-5B87-A1AC-D7B53011CA6C}"/>
          </ac:spMkLst>
        </pc:spChg>
        <pc:spChg chg="add mod">
          <ac:chgData name="Subir Parida" userId="5adae42a5ff17c16" providerId="LiveId" clId="{DC17960A-AB11-49EB-A01C-D49F80081FB8}" dt="2024-01-17T05:46:19.500" v="1900" actId="1076"/>
          <ac:spMkLst>
            <pc:docMk/>
            <pc:sldMk cId="3602797273" sldId="319"/>
            <ac:spMk id="14" creationId="{B71EDE5C-8A2C-F395-B6D3-B9C379880489}"/>
          </ac:spMkLst>
        </pc:spChg>
        <pc:spChg chg="add mod">
          <ac:chgData name="Subir Parida" userId="5adae42a5ff17c16" providerId="LiveId" clId="{DC17960A-AB11-49EB-A01C-D49F80081FB8}" dt="2024-01-17T05:47:00.014" v="1905" actId="1076"/>
          <ac:spMkLst>
            <pc:docMk/>
            <pc:sldMk cId="3602797273" sldId="319"/>
            <ac:spMk id="15" creationId="{A85F3EC8-52E1-8761-EF86-21A4D94CF26D}"/>
          </ac:spMkLst>
        </pc:spChg>
        <pc:graphicFrameChg chg="del">
          <ac:chgData name="Subir Parida" userId="5adae42a5ff17c16" providerId="LiveId" clId="{DC17960A-AB11-49EB-A01C-D49F80081FB8}" dt="2024-01-17T05:41:29.491" v="1828" actId="478"/>
          <ac:graphicFrameMkLst>
            <pc:docMk/>
            <pc:sldMk cId="3602797273" sldId="319"/>
            <ac:graphicFrameMk id="3" creationId="{E167F9F6-974A-275C-095E-6DBD84FF49AF}"/>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4" creationId="{A52229EA-0F56-7771-F61D-AA4477DB09EC}"/>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5" creationId="{E5D1D8DA-E7A3-EC41-0250-C7BD300B2554}"/>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9" creationId="{37BA96A7-7B00-D537-04E9-65B6AEC55F7E}"/>
          </ac:graphicFrameMkLst>
        </pc:graphicFrameChg>
        <pc:graphicFrameChg chg="add mod">
          <ac:chgData name="Subir Parida" userId="5adae42a5ff17c16" providerId="LiveId" clId="{DC17960A-AB11-49EB-A01C-D49F80081FB8}" dt="2024-01-17T05:49:20.532" v="2092" actId="1076"/>
          <ac:graphicFrameMkLst>
            <pc:docMk/>
            <pc:sldMk cId="3602797273" sldId="319"/>
            <ac:graphicFrameMk id="11" creationId="{375F34B9-3AA8-8AFD-2ECC-110ED5DB28E4}"/>
          </ac:graphicFrameMkLst>
        </pc:graphicFrameChg>
        <pc:graphicFrameChg chg="add mod">
          <ac:chgData name="Subir Parida" userId="5adae42a5ff17c16" providerId="LiveId" clId="{DC17960A-AB11-49EB-A01C-D49F80081FB8}" dt="2024-01-17T05:49:30.684" v="2093" actId="1076"/>
          <ac:graphicFrameMkLst>
            <pc:docMk/>
            <pc:sldMk cId="3602797273" sldId="319"/>
            <ac:graphicFrameMk id="16" creationId="{8F4BAF9D-7E3B-6396-064C-0402F29F09D8}"/>
          </ac:graphicFrameMkLst>
        </pc:graphicFrameChg>
        <pc:graphicFrameChg chg="add del mod">
          <ac:chgData name="Subir Parida" userId="5adae42a5ff17c16" providerId="LiveId" clId="{DC17960A-AB11-49EB-A01C-D49F80081FB8}" dt="2024-01-17T05:44:10.824" v="1878" actId="21"/>
          <ac:graphicFrameMkLst>
            <pc:docMk/>
            <pc:sldMk cId="3602797273" sldId="319"/>
            <ac:graphicFrameMk id="17" creationId="{21BDB136-9406-27A2-8A8A-9E86CFCB411E}"/>
          </ac:graphicFrameMkLst>
        </pc:graphicFrameChg>
        <pc:graphicFrameChg chg="add mod">
          <ac:chgData name="Subir Parida" userId="5adae42a5ff17c16" providerId="LiveId" clId="{DC17960A-AB11-49EB-A01C-D49F80081FB8}" dt="2024-01-17T05:48:56.903" v="2085" actId="14100"/>
          <ac:graphicFrameMkLst>
            <pc:docMk/>
            <pc:sldMk cId="3602797273" sldId="319"/>
            <ac:graphicFrameMk id="18" creationId="{CC872549-022B-7271-2E14-E22A0614B293}"/>
          </ac:graphicFrameMkLst>
        </pc:graphicFrameChg>
        <pc:graphicFrameChg chg="add del mod">
          <ac:chgData name="Subir Parida" userId="5adae42a5ff17c16" providerId="LiveId" clId="{DC17960A-AB11-49EB-A01C-D49F80081FB8}" dt="2024-01-17T05:44:50.136" v="1884" actId="21"/>
          <ac:graphicFrameMkLst>
            <pc:docMk/>
            <pc:sldMk cId="3602797273" sldId="319"/>
            <ac:graphicFrameMk id="19" creationId="{B51DDEB5-1045-89DF-A261-B3E7B9D2004C}"/>
          </ac:graphicFrameMkLst>
        </pc:graphicFrameChg>
        <pc:graphicFrameChg chg="add del mod">
          <ac:chgData name="Subir Parida" userId="5adae42a5ff17c16" providerId="LiveId" clId="{DC17960A-AB11-49EB-A01C-D49F80081FB8}" dt="2024-01-17T05:45:24.612" v="1889" actId="21"/>
          <ac:graphicFrameMkLst>
            <pc:docMk/>
            <pc:sldMk cId="3602797273" sldId="319"/>
            <ac:graphicFrameMk id="20" creationId="{FCECAB3F-561C-BDDF-0DAD-EC2A98F5DEDE}"/>
          </ac:graphicFrameMkLst>
        </pc:graphicFrameChg>
        <pc:graphicFrameChg chg="add mod">
          <ac:chgData name="Subir Parida" userId="5adae42a5ff17c16" providerId="LiveId" clId="{DC17960A-AB11-49EB-A01C-D49F80081FB8}" dt="2024-01-17T05:49:02.849" v="2089" actId="14100"/>
          <ac:graphicFrameMkLst>
            <pc:docMk/>
            <pc:sldMk cId="3602797273" sldId="319"/>
            <ac:graphicFrameMk id="21" creationId="{2A909057-274E-54B1-D0C5-42FB189E998B}"/>
          </ac:graphicFrameMkLst>
        </pc:graphicFrameChg>
      </pc:sldChg>
      <pc:sldChg chg="addSp modSp add mod">
        <pc:chgData name="Subir Parida" userId="5adae42a5ff17c16" providerId="LiveId" clId="{DC17960A-AB11-49EB-A01C-D49F80081FB8}" dt="2024-01-17T05:50:54.291" v="2130" actId="1037"/>
        <pc:sldMkLst>
          <pc:docMk/>
          <pc:sldMk cId="737586626" sldId="320"/>
        </pc:sldMkLst>
        <pc:spChg chg="add mod">
          <ac:chgData name="Subir Parida" userId="5adae42a5ff17c16" providerId="LiveId" clId="{DC17960A-AB11-49EB-A01C-D49F80081FB8}" dt="2024-01-17T05:47:39.159" v="1908"/>
          <ac:spMkLst>
            <pc:docMk/>
            <pc:sldMk cId="737586626" sldId="320"/>
            <ac:spMk id="3" creationId="{6F93DBB2-EE44-74E0-0864-E5B433F494C6}"/>
          </ac:spMkLst>
        </pc:spChg>
        <pc:spChg chg="add mod">
          <ac:chgData name="Subir Parida" userId="5adae42a5ff17c16" providerId="LiveId" clId="{DC17960A-AB11-49EB-A01C-D49F80081FB8}" dt="2024-01-17T05:47:39.159" v="1908"/>
          <ac:spMkLst>
            <pc:docMk/>
            <pc:sldMk cId="737586626" sldId="320"/>
            <ac:spMk id="4" creationId="{8B083378-37FA-D3D1-55C0-84E17C1ECC27}"/>
          </ac:spMkLst>
        </pc:spChg>
        <pc:spChg chg="add mod">
          <ac:chgData name="Subir Parida" userId="5adae42a5ff17c16" providerId="LiveId" clId="{DC17960A-AB11-49EB-A01C-D49F80081FB8}" dt="2024-01-17T05:47:39.159" v="1908"/>
          <ac:spMkLst>
            <pc:docMk/>
            <pc:sldMk cId="737586626" sldId="320"/>
            <ac:spMk id="5" creationId="{63BC4A10-DF38-365D-39EE-75EE0A433ACC}"/>
          </ac:spMkLst>
        </pc:spChg>
        <pc:spChg chg="mod">
          <ac:chgData name="Subir Parida" userId="5adae42a5ff17c16" providerId="LiveId" clId="{DC17960A-AB11-49EB-A01C-D49F80081FB8}" dt="2024-01-17T05:41:55.166" v="1868" actId="20577"/>
          <ac:spMkLst>
            <pc:docMk/>
            <pc:sldMk cId="737586626" sldId="320"/>
            <ac:spMk id="6" creationId="{00000000-0000-0000-0000-000000000000}"/>
          </ac:spMkLst>
        </pc:spChg>
        <pc:spChg chg="add mod">
          <ac:chgData name="Subir Parida" userId="5adae42a5ff17c16" providerId="LiveId" clId="{DC17960A-AB11-49EB-A01C-D49F80081FB8}" dt="2024-01-17T05:47:39.159" v="1908"/>
          <ac:spMkLst>
            <pc:docMk/>
            <pc:sldMk cId="737586626" sldId="320"/>
            <ac:spMk id="7" creationId="{6454BA89-1E73-EA2B-0EA7-FD904CF73EBC}"/>
          </ac:spMkLst>
        </pc:spChg>
        <pc:graphicFrameChg chg="add mod">
          <ac:chgData name="Subir Parida" userId="5adae42a5ff17c16" providerId="LiveId" clId="{DC17960A-AB11-49EB-A01C-D49F80081FB8}" dt="2024-01-17T05:49:56.413" v="2114" actId="1076"/>
          <ac:graphicFrameMkLst>
            <pc:docMk/>
            <pc:sldMk cId="737586626" sldId="320"/>
            <ac:graphicFrameMk id="2" creationId="{4D2F23CE-EA43-5227-EC3A-F519B41C4D39}"/>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7" creationId="{21BDB136-9406-27A2-8A8A-9E86CFCB411E}"/>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9" creationId="{B51DDEB5-1045-89DF-A261-B3E7B9D2004C}"/>
          </ac:graphicFrameMkLst>
        </pc:graphicFrameChg>
        <pc:graphicFrameChg chg="add mod">
          <ac:chgData name="Subir Parida" userId="5adae42a5ff17c16" providerId="LiveId" clId="{DC17960A-AB11-49EB-A01C-D49F80081FB8}" dt="2024-01-17T05:50:21.710" v="2116" actId="1076"/>
          <ac:graphicFrameMkLst>
            <pc:docMk/>
            <pc:sldMk cId="737586626" sldId="320"/>
            <ac:graphicFrameMk id="20" creationId="{FCECAB3F-561C-BDDF-0DAD-EC2A98F5DEDE}"/>
          </ac:graphicFrameMkLst>
        </pc:graphicFrameChg>
      </pc:sldChg>
      <pc:sldChg chg="addSp delSp modSp add mod">
        <pc:chgData name="Subir Parida" userId="5adae42a5ff17c16" providerId="LiveId" clId="{DC17960A-AB11-49EB-A01C-D49F80081FB8}" dt="2024-01-17T05:54:34.155" v="2540" actId="1076"/>
        <pc:sldMkLst>
          <pc:docMk/>
          <pc:sldMk cId="2094475131" sldId="321"/>
        </pc:sldMkLst>
        <pc:spChg chg="add mod">
          <ac:chgData name="Subir Parida" userId="5adae42a5ff17c16" providerId="LiveId" clId="{DC17960A-AB11-49EB-A01C-D49F80081FB8}" dt="2024-01-17T05:47:44.148" v="1909"/>
          <ac:spMkLst>
            <pc:docMk/>
            <pc:sldMk cId="2094475131" sldId="321"/>
            <ac:spMk id="2" creationId="{4A3BBF1E-035C-9C46-EE8A-D797C78C53DB}"/>
          </ac:spMkLst>
        </pc:spChg>
        <pc:spChg chg="add mod">
          <ac:chgData name="Subir Parida" userId="5adae42a5ff17c16" providerId="LiveId" clId="{DC17960A-AB11-49EB-A01C-D49F80081FB8}" dt="2024-01-17T05:47:44.148" v="1909"/>
          <ac:spMkLst>
            <pc:docMk/>
            <pc:sldMk cId="2094475131" sldId="321"/>
            <ac:spMk id="3" creationId="{2C7C4C4A-49C5-5BF7-25C6-A83D28B14206}"/>
          </ac:spMkLst>
        </pc:spChg>
        <pc:spChg chg="add mod">
          <ac:chgData name="Subir Parida" userId="5adae42a5ff17c16" providerId="LiveId" clId="{DC17960A-AB11-49EB-A01C-D49F80081FB8}" dt="2024-01-17T05:47:44.148" v="1909"/>
          <ac:spMkLst>
            <pc:docMk/>
            <pc:sldMk cId="2094475131" sldId="321"/>
            <ac:spMk id="4" creationId="{AD880FCC-1202-A4B3-CBEF-BC3B37E50691}"/>
          </ac:spMkLst>
        </pc:spChg>
        <pc:spChg chg="add mod">
          <ac:chgData name="Subir Parida" userId="5adae42a5ff17c16" providerId="LiveId" clId="{DC17960A-AB11-49EB-A01C-D49F80081FB8}" dt="2024-01-17T05:47:44.148" v="1909"/>
          <ac:spMkLst>
            <pc:docMk/>
            <pc:sldMk cId="2094475131" sldId="321"/>
            <ac:spMk id="5" creationId="{B208D258-E8AF-127C-9235-52547B0453B3}"/>
          </ac:spMkLst>
        </pc:spChg>
        <pc:graphicFrameChg chg="add mod">
          <ac:chgData name="Subir Parida" userId="5adae42a5ff17c16" providerId="LiveId" clId="{DC17960A-AB11-49EB-A01C-D49F80081FB8}" dt="2024-01-17T05:54:17.235" v="2538" actId="1076"/>
          <ac:graphicFrameMkLst>
            <pc:docMk/>
            <pc:sldMk cId="2094475131" sldId="321"/>
            <ac:graphicFrameMk id="7" creationId="{C3EEE630-0C85-78DE-7CA1-3D4FCEF6B007}"/>
          </ac:graphicFrameMkLst>
        </pc:graphicFrameChg>
        <pc:graphicFrameChg chg="add del mod">
          <ac:chgData name="Subir Parida" userId="5adae42a5ff17c16" providerId="LiveId" clId="{DC17960A-AB11-49EB-A01C-D49F80081FB8}" dt="2024-01-17T05:51:24.605" v="2132" actId="21"/>
          <ac:graphicFrameMkLst>
            <pc:docMk/>
            <pc:sldMk cId="2094475131" sldId="321"/>
            <ac:graphicFrameMk id="8" creationId="{B26EABA3-F85F-116A-4659-494B00BBDC71}"/>
          </ac:graphicFrameMkLst>
        </pc:graphicFrameChg>
        <pc:graphicFrameChg chg="add mod">
          <ac:chgData name="Subir Parida" userId="5adae42a5ff17c16" providerId="LiveId" clId="{DC17960A-AB11-49EB-A01C-D49F80081FB8}" dt="2024-01-17T05:51:53.174" v="2135"/>
          <ac:graphicFrameMkLst>
            <pc:docMk/>
            <pc:sldMk cId="2094475131" sldId="321"/>
            <ac:graphicFrameMk id="9" creationId="{CB25741E-1E98-EE2F-DEBD-06D2FF643ADE}"/>
          </ac:graphicFrameMkLst>
        </pc:graphicFrameChg>
        <pc:graphicFrameChg chg="add mod">
          <ac:chgData name="Subir Parida" userId="5adae42a5ff17c16" providerId="LiveId" clId="{DC17960A-AB11-49EB-A01C-D49F80081FB8}" dt="2024-01-17T05:51:53.174" v="2135"/>
          <ac:graphicFrameMkLst>
            <pc:docMk/>
            <pc:sldMk cId="2094475131" sldId="321"/>
            <ac:graphicFrameMk id="10" creationId="{8B211C79-E1F2-6402-59E9-3A7A38AAA5C6}"/>
          </ac:graphicFrameMkLst>
        </pc:graphicFrameChg>
        <pc:graphicFrameChg chg="add del mod">
          <ac:chgData name="Subir Parida" userId="5adae42a5ff17c16" providerId="LiveId" clId="{DC17960A-AB11-49EB-A01C-D49F80081FB8}" dt="2024-01-17T05:52:11.526" v="2138" actId="21"/>
          <ac:graphicFrameMkLst>
            <pc:docMk/>
            <pc:sldMk cId="2094475131" sldId="321"/>
            <ac:graphicFrameMk id="11" creationId="{4058FC3D-5CD3-2ABE-D346-5DF033DF0ACE}"/>
          </ac:graphicFrameMkLst>
        </pc:graphicFrameChg>
        <pc:graphicFrameChg chg="add mod">
          <ac:chgData name="Subir Parida" userId="5adae42a5ff17c16" providerId="LiveId" clId="{DC17960A-AB11-49EB-A01C-D49F80081FB8}" dt="2024-01-17T05:54:34.155" v="2540" actId="1076"/>
          <ac:graphicFrameMkLst>
            <pc:docMk/>
            <pc:sldMk cId="2094475131" sldId="321"/>
            <ac:graphicFrameMk id="12" creationId="{A5A8D794-CB58-AEA6-C871-C8983461F67B}"/>
          </ac:graphicFrameMkLst>
        </pc:graphicFrameChg>
        <pc:graphicFrameChg chg="add mod">
          <ac:chgData name="Subir Parida" userId="5adae42a5ff17c16" providerId="LiveId" clId="{DC17960A-AB11-49EB-A01C-D49F80081FB8}" dt="2024-01-17T05:54:28.327" v="2539" actId="1076"/>
          <ac:graphicFrameMkLst>
            <pc:docMk/>
            <pc:sldMk cId="2094475131" sldId="321"/>
            <ac:graphicFrameMk id="13" creationId="{1E828A3F-06ED-365F-4D43-301C733F6AAB}"/>
          </ac:graphicFrameMkLst>
        </pc:graphicFrameChg>
        <pc:graphicFrameChg chg="add del mod">
          <ac:chgData name="Subir Parida" userId="5adae42a5ff17c16" providerId="LiveId" clId="{DC17960A-AB11-49EB-A01C-D49F80081FB8}" dt="2024-01-17T05:52:47.052" v="2145" actId="21"/>
          <ac:graphicFrameMkLst>
            <pc:docMk/>
            <pc:sldMk cId="2094475131" sldId="321"/>
            <ac:graphicFrameMk id="14" creationId="{43A5E035-C63C-7486-0D29-4CEB542771DD}"/>
          </ac:graphicFrameMkLst>
        </pc:graphicFrameChg>
      </pc:sldChg>
      <pc:sldChg chg="addSp modSp add mod">
        <pc:chgData name="Subir Parida" userId="5adae42a5ff17c16" providerId="LiveId" clId="{DC17960A-AB11-49EB-A01C-D49F80081FB8}" dt="2024-01-17T05:55:44.681" v="2553" actId="1036"/>
        <pc:sldMkLst>
          <pc:docMk/>
          <pc:sldMk cId="651250364" sldId="322"/>
        </pc:sldMkLst>
        <pc:spChg chg="add mod">
          <ac:chgData name="Subir Parida" userId="5adae42a5ff17c16" providerId="LiveId" clId="{DC17960A-AB11-49EB-A01C-D49F80081FB8}" dt="2024-01-17T05:47:46.532" v="1910"/>
          <ac:spMkLst>
            <pc:docMk/>
            <pc:sldMk cId="651250364" sldId="322"/>
            <ac:spMk id="2" creationId="{CC05ACBE-20FC-D7F7-EFDD-EBBA930C2092}"/>
          </ac:spMkLst>
        </pc:spChg>
        <pc:spChg chg="add mod">
          <ac:chgData name="Subir Parida" userId="5adae42a5ff17c16" providerId="LiveId" clId="{DC17960A-AB11-49EB-A01C-D49F80081FB8}" dt="2024-01-17T05:47:46.532" v="1910"/>
          <ac:spMkLst>
            <pc:docMk/>
            <pc:sldMk cId="651250364" sldId="322"/>
            <ac:spMk id="3" creationId="{40349295-1BFD-CD63-6BB8-110873BA30E0}"/>
          </ac:spMkLst>
        </pc:spChg>
        <pc:spChg chg="add mod">
          <ac:chgData name="Subir Parida" userId="5adae42a5ff17c16" providerId="LiveId" clId="{DC17960A-AB11-49EB-A01C-D49F80081FB8}" dt="2024-01-17T05:47:46.532" v="1910"/>
          <ac:spMkLst>
            <pc:docMk/>
            <pc:sldMk cId="651250364" sldId="322"/>
            <ac:spMk id="4" creationId="{FB21F0D0-A889-DBCA-E65E-F3B9589EA544}"/>
          </ac:spMkLst>
        </pc:spChg>
        <pc:spChg chg="add mod">
          <ac:chgData name="Subir Parida" userId="5adae42a5ff17c16" providerId="LiveId" clId="{DC17960A-AB11-49EB-A01C-D49F80081FB8}" dt="2024-01-17T05:47:46.532" v="1910"/>
          <ac:spMkLst>
            <pc:docMk/>
            <pc:sldMk cId="651250364" sldId="322"/>
            <ac:spMk id="5" creationId="{1B92D8D0-88A0-7ED2-ECB0-754C2C070F46}"/>
          </ac:spMkLst>
        </pc:spChg>
        <pc:graphicFrameChg chg="add mod">
          <ac:chgData name="Subir Parida" userId="5adae42a5ff17c16" providerId="LiveId" clId="{DC17960A-AB11-49EB-A01C-D49F80081FB8}" dt="2024-01-17T05:55:17.326" v="2541" actId="1076"/>
          <ac:graphicFrameMkLst>
            <pc:docMk/>
            <pc:sldMk cId="651250364" sldId="322"/>
            <ac:graphicFrameMk id="8" creationId="{B26EABA3-F85F-116A-4659-494B00BBDC71}"/>
          </ac:graphicFrameMkLst>
        </pc:graphicFrameChg>
        <pc:graphicFrameChg chg="add mod">
          <ac:chgData name="Subir Parida" userId="5adae42a5ff17c16" providerId="LiveId" clId="{DC17960A-AB11-49EB-A01C-D49F80081FB8}" dt="2024-01-17T05:55:44.681" v="2553" actId="1036"/>
          <ac:graphicFrameMkLst>
            <pc:docMk/>
            <pc:sldMk cId="651250364" sldId="322"/>
            <ac:graphicFrameMk id="11" creationId="{4058FC3D-5CD3-2ABE-D346-5DF033DF0ACE}"/>
          </ac:graphicFrameMkLst>
        </pc:graphicFrameChg>
        <pc:graphicFrameChg chg="add mod">
          <ac:chgData name="Subir Parida" userId="5adae42a5ff17c16" providerId="LiveId" clId="{DC17960A-AB11-49EB-A01C-D49F80081FB8}" dt="2024-01-17T05:55:38.391" v="2543" actId="1076"/>
          <ac:graphicFrameMkLst>
            <pc:docMk/>
            <pc:sldMk cId="651250364" sldId="322"/>
            <ac:graphicFrameMk id="14" creationId="{43A5E035-C63C-7486-0D29-4CEB542771DD}"/>
          </ac:graphicFrameMkLst>
        </pc:graphicFrameChg>
      </pc:sldChg>
    </pc:docChg>
  </pc:docChgLst>
  <pc:docChgLst>
    <pc:chgData name="Subir Parida" userId="5adae42a5ff17c16" providerId="LiveId" clId="{3151D4FC-1B35-46AE-8CF6-9EF467B00A4D}"/>
    <pc:docChg chg="modSld">
      <pc:chgData name="Subir Parida" userId="5adae42a5ff17c16" providerId="LiveId" clId="{3151D4FC-1B35-46AE-8CF6-9EF467B00A4D}" dt="2024-02-04T16:34:30.993" v="11" actId="1037"/>
      <pc:docMkLst>
        <pc:docMk/>
      </pc:docMkLst>
      <pc:sldChg chg="addSp modSp mod">
        <pc:chgData name="Subir Parida" userId="5adae42a5ff17c16" providerId="LiveId" clId="{3151D4FC-1B35-46AE-8CF6-9EF467B00A4D}" dt="2024-02-04T16:33:16.563" v="2" actId="1076"/>
        <pc:sldMkLst>
          <pc:docMk/>
          <pc:sldMk cId="1929167127" sldId="326"/>
        </pc:sldMkLst>
        <pc:graphicFrameChg chg="add mod">
          <ac:chgData name="Subir Parida" userId="5adae42a5ff17c16" providerId="LiveId" clId="{3151D4FC-1B35-46AE-8CF6-9EF467B00A4D}" dt="2024-02-04T16:33:16.563" v="2" actId="1076"/>
          <ac:graphicFrameMkLst>
            <pc:docMk/>
            <pc:sldMk cId="1929167127" sldId="326"/>
            <ac:graphicFrameMk id="3" creationId="{352DB522-0E8F-8993-4C61-36ADF3098C89}"/>
          </ac:graphicFrameMkLst>
        </pc:graphicFrameChg>
      </pc:sldChg>
      <pc:sldChg chg="addSp modSp mod">
        <pc:chgData name="Subir Parida" userId="5adae42a5ff17c16" providerId="LiveId" clId="{3151D4FC-1B35-46AE-8CF6-9EF467B00A4D}" dt="2024-02-04T16:34:05.096" v="5" actId="1076"/>
        <pc:sldMkLst>
          <pc:docMk/>
          <pc:sldMk cId="1280748637" sldId="327"/>
        </pc:sldMkLst>
        <pc:graphicFrameChg chg="add mod">
          <ac:chgData name="Subir Parida" userId="5adae42a5ff17c16" providerId="LiveId" clId="{3151D4FC-1B35-46AE-8CF6-9EF467B00A4D}" dt="2024-02-04T16:34:05.096" v="5" actId="1076"/>
          <ac:graphicFrameMkLst>
            <pc:docMk/>
            <pc:sldMk cId="1280748637" sldId="327"/>
            <ac:graphicFrameMk id="4" creationId="{7D819D70-7AAF-A399-9B50-CE59FE49B111}"/>
          </ac:graphicFrameMkLst>
        </pc:graphicFrameChg>
      </pc:sldChg>
      <pc:sldChg chg="addSp modSp mod">
        <pc:chgData name="Subir Parida" userId="5adae42a5ff17c16" providerId="LiveId" clId="{3151D4FC-1B35-46AE-8CF6-9EF467B00A4D}" dt="2024-02-04T16:34:30.993" v="11" actId="1037"/>
        <pc:sldMkLst>
          <pc:docMk/>
          <pc:sldMk cId="172492322" sldId="328"/>
        </pc:sldMkLst>
        <pc:graphicFrameChg chg="add mod">
          <ac:chgData name="Subir Parida" userId="5adae42a5ff17c16" providerId="LiveId" clId="{3151D4FC-1B35-46AE-8CF6-9EF467B00A4D}" dt="2024-02-04T16:34:30.993" v="11" actId="1037"/>
          <ac:graphicFrameMkLst>
            <pc:docMk/>
            <pc:sldMk cId="172492322" sldId="328"/>
            <ac:graphicFrameMk id="4" creationId="{E40A3F3F-051D-D697-CEB1-9F1B17AEE38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72.xml"/><Relationship Id="rId1" Type="http://schemas.microsoft.com/office/2011/relationships/chartStyle" Target="style72.xml"/></Relationships>
</file>

<file path=ppt/charts/_rels/chart7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5.xml"/><Relationship Id="rId1" Type="http://schemas.microsoft.com/office/2011/relationships/chartStyle" Target="style85.xml"/></Relationships>
</file>

<file path=ppt/charts/_rels/chart86.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6.xml"/><Relationship Id="rId1" Type="http://schemas.microsoft.com/office/2011/relationships/chartStyle" Target="style86.xml"/></Relationships>
</file>

<file path=ppt/charts/_rels/chart8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7.xml"/><Relationship Id="rId1" Type="http://schemas.microsoft.com/office/2011/relationships/chartStyle" Target="style87.xml"/></Relationships>
</file>

<file path=ppt/charts/_rels/chart88.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8.xml"/><Relationship Id="rId1" Type="http://schemas.microsoft.com/office/2011/relationships/chartStyle" Target="style8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0-771C-4D49-A5B7-30DFB14DA7A0}"/>
            </c:ext>
          </c:extLst>
        </c:ser>
        <c:dLbls>
          <c:showLegendKey val="0"/>
          <c:showVal val="0"/>
          <c:showCatName val="0"/>
          <c:showSerName val="0"/>
          <c:showPercent val="0"/>
          <c:showBubbleSize val="0"/>
        </c:dLbls>
        <c:gapWidth val="219"/>
        <c:overlap val="-27"/>
        <c:axId val="1231446880"/>
        <c:axId val="2011756288"/>
      </c:barChart>
      <c:catAx>
        <c:axId val="123144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6288"/>
        <c:crosses val="autoZero"/>
        <c:auto val="1"/>
        <c:lblAlgn val="ctr"/>
        <c:lblOffset val="100"/>
        <c:noMultiLvlLbl val="0"/>
      </c:catAx>
      <c:valAx>
        <c:axId val="201175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14468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0-E6D4-4D69-A560-26BBBECD76AF}"/>
            </c:ext>
          </c:extLst>
        </c:ser>
        <c:dLbls>
          <c:showLegendKey val="0"/>
          <c:showVal val="0"/>
          <c:showCatName val="0"/>
          <c:showSerName val="0"/>
          <c:showPercent val="0"/>
          <c:showBubbleSize val="0"/>
        </c:dLbls>
        <c:gapWidth val="219"/>
        <c:overlap val="-27"/>
        <c:axId val="2054732448"/>
        <c:axId val="2011759264"/>
      </c:barChart>
      <c:catAx>
        <c:axId val="205473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9264"/>
        <c:crosses val="autoZero"/>
        <c:auto val="1"/>
        <c:lblAlgn val="ctr"/>
        <c:lblOffset val="100"/>
        <c:noMultiLvlLbl val="0"/>
      </c:catAx>
      <c:valAx>
        <c:axId val="201175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324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00-59DF-4B95-B0A1-9A55F419ABA7}"/>
            </c:ext>
          </c:extLst>
        </c:ser>
        <c:dLbls>
          <c:showLegendKey val="0"/>
          <c:showVal val="0"/>
          <c:showCatName val="0"/>
          <c:showSerName val="0"/>
          <c:showPercent val="0"/>
          <c:showBubbleSize val="0"/>
        </c:dLbls>
        <c:gapWidth val="219"/>
        <c:overlap val="-27"/>
        <c:axId val="2054725248"/>
        <c:axId val="2033633360"/>
      </c:barChart>
      <c:catAx>
        <c:axId val="205472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3633360"/>
        <c:crosses val="autoZero"/>
        <c:auto val="1"/>
        <c:lblAlgn val="ctr"/>
        <c:lblOffset val="100"/>
        <c:noMultiLvlLbl val="0"/>
      </c:catAx>
      <c:valAx>
        <c:axId val="2033633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25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2E7F-4E45-A95A-9F33DBA25339}"/>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5"/>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3190-4BB0-B78D-B3FC50083D41}"/>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0-FB34-4DCD-BE2F-E26C1AFD844B}"/>
            </c:ext>
          </c:extLst>
        </c:ser>
        <c:dLbls>
          <c:showLegendKey val="0"/>
          <c:showVal val="0"/>
          <c:showCatName val="0"/>
          <c:showSerName val="0"/>
          <c:showPercent val="0"/>
          <c:showBubbleSize val="0"/>
        </c:dLbls>
        <c:gapWidth val="219"/>
        <c:overlap val="-27"/>
        <c:axId val="1904463296"/>
        <c:axId val="1894320416"/>
      </c:barChart>
      <c:catAx>
        <c:axId val="190446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20416"/>
        <c:crosses val="autoZero"/>
        <c:auto val="1"/>
        <c:lblAlgn val="ctr"/>
        <c:lblOffset val="100"/>
        <c:noMultiLvlLbl val="0"/>
      </c:catAx>
      <c:valAx>
        <c:axId val="1894320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63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0-EC36-4851-AC12-E40C5662BE6B}"/>
            </c:ext>
          </c:extLst>
        </c:ser>
        <c:dLbls>
          <c:showLegendKey val="0"/>
          <c:showVal val="0"/>
          <c:showCatName val="0"/>
          <c:showSerName val="0"/>
          <c:showPercent val="0"/>
          <c:showBubbleSize val="0"/>
        </c:dLbls>
        <c:gapWidth val="219"/>
        <c:overlap val="-27"/>
        <c:axId val="1771634112"/>
        <c:axId val="1892358432"/>
      </c:barChart>
      <c:catAx>
        <c:axId val="177163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2358432"/>
        <c:crosses val="autoZero"/>
        <c:auto val="1"/>
        <c:lblAlgn val="ctr"/>
        <c:lblOffset val="100"/>
        <c:noMultiLvlLbl val="0"/>
      </c:catAx>
      <c:valAx>
        <c:axId val="189235843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6341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00-8CF9-4E1B-96BE-3D4D9238FFB5}"/>
            </c:ext>
          </c:extLst>
        </c:ser>
        <c:dLbls>
          <c:showLegendKey val="0"/>
          <c:showVal val="0"/>
          <c:showCatName val="0"/>
          <c:showSerName val="0"/>
          <c:showPercent val="0"/>
          <c:showBubbleSize val="0"/>
        </c:dLbls>
        <c:gapWidth val="219"/>
        <c:overlap val="-27"/>
        <c:axId val="1904456576"/>
        <c:axId val="1855436208"/>
      </c:barChart>
      <c:catAx>
        <c:axId val="190445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36208"/>
        <c:crosses val="autoZero"/>
        <c:auto val="1"/>
        <c:lblAlgn val="ctr"/>
        <c:lblOffset val="100"/>
        <c:noMultiLvlLbl val="0"/>
      </c:catAx>
      <c:valAx>
        <c:axId val="1855436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565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7072-475E-84F2-64422627C40B}"/>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BC79-49CC-94C4-55214580397D}"/>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00-DE06-44AD-B6CF-07970F049393}"/>
            </c:ext>
          </c:extLst>
        </c:ser>
        <c:dLbls>
          <c:showLegendKey val="0"/>
          <c:showVal val="0"/>
          <c:showCatName val="0"/>
          <c:showSerName val="0"/>
          <c:showPercent val="0"/>
          <c:showBubbleSize val="0"/>
        </c:dLbls>
        <c:gapWidth val="219"/>
        <c:overlap val="-27"/>
        <c:axId val="832809216"/>
        <c:axId val="1444121712"/>
      </c:barChart>
      <c:catAx>
        <c:axId val="832809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121712"/>
        <c:crosses val="autoZero"/>
        <c:auto val="1"/>
        <c:lblAlgn val="ctr"/>
        <c:lblOffset val="100"/>
        <c:noMultiLvlLbl val="0"/>
      </c:catAx>
      <c:valAx>
        <c:axId val="144412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28092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0-E966-4EBB-8734-E07A809118DE}"/>
            </c:ext>
          </c:extLst>
        </c:ser>
        <c:dLbls>
          <c:showLegendKey val="0"/>
          <c:showVal val="0"/>
          <c:showCatName val="0"/>
          <c:showSerName val="0"/>
          <c:showPercent val="0"/>
          <c:showBubbleSize val="0"/>
        </c:dLbls>
        <c:gapWidth val="219"/>
        <c:overlap val="-27"/>
        <c:axId val="1238960656"/>
        <c:axId val="1184552288"/>
      </c:barChart>
      <c:catAx>
        <c:axId val="1238960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4552288"/>
        <c:crosses val="autoZero"/>
        <c:auto val="1"/>
        <c:lblAlgn val="ctr"/>
        <c:lblOffset val="100"/>
        <c:noMultiLvlLbl val="0"/>
      </c:catAx>
      <c:valAx>
        <c:axId val="11845522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60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0-2119-45E9-8042-0612F7C009F7}"/>
            </c:ext>
          </c:extLst>
        </c:ser>
        <c:dLbls>
          <c:showLegendKey val="0"/>
          <c:showVal val="0"/>
          <c:showCatName val="0"/>
          <c:showSerName val="0"/>
          <c:showPercent val="0"/>
          <c:showBubbleSize val="0"/>
        </c:dLbls>
        <c:gapWidth val="219"/>
        <c:overlap val="-27"/>
        <c:axId val="1251717680"/>
        <c:axId val="1248140960"/>
      </c:barChart>
      <c:catAx>
        <c:axId val="125171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8140960"/>
        <c:crosses val="autoZero"/>
        <c:auto val="1"/>
        <c:lblAlgn val="ctr"/>
        <c:lblOffset val="100"/>
        <c:noMultiLvlLbl val="0"/>
      </c:catAx>
      <c:valAx>
        <c:axId val="1248140960"/>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171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E2E5-41E9-849E-05AA471BB641}"/>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5BE4-43F2-A7B6-C5E8AFDAC6FF}"/>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Sheet5!$E$2</c:f>
              <c:strCache>
                <c:ptCount val="1"/>
                <c:pt idx="0">
                  <c:v>Age</c:v>
                </c:pt>
              </c:strCache>
            </c:strRef>
          </c:tx>
          <c:spPr>
            <a:solidFill>
              <a:schemeClr val="accent1"/>
            </a:solidFill>
            <a:ln>
              <a:noFill/>
            </a:ln>
            <a:effectLst/>
          </c:spPr>
          <c:invertIfNegative val="0"/>
          <c:cat>
            <c:strRef>
              <c:f>Sheet5!$D$3:$D$10</c:f>
              <c:strCache>
                <c:ptCount val="8"/>
                <c:pt idx="0">
                  <c:v>03-09_</c:v>
                </c:pt>
                <c:pt idx="1">
                  <c:v>10-19_</c:v>
                </c:pt>
                <c:pt idx="2">
                  <c:v>20-29</c:v>
                </c:pt>
                <c:pt idx="3">
                  <c:v>30-39</c:v>
                </c:pt>
                <c:pt idx="4">
                  <c:v>40-49</c:v>
                </c:pt>
                <c:pt idx="5">
                  <c:v>50-59</c:v>
                </c:pt>
                <c:pt idx="6">
                  <c:v>60-69</c:v>
                </c:pt>
                <c:pt idx="7">
                  <c:v>70+</c:v>
                </c:pt>
              </c:strCache>
            </c:strRef>
          </c:cat>
          <c:val>
            <c:numRef>
              <c:f>Sheet5!$E$3:$E$10</c:f>
              <c:numCache>
                <c:formatCode>General</c:formatCode>
                <c:ptCount val="8"/>
                <c:pt idx="0">
                  <c:v>7</c:v>
                </c:pt>
                <c:pt idx="1">
                  <c:v>54</c:v>
                </c:pt>
                <c:pt idx="2">
                  <c:v>1661</c:v>
                </c:pt>
                <c:pt idx="3">
                  <c:v>294</c:v>
                </c:pt>
                <c:pt idx="4">
                  <c:v>46</c:v>
                </c:pt>
                <c:pt idx="5">
                  <c:v>19</c:v>
                </c:pt>
                <c:pt idx="6">
                  <c:v>4</c:v>
                </c:pt>
                <c:pt idx="7">
                  <c:v>1</c:v>
                </c:pt>
              </c:numCache>
            </c:numRef>
          </c:val>
          <c:extLst>
            <c:ext xmlns:c16="http://schemas.microsoft.com/office/drawing/2014/chart" uri="{C3380CC4-5D6E-409C-BE32-E72D297353CC}">
              <c16:uniqueId val="{00000000-82AA-477C-BD91-9DABCDEA9DF0}"/>
            </c:ext>
          </c:extLst>
        </c:ser>
        <c:dLbls>
          <c:showLegendKey val="0"/>
          <c:showVal val="0"/>
          <c:showCatName val="0"/>
          <c:showSerName val="0"/>
          <c:showPercent val="0"/>
          <c:showBubbleSize val="0"/>
        </c:dLbls>
        <c:gapWidth val="219"/>
        <c:overlap val="-27"/>
        <c:axId val="1392458304"/>
        <c:axId val="1392461632"/>
      </c:barChart>
      <c:catAx>
        <c:axId val="1392458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2461632"/>
        <c:crosses val="autoZero"/>
        <c:auto val="1"/>
        <c:lblAlgn val="ctr"/>
        <c:lblOffset val="100"/>
        <c:noMultiLvlLbl val="0"/>
      </c:catAx>
      <c:valAx>
        <c:axId val="1392461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24583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3284711286089239"/>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1479</c:v>
                </c:pt>
                <c:pt idx="1">
                  <c:v>607</c:v>
                </c:pt>
              </c:numCache>
            </c:numRef>
          </c:val>
          <c:extLst>
            <c:ext xmlns:c16="http://schemas.microsoft.com/office/drawing/2014/chart" uri="{C3380CC4-5D6E-409C-BE32-E72D297353CC}">
              <c16:uniqueId val="{00000000-89E0-483F-8BA7-980767A92090}"/>
            </c:ext>
          </c:extLst>
        </c:ser>
        <c:dLbls>
          <c:showLegendKey val="0"/>
          <c:showVal val="0"/>
          <c:showCatName val="0"/>
          <c:showSerName val="0"/>
          <c:showPercent val="0"/>
          <c:showBubbleSize val="0"/>
        </c:dLbls>
        <c:gapWidth val="219"/>
        <c:overlap val="-27"/>
        <c:axId val="1424908800"/>
        <c:axId val="1424911296"/>
      </c:barChart>
      <c:catAx>
        <c:axId val="142490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11296"/>
        <c:crosses val="autoZero"/>
        <c:auto val="1"/>
        <c:lblAlgn val="ctr"/>
        <c:lblOffset val="100"/>
        <c:noMultiLvlLbl val="0"/>
      </c:catAx>
      <c:valAx>
        <c:axId val="14249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088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106</c:v>
                </c:pt>
                <c:pt idx="1">
                  <c:v>77</c:v>
                </c:pt>
                <c:pt idx="2">
                  <c:v>43</c:v>
                </c:pt>
                <c:pt idx="3">
                  <c:v>1860</c:v>
                </c:pt>
              </c:numCache>
            </c:numRef>
          </c:val>
          <c:extLst>
            <c:ext xmlns:c16="http://schemas.microsoft.com/office/drawing/2014/chart" uri="{C3380CC4-5D6E-409C-BE32-E72D297353CC}">
              <c16:uniqueId val="{00000000-9FAF-4CDB-B2A6-998003127304}"/>
            </c:ext>
          </c:extLst>
        </c:ser>
        <c:dLbls>
          <c:showLegendKey val="0"/>
          <c:showVal val="0"/>
          <c:showCatName val="0"/>
          <c:showSerName val="0"/>
          <c:showPercent val="0"/>
          <c:showBubbleSize val="0"/>
        </c:dLbls>
        <c:gapWidth val="219"/>
        <c:overlap val="-27"/>
        <c:axId val="1391882704"/>
        <c:axId val="1391885616"/>
      </c:barChart>
      <c:catAx>
        <c:axId val="139188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885616"/>
        <c:crosses val="autoZero"/>
        <c:auto val="1"/>
        <c:lblAlgn val="ctr"/>
        <c:lblOffset val="100"/>
        <c:noMultiLvlLbl val="0"/>
      </c:catAx>
      <c:valAx>
        <c:axId val="13918856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8827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50</c:v>
                </c:pt>
                <c:pt idx="1">
                  <c:v>14</c:v>
                </c:pt>
                <c:pt idx="2">
                  <c:v>11</c:v>
                </c:pt>
                <c:pt idx="3">
                  <c:v>13</c:v>
                </c:pt>
                <c:pt idx="4">
                  <c:v>11</c:v>
                </c:pt>
                <c:pt idx="5">
                  <c:v>11</c:v>
                </c:pt>
                <c:pt idx="6">
                  <c:v>918</c:v>
                </c:pt>
                <c:pt idx="7">
                  <c:v>344</c:v>
                </c:pt>
              </c:numCache>
            </c:numRef>
          </c:val>
          <c:extLst>
            <c:ext xmlns:c16="http://schemas.microsoft.com/office/drawing/2014/chart" uri="{C3380CC4-5D6E-409C-BE32-E72D297353CC}">
              <c16:uniqueId val="{00000000-6BC4-4130-920D-4F9F326DF721}"/>
            </c:ext>
          </c:extLst>
        </c:ser>
        <c:dLbls>
          <c:showLegendKey val="0"/>
          <c:showVal val="0"/>
          <c:showCatName val="0"/>
          <c:showSerName val="0"/>
          <c:showPercent val="0"/>
          <c:showBubbleSize val="0"/>
        </c:dLbls>
        <c:gapWidth val="219"/>
        <c:overlap val="-27"/>
        <c:axId val="586947792"/>
        <c:axId val="582477120"/>
      </c:barChart>
      <c:catAx>
        <c:axId val="58694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7120"/>
        <c:crosses val="autoZero"/>
        <c:auto val="1"/>
        <c:lblAlgn val="ctr"/>
        <c:lblOffset val="100"/>
        <c:noMultiLvlLbl val="0"/>
      </c:catAx>
      <c:valAx>
        <c:axId val="58247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477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[celeba_gen_ddpm_dlib.xlsx]Sheet7!PivotTable6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50</c:v>
                </c:pt>
                <c:pt idx="1">
                  <c:v>11</c:v>
                </c:pt>
                <c:pt idx="2">
                  <c:v>11</c:v>
                </c:pt>
                <c:pt idx="3">
                  <c:v>918</c:v>
                </c:pt>
                <c:pt idx="4">
                  <c:v>14</c:v>
                </c:pt>
                <c:pt idx="5">
                  <c:v>13</c:v>
                </c:pt>
                <c:pt idx="6">
                  <c:v>11</c:v>
                </c:pt>
                <c:pt idx="7">
                  <c:v>344</c:v>
                </c:pt>
              </c:numCache>
            </c:numRef>
          </c:val>
          <c:extLst>
            <c:ext xmlns:c16="http://schemas.microsoft.com/office/drawing/2014/chart" uri="{C3380CC4-5D6E-409C-BE32-E72D297353CC}">
              <c16:uniqueId val="{00000000-5CD7-4776-836F-B0C46408D4CE}"/>
            </c:ext>
          </c:extLst>
        </c:ser>
        <c:dLbls>
          <c:showLegendKey val="0"/>
          <c:showVal val="0"/>
          <c:showCatName val="0"/>
          <c:showSerName val="0"/>
          <c:showPercent val="0"/>
          <c:showBubbleSize val="0"/>
        </c:dLbls>
        <c:gapWidth val="219"/>
        <c:overlap val="-27"/>
        <c:axId val="586958832"/>
        <c:axId val="582471168"/>
      </c:barChart>
      <c:catAx>
        <c:axId val="58695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1168"/>
        <c:crosses val="autoZero"/>
        <c:auto val="1"/>
        <c:lblAlgn val="ctr"/>
        <c:lblOffset val="100"/>
        <c:noMultiLvlLbl val="0"/>
      </c:catAx>
      <c:valAx>
        <c:axId val="58247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58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214</c:v>
                </c:pt>
                <c:pt idx="1">
                  <c:v>60</c:v>
                </c:pt>
                <c:pt idx="2">
                  <c:v>56</c:v>
                </c:pt>
                <c:pt idx="3">
                  <c:v>267</c:v>
                </c:pt>
              </c:numCache>
            </c:numRef>
          </c:val>
          <c:extLst>
            <c:ext xmlns:c16="http://schemas.microsoft.com/office/drawing/2014/chart" uri="{C3380CC4-5D6E-409C-BE32-E72D297353CC}">
              <c16:uniqueId val="{00000000-E4B3-44F3-B20E-CB5088965824}"/>
            </c:ext>
          </c:extLst>
        </c:ser>
        <c:dLbls>
          <c:showLegendKey val="0"/>
          <c:showVal val="0"/>
          <c:showCatName val="0"/>
          <c:showSerName val="0"/>
          <c:showPercent val="0"/>
          <c:showBubbleSize val="0"/>
        </c:dLbls>
        <c:gapWidth val="219"/>
        <c:overlap val="-27"/>
        <c:axId val="2021150368"/>
        <c:axId val="2018002048"/>
      </c:barChart>
      <c:catAx>
        <c:axId val="2021150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8002048"/>
        <c:crosses val="autoZero"/>
        <c:auto val="1"/>
        <c:lblAlgn val="ctr"/>
        <c:lblOffset val="100"/>
        <c:noMultiLvlLbl val="0"/>
      </c:catAx>
      <c:valAx>
        <c:axId val="2018002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11503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304</c:v>
                </c:pt>
                <c:pt idx="1">
                  <c:v>293</c:v>
                </c:pt>
              </c:numCache>
            </c:numRef>
          </c:val>
          <c:extLst>
            <c:ext xmlns:c16="http://schemas.microsoft.com/office/drawing/2014/chart" uri="{C3380CC4-5D6E-409C-BE32-E72D297353CC}">
              <c16:uniqueId val="{00000000-D7E3-4387-AABD-83A8080F7B0D}"/>
            </c:ext>
          </c:extLst>
        </c:ser>
        <c:dLbls>
          <c:showLegendKey val="0"/>
          <c:showVal val="0"/>
          <c:showCatName val="0"/>
          <c:showSerName val="0"/>
          <c:showPercent val="0"/>
          <c:showBubbleSize val="0"/>
        </c:dLbls>
        <c:gapWidth val="219"/>
        <c:overlap val="-27"/>
        <c:axId val="2029042992"/>
        <c:axId val="2028251872"/>
      </c:barChart>
      <c:catAx>
        <c:axId val="2029042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1872"/>
        <c:crosses val="autoZero"/>
        <c:auto val="1"/>
        <c:lblAlgn val="ctr"/>
        <c:lblOffset val="100"/>
        <c:noMultiLvlLbl val="0"/>
      </c:catAx>
      <c:valAx>
        <c:axId val="202825187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29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c:v>
                </c:pt>
                <c:pt idx="1">
                  <c:v>74</c:v>
                </c:pt>
                <c:pt idx="2">
                  <c:v>89</c:v>
                </c:pt>
                <c:pt idx="3">
                  <c:v>274</c:v>
                </c:pt>
                <c:pt idx="4">
                  <c:v>112</c:v>
                </c:pt>
                <c:pt idx="5">
                  <c:v>34</c:v>
                </c:pt>
                <c:pt idx="6">
                  <c:v>12</c:v>
                </c:pt>
                <c:pt idx="7">
                  <c:v>1</c:v>
                </c:pt>
              </c:numCache>
            </c:numRef>
          </c:val>
          <c:extLst>
            <c:ext xmlns:c16="http://schemas.microsoft.com/office/drawing/2014/chart" uri="{C3380CC4-5D6E-409C-BE32-E72D297353CC}">
              <c16:uniqueId val="{00000000-CCC5-4278-8D66-7D5D5642D281}"/>
            </c:ext>
          </c:extLst>
        </c:ser>
        <c:dLbls>
          <c:showLegendKey val="0"/>
          <c:showVal val="0"/>
          <c:showCatName val="0"/>
          <c:showSerName val="0"/>
          <c:showPercent val="0"/>
          <c:showBubbleSize val="0"/>
        </c:dLbls>
        <c:gapWidth val="219"/>
        <c:overlap val="-27"/>
        <c:axId val="2029037712"/>
        <c:axId val="2018007008"/>
      </c:barChart>
      <c:catAx>
        <c:axId val="2029037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8007008"/>
        <c:crosses val="autoZero"/>
        <c:auto val="1"/>
        <c:lblAlgn val="ctr"/>
        <c:lblOffset val="100"/>
        <c:noMultiLvlLbl val="0"/>
      </c:catAx>
      <c:valAx>
        <c:axId val="2018007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37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110</c:v>
                </c:pt>
                <c:pt idx="1">
                  <c:v>104</c:v>
                </c:pt>
                <c:pt idx="2">
                  <c:v>28</c:v>
                </c:pt>
                <c:pt idx="3">
                  <c:v>32</c:v>
                </c:pt>
                <c:pt idx="4">
                  <c:v>28</c:v>
                </c:pt>
                <c:pt idx="5">
                  <c:v>28</c:v>
                </c:pt>
                <c:pt idx="6">
                  <c:v>138</c:v>
                </c:pt>
                <c:pt idx="7">
                  <c:v>129</c:v>
                </c:pt>
              </c:numCache>
            </c:numRef>
          </c:val>
          <c:extLst>
            <c:ext xmlns:c16="http://schemas.microsoft.com/office/drawing/2014/chart" uri="{C3380CC4-5D6E-409C-BE32-E72D297353CC}">
              <c16:uniqueId val="{00000000-EFE7-4E7B-BF42-9C691E6CA549}"/>
            </c:ext>
          </c:extLst>
        </c:ser>
        <c:dLbls>
          <c:showLegendKey val="0"/>
          <c:showVal val="0"/>
          <c:showCatName val="0"/>
          <c:showSerName val="0"/>
          <c:showPercent val="0"/>
          <c:showBubbleSize val="0"/>
        </c:dLbls>
        <c:gapWidth val="219"/>
        <c:overlap val="-27"/>
        <c:axId val="2029043952"/>
        <c:axId val="2028239472"/>
      </c:barChart>
      <c:catAx>
        <c:axId val="202904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39472"/>
        <c:crosses val="autoZero"/>
        <c:auto val="1"/>
        <c:lblAlgn val="ctr"/>
        <c:lblOffset val="100"/>
        <c:noMultiLvlLbl val="0"/>
      </c:catAx>
      <c:valAx>
        <c:axId val="2028239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3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[fairface_gen_ddpm_dlib.xlsx]Sheet7!PivotTable6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110</c:v>
                </c:pt>
                <c:pt idx="1">
                  <c:v>28</c:v>
                </c:pt>
                <c:pt idx="2">
                  <c:v>28</c:v>
                </c:pt>
                <c:pt idx="3">
                  <c:v>138</c:v>
                </c:pt>
                <c:pt idx="4">
                  <c:v>104</c:v>
                </c:pt>
                <c:pt idx="5">
                  <c:v>32</c:v>
                </c:pt>
                <c:pt idx="6">
                  <c:v>28</c:v>
                </c:pt>
                <c:pt idx="7">
                  <c:v>129</c:v>
                </c:pt>
              </c:numCache>
            </c:numRef>
          </c:val>
          <c:extLst>
            <c:ext xmlns:c16="http://schemas.microsoft.com/office/drawing/2014/chart" uri="{C3380CC4-5D6E-409C-BE32-E72D297353CC}">
              <c16:uniqueId val="{00000000-F06B-4D2E-9A88-7B4D527252AA}"/>
            </c:ext>
          </c:extLst>
        </c:ser>
        <c:dLbls>
          <c:showLegendKey val="0"/>
          <c:showVal val="0"/>
          <c:showCatName val="0"/>
          <c:showSerName val="0"/>
          <c:showPercent val="0"/>
          <c:showBubbleSize val="0"/>
        </c:dLbls>
        <c:gapWidth val="219"/>
        <c:overlap val="-27"/>
        <c:axId val="2029056912"/>
        <c:axId val="2028252368"/>
      </c:barChart>
      <c:catAx>
        <c:axId val="20290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2368"/>
        <c:crosses val="autoZero"/>
        <c:auto val="1"/>
        <c:lblAlgn val="ctr"/>
        <c:lblOffset val="100"/>
        <c:noMultiLvlLbl val="0"/>
      </c:catAx>
      <c:valAx>
        <c:axId val="202825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56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0-E7F7-4F1B-A72D-7453709C9F8B}"/>
            </c:ext>
          </c:extLst>
        </c:ser>
        <c:dLbls>
          <c:showLegendKey val="0"/>
          <c:showVal val="0"/>
          <c:showCatName val="0"/>
          <c:showSerName val="0"/>
          <c:showPercent val="0"/>
          <c:showBubbleSize val="0"/>
        </c:dLbls>
        <c:gapWidth val="219"/>
        <c:overlap val="-27"/>
        <c:axId val="238826080"/>
        <c:axId val="23787360"/>
      </c:barChart>
      <c:catAx>
        <c:axId val="23882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87360"/>
        <c:crosses val="autoZero"/>
        <c:auto val="1"/>
        <c:lblAlgn val="ctr"/>
        <c:lblOffset val="100"/>
        <c:noMultiLvlLbl val="0"/>
      </c:catAx>
      <c:valAx>
        <c:axId val="2378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60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0-8F25-4CCA-9C1A-571E144508BE}"/>
            </c:ext>
          </c:extLst>
        </c:ser>
        <c:dLbls>
          <c:showLegendKey val="0"/>
          <c:showVal val="0"/>
          <c:showCatName val="0"/>
          <c:showSerName val="0"/>
          <c:showPercent val="0"/>
          <c:showBubbleSize val="0"/>
        </c:dLbls>
        <c:gapWidth val="219"/>
        <c:overlap val="-27"/>
        <c:axId val="289955008"/>
        <c:axId val="288023680"/>
      </c:barChart>
      <c:catAx>
        <c:axId val="28995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3680"/>
        <c:crosses val="autoZero"/>
        <c:auto val="1"/>
        <c:lblAlgn val="ctr"/>
        <c:lblOffset val="100"/>
        <c:noMultiLvlLbl val="0"/>
      </c:catAx>
      <c:valAx>
        <c:axId val="288023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99550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00-1236-4A33-98DB-5380960E920B}"/>
            </c:ext>
          </c:extLst>
        </c:ser>
        <c:dLbls>
          <c:showLegendKey val="0"/>
          <c:showVal val="0"/>
          <c:showCatName val="0"/>
          <c:showSerName val="0"/>
          <c:showPercent val="0"/>
          <c:showBubbleSize val="0"/>
        </c:dLbls>
        <c:gapWidth val="219"/>
        <c:overlap val="-27"/>
        <c:axId val="238286336"/>
        <c:axId val="295404784"/>
      </c:barChart>
      <c:catAx>
        <c:axId val="23828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5404784"/>
        <c:crosses val="autoZero"/>
        <c:auto val="1"/>
        <c:lblAlgn val="ctr"/>
        <c:lblOffset val="100"/>
        <c:noMultiLvlLbl val="0"/>
      </c:catAx>
      <c:valAx>
        <c:axId val="295404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63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F23-4AA0-862A-B65B96BB5595}"/>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4D4D-4840-BDB5-52A640C2DCAE}"/>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0-20A1-42EA-9DA5-B7048B90AA59}"/>
            </c:ext>
          </c:extLst>
        </c:ser>
        <c:dLbls>
          <c:showLegendKey val="0"/>
          <c:showVal val="0"/>
          <c:showCatName val="0"/>
          <c:showSerName val="0"/>
          <c:showPercent val="0"/>
          <c:showBubbleSize val="0"/>
        </c:dLbls>
        <c:gapWidth val="219"/>
        <c:overlap val="-27"/>
        <c:axId val="33305680"/>
        <c:axId val="1794010448"/>
      </c:barChart>
      <c:catAx>
        <c:axId val="3330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010448"/>
        <c:crosses val="autoZero"/>
        <c:auto val="1"/>
        <c:lblAlgn val="ctr"/>
        <c:lblOffset val="100"/>
        <c:noMultiLvlLbl val="0"/>
      </c:catAx>
      <c:valAx>
        <c:axId val="1794010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305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0-8862-4644-84F2-C6E045153E2A}"/>
            </c:ext>
          </c:extLst>
        </c:ser>
        <c:dLbls>
          <c:showLegendKey val="0"/>
          <c:showVal val="0"/>
          <c:showCatName val="0"/>
          <c:showSerName val="0"/>
          <c:showPercent val="0"/>
          <c:showBubbleSize val="0"/>
        </c:dLbls>
        <c:gapWidth val="219"/>
        <c:overlap val="-27"/>
        <c:axId val="1780615952"/>
        <c:axId val="1777863488"/>
      </c:barChart>
      <c:catAx>
        <c:axId val="17806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7863488"/>
        <c:crosses val="autoZero"/>
        <c:auto val="1"/>
        <c:lblAlgn val="ctr"/>
        <c:lblOffset val="100"/>
        <c:noMultiLvlLbl val="0"/>
      </c:catAx>
      <c:valAx>
        <c:axId val="1777863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06159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00-111B-4C5C-9589-923CC0C316C6}"/>
            </c:ext>
          </c:extLst>
        </c:ser>
        <c:dLbls>
          <c:showLegendKey val="0"/>
          <c:showVal val="0"/>
          <c:showCatName val="0"/>
          <c:showSerName val="0"/>
          <c:showPercent val="0"/>
          <c:showBubbleSize val="0"/>
        </c:dLbls>
        <c:gapWidth val="219"/>
        <c:overlap val="-27"/>
        <c:axId val="97698016"/>
        <c:axId val="225988480"/>
      </c:barChart>
      <c:catAx>
        <c:axId val="97698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988480"/>
        <c:crosses val="autoZero"/>
        <c:auto val="1"/>
        <c:lblAlgn val="ctr"/>
        <c:lblOffset val="100"/>
        <c:noMultiLvlLbl val="0"/>
      </c:catAx>
      <c:valAx>
        <c:axId val="225988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698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004D-41BF-A429-65F774D3A8FA}"/>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B5EC-4676-AF8C-C9782C47CADB}"/>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0-9A5C-4666-AC38-E02D092BC19C}"/>
            </c:ext>
          </c:extLst>
        </c:ser>
        <c:dLbls>
          <c:showLegendKey val="0"/>
          <c:showVal val="0"/>
          <c:showCatName val="0"/>
          <c:showSerName val="0"/>
          <c:showPercent val="0"/>
          <c:showBubbleSize val="0"/>
        </c:dLbls>
        <c:gapWidth val="219"/>
        <c:overlap val="-27"/>
        <c:axId val="1580863792"/>
        <c:axId val="1669793536"/>
      </c:barChart>
      <c:catAx>
        <c:axId val="158086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9793536"/>
        <c:crosses val="autoZero"/>
        <c:auto val="1"/>
        <c:lblAlgn val="ctr"/>
        <c:lblOffset val="100"/>
        <c:noMultiLvlLbl val="0"/>
      </c:catAx>
      <c:valAx>
        <c:axId val="166979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0863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0-315E-40D9-A021-11F25437C841}"/>
            </c:ext>
          </c:extLst>
        </c:ser>
        <c:dLbls>
          <c:showLegendKey val="0"/>
          <c:showVal val="0"/>
          <c:showCatName val="0"/>
          <c:showSerName val="0"/>
          <c:showPercent val="0"/>
          <c:showBubbleSize val="0"/>
        </c:dLbls>
        <c:gapWidth val="219"/>
        <c:overlap val="-27"/>
        <c:axId val="1756099664"/>
        <c:axId val="1583397696"/>
      </c:barChart>
      <c:catAx>
        <c:axId val="175609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397696"/>
        <c:crosses val="autoZero"/>
        <c:auto val="1"/>
        <c:lblAlgn val="ctr"/>
        <c:lblOffset val="100"/>
        <c:noMultiLvlLbl val="0"/>
      </c:catAx>
      <c:valAx>
        <c:axId val="1583397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6099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00-E9DE-43B7-A818-EC4DACDFD691}"/>
            </c:ext>
          </c:extLst>
        </c:ser>
        <c:dLbls>
          <c:showLegendKey val="0"/>
          <c:showVal val="0"/>
          <c:showCatName val="0"/>
          <c:showSerName val="0"/>
          <c:showPercent val="0"/>
          <c:showBubbleSize val="0"/>
        </c:dLbls>
        <c:gapWidth val="219"/>
        <c:overlap val="-27"/>
        <c:axId val="1583194752"/>
        <c:axId val="1759019040"/>
      </c:barChart>
      <c:catAx>
        <c:axId val="158319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9019040"/>
        <c:crosses val="autoZero"/>
        <c:auto val="1"/>
        <c:lblAlgn val="ctr"/>
        <c:lblOffset val="100"/>
        <c:noMultiLvlLbl val="0"/>
      </c:catAx>
      <c:valAx>
        <c:axId val="1759019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1947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BBB-4E95-8CC0-3DCA68B6ACDF}"/>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0EF8-43B8-A4F8-CC7F213EE9D6}"/>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3AC-4403-8AD5-6637FA24FC8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3AC-4403-8AD5-6637FA24FC8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3AC-4403-8AD5-6637FA24FC8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3AC-4403-8AD5-6637FA24FC8D}"/>
              </c:ext>
            </c:extLst>
          </c:dPt>
          <c:dLbls>
            <c:dLbl>
              <c:idx val="3"/>
              <c:layout>
                <c:manualLayout>
                  <c:x val="0.43611111111111112"/>
                  <c:y val="-0.17129629629629639"/>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1029"/>
                        <a:gd name="adj2" fmla="val -98830"/>
                      </a:avLst>
                    </a:prstGeom>
                    <a:noFill/>
                    <a:ln>
                      <a:noFill/>
                    </a:ln>
                  </c15:spPr>
                </c:ext>
                <c:ext xmlns:c16="http://schemas.microsoft.com/office/drawing/2014/chart" uri="{C3380CC4-5D6E-409C-BE32-E72D297353CC}">
                  <c16:uniqueId val="{00000007-93AC-4403-8AD5-6637FA24FC8D}"/>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8-93AC-4403-8AD5-6637FA24FC8D}"/>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7.2995625546806608E-2"/>
          <c:y val="2.45126130067074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2B67-4499-AAFC-CC186970C705}"/>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2B67-4499-AAFC-CC186970C705}"/>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2B67-4499-AAFC-CC186970C705}"/>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2B67-4499-AAFC-CC186970C705}"/>
              </c:ext>
            </c:extLst>
          </c:dPt>
          <c:dLbls>
            <c:dLbl>
              <c:idx val="3"/>
              <c:layout>
                <c:manualLayout>
                  <c:x val="-0.11666666666666667"/>
                  <c:y val="-0.23148148148148148"/>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1596"/>
                        <a:gd name="adj2" fmla="val -135723"/>
                      </a:avLst>
                    </a:prstGeom>
                    <a:noFill/>
                    <a:ln>
                      <a:noFill/>
                    </a:ln>
                  </c15:spPr>
                </c:ext>
                <c:ext xmlns:c16="http://schemas.microsoft.com/office/drawing/2014/chart" uri="{C3380CC4-5D6E-409C-BE32-E72D297353CC}">
                  <c16:uniqueId val="{00000007-2B67-4499-AAFC-CC186970C705}"/>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8-2B67-4499-AAFC-CC186970C70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667F-4F89-B3AD-D51205773AD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667F-4F89-B3AD-D51205773AD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667F-4F89-B3AD-D51205773AD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667F-4F89-B3AD-D51205773AD9}"/>
              </c:ext>
            </c:extLst>
          </c:dPt>
          <c:dLbls>
            <c:dLbl>
              <c:idx val="3"/>
              <c:layout>
                <c:manualLayout>
                  <c:x val="-0.17499999999999999"/>
                  <c:y val="-0.27314814814814814"/>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4793"/>
                        <a:gd name="adj2" fmla="val -90552"/>
                      </a:avLst>
                    </a:prstGeom>
                    <a:noFill/>
                    <a:ln>
                      <a:noFill/>
                    </a:ln>
                  </c15:spPr>
                </c:ext>
                <c:ext xmlns:c16="http://schemas.microsoft.com/office/drawing/2014/chart" uri="{C3380CC4-5D6E-409C-BE32-E72D297353CC}">
                  <c16:uniqueId val="{00000007-667F-4F89-B3AD-D51205773AD9}"/>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8-667F-4F89-B3AD-D51205773AD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746F-45B4-A76B-8290EAE542E7}"/>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746F-45B4-A76B-8290EAE542E7}"/>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746F-45B4-A76B-8290EAE542E7}"/>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746F-45B4-A76B-8290EAE542E7}"/>
              </c:ext>
            </c:extLst>
          </c:dPt>
          <c:dLbls>
            <c:dLbl>
              <c:idx val="3"/>
              <c:layout>
                <c:manualLayout>
                  <c:x val="0.38611111111111113"/>
                  <c:y val="-0.1620370370370371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8546"/>
                        <a:gd name="adj2" fmla="val -86850"/>
                      </a:avLst>
                    </a:prstGeom>
                    <a:noFill/>
                    <a:ln>
                      <a:noFill/>
                    </a:ln>
                  </c15:spPr>
                </c:ext>
                <c:ext xmlns:c16="http://schemas.microsoft.com/office/drawing/2014/chart" uri="{C3380CC4-5D6E-409C-BE32-E72D297353CC}">
                  <c16:uniqueId val="{00000007-746F-45B4-A76B-8290EAE542E7}"/>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106</c:v>
                </c:pt>
                <c:pt idx="1">
                  <c:v>77</c:v>
                </c:pt>
                <c:pt idx="2">
                  <c:v>43</c:v>
                </c:pt>
                <c:pt idx="3">
                  <c:v>1860</c:v>
                </c:pt>
              </c:numCache>
            </c:numRef>
          </c:val>
          <c:extLst>
            <c:ext xmlns:c16="http://schemas.microsoft.com/office/drawing/2014/chart" uri="{C3380CC4-5D6E-409C-BE32-E72D297353CC}">
              <c16:uniqueId val="{00000008-746F-45B4-A76B-8290EAE542E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B2FC-45F9-A5FF-BB06108D659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B2FC-45F9-A5FF-BB06108D659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4-B2FC-45F9-A5FF-BB06108D659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5148293963254549E-2"/>
          <c:y val="0.1626151939340916"/>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A15F-480E-8AAB-3AF11AF7EEEF}"/>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A15F-480E-8AAB-3AF11AF7EE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4-A15F-480E-8AAB-3AF11AF7EEE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D00-455D-B508-6F4EC1073EF6}"/>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D00-455D-B508-6F4EC1073EF6}"/>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4-6D00-455D-B508-6F4EC1073EF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EE2B-41D6-B47F-D4F2012E2F8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EE2B-41D6-B47F-D4F2012E2F8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1479</c:v>
                </c:pt>
                <c:pt idx="1">
                  <c:v>607</c:v>
                </c:pt>
              </c:numCache>
            </c:numRef>
          </c:val>
          <c:extLst>
            <c:ext xmlns:c16="http://schemas.microsoft.com/office/drawing/2014/chart" uri="{C3380CC4-5D6E-409C-BE32-E72D297353CC}">
              <c16:uniqueId val="{00000004-EE2B-41D6-B47F-D4F2012E2F8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FF03-4FA0-8997-279A4007C38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FF03-4FA0-8997-279A4007C38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FF03-4FA0-8997-279A4007C38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FF03-4FA0-8997-279A4007C38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FF03-4FA0-8997-279A4007C38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FF03-4FA0-8997-279A4007C38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FF03-4FA0-8997-279A4007C38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FF03-4FA0-8997-279A4007C38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FF03-4FA0-8997-279A4007C38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12-FF03-4FA0-8997-279A4007C38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1.417578011081949E-2"/>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F10D-4E64-A944-3150CD68DDCF}"/>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F10D-4E64-A944-3150CD68DDCF}"/>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F10D-4E64-A944-3150CD68DDCF}"/>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F10D-4E64-A944-3150CD68DDCF}"/>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F10D-4E64-A944-3150CD68DDCF}"/>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F10D-4E64-A944-3150CD68DDCF}"/>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F10D-4E64-A944-3150CD68DDCF}"/>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F10D-4E64-A944-3150CD68DDC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10-F10D-4E64-A944-3150CD68DDC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2833-4E2A-8CB8-461CAE35E082}"/>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2833-4E2A-8CB8-461CAE35E082}"/>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2833-4E2A-8CB8-461CAE35E082}"/>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2833-4E2A-8CB8-461CAE35E082}"/>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2833-4E2A-8CB8-461CAE35E082}"/>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2833-4E2A-8CB8-461CAE35E082}"/>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2833-4E2A-8CB8-461CAE35E082}"/>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2833-4E2A-8CB8-461CAE35E082}"/>
              </c:ext>
            </c:extLst>
          </c:dPt>
          <c:dLbls>
            <c:dLbl>
              <c:idx val="2"/>
              <c:layout>
                <c:manualLayout>
                  <c:x val="-0.47222222222222221"/>
                  <c:y val="-1.8518518518518434E-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44158"/>
                        <a:gd name="adj2" fmla="val 14510"/>
                      </a:avLst>
                    </a:prstGeom>
                    <a:noFill/>
                    <a:ln>
                      <a:noFill/>
                    </a:ln>
                  </c15:spPr>
                </c:ext>
                <c:ext xmlns:c16="http://schemas.microsoft.com/office/drawing/2014/chart" uri="{C3380CC4-5D6E-409C-BE32-E72D297353CC}">
                  <c16:uniqueId val="{00000005-2833-4E2A-8CB8-461CAE35E082}"/>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10-2833-4E2A-8CB8-461CAE35E08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Sheet5!$E$2</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E6CA-4462-A623-CAFCA4F43C8C}"/>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E6CA-4462-A623-CAFCA4F43C8C}"/>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E6CA-4462-A623-CAFCA4F43C8C}"/>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E6CA-4462-A623-CAFCA4F43C8C}"/>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E6CA-4462-A623-CAFCA4F43C8C}"/>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E6CA-4462-A623-CAFCA4F43C8C}"/>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E6CA-4462-A623-CAFCA4F43C8C}"/>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E6CA-4462-A623-CAFCA4F43C8C}"/>
              </c:ext>
            </c:extLst>
          </c:dPt>
          <c:dLbls>
            <c:dLbl>
              <c:idx val="2"/>
              <c:layout>
                <c:manualLayout>
                  <c:x val="8.611111111111111E-2"/>
                  <c:y val="-0.10185185185185194"/>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48949"/>
                        <a:gd name="adj2" fmla="val -114016"/>
                      </a:avLst>
                    </a:prstGeom>
                    <a:noFill/>
                    <a:ln>
                      <a:noFill/>
                    </a:ln>
                  </c15:spPr>
                </c:ext>
                <c:ext xmlns:c16="http://schemas.microsoft.com/office/drawing/2014/chart" uri="{C3380CC4-5D6E-409C-BE32-E72D297353CC}">
                  <c16:uniqueId val="{00000005-E6CA-4462-A623-CAFCA4F43C8C}"/>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Sheet5!$D$3:$D$10</c:f>
              <c:strCache>
                <c:ptCount val="8"/>
                <c:pt idx="0">
                  <c:v>03-09_</c:v>
                </c:pt>
                <c:pt idx="1">
                  <c:v>10-19_</c:v>
                </c:pt>
                <c:pt idx="2">
                  <c:v>20-29</c:v>
                </c:pt>
                <c:pt idx="3">
                  <c:v>30-39</c:v>
                </c:pt>
                <c:pt idx="4">
                  <c:v>40-49</c:v>
                </c:pt>
                <c:pt idx="5">
                  <c:v>50-59</c:v>
                </c:pt>
                <c:pt idx="6">
                  <c:v>60-69</c:v>
                </c:pt>
                <c:pt idx="7">
                  <c:v>70+</c:v>
                </c:pt>
              </c:strCache>
            </c:strRef>
          </c:cat>
          <c:val>
            <c:numRef>
              <c:f>Sheet5!$E$3:$E$10</c:f>
              <c:numCache>
                <c:formatCode>General</c:formatCode>
                <c:ptCount val="8"/>
                <c:pt idx="0">
                  <c:v>7</c:v>
                </c:pt>
                <c:pt idx="1">
                  <c:v>54</c:v>
                </c:pt>
                <c:pt idx="2">
                  <c:v>1661</c:v>
                </c:pt>
                <c:pt idx="3">
                  <c:v>294</c:v>
                </c:pt>
                <c:pt idx="4">
                  <c:v>46</c:v>
                </c:pt>
                <c:pt idx="5">
                  <c:v>19</c:v>
                </c:pt>
                <c:pt idx="6">
                  <c:v>4</c:v>
                </c:pt>
                <c:pt idx="7">
                  <c:v>1</c:v>
                </c:pt>
              </c:numCache>
            </c:numRef>
          </c:val>
          <c:extLst>
            <c:ext xmlns:c16="http://schemas.microsoft.com/office/drawing/2014/chart" uri="{C3380CC4-5D6E-409C-BE32-E72D297353CC}">
              <c16:uniqueId val="{00000010-E6CA-4462-A623-CAFCA4F43C8C}"/>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02C3-45F9-9CE3-6B5DD0F9B4E8}"/>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3E72-4DC1-9E13-23A181C2044D}"/>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21C9-4BE2-92FE-7AAD8266F880}"/>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50</c:v>
                </c:pt>
                <c:pt idx="1">
                  <c:v>11</c:v>
                </c:pt>
                <c:pt idx="2">
                  <c:v>11</c:v>
                </c:pt>
                <c:pt idx="3">
                  <c:v>918</c:v>
                </c:pt>
                <c:pt idx="4">
                  <c:v>14</c:v>
                </c:pt>
                <c:pt idx="5">
                  <c:v>13</c:v>
                </c:pt>
                <c:pt idx="6">
                  <c:v>11</c:v>
                </c:pt>
                <c:pt idx="7">
                  <c:v>344</c:v>
                </c:pt>
              </c:numCache>
            </c:numRef>
          </c:val>
          <c:extLst>
            <c:ext xmlns:c16="http://schemas.microsoft.com/office/drawing/2014/chart" uri="{C3380CC4-5D6E-409C-BE32-E72D297353CC}">
              <c16:uniqueId val="{00000000-31FF-4A67-8F5C-29F05F354335}"/>
            </c:ext>
          </c:extLst>
        </c:ser>
        <c:dLbls>
          <c:showLegendKey val="0"/>
          <c:showVal val="0"/>
          <c:showCatName val="0"/>
          <c:showSerName val="0"/>
          <c:showPercent val="0"/>
          <c:showBubbleSize val="0"/>
        </c:dLbls>
        <c:gapWidth val="219"/>
        <c:overlap val="-27"/>
        <c:axId val="586958832"/>
        <c:axId val="582471168"/>
      </c:barChart>
      <c:catAx>
        <c:axId val="58695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1168"/>
        <c:crosses val="autoZero"/>
        <c:auto val="1"/>
        <c:lblAlgn val="ctr"/>
        <c:lblOffset val="100"/>
        <c:noMultiLvlLbl val="0"/>
      </c:catAx>
      <c:valAx>
        <c:axId val="58247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58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1"/>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9956-4258-ACBA-D7B29676A1D0}"/>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37D6-42E1-8795-8371447D2F8F}"/>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563-4FA2-824E-45D98B9B8DA8}"/>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50</c:v>
                </c:pt>
                <c:pt idx="1">
                  <c:v>14</c:v>
                </c:pt>
                <c:pt idx="2">
                  <c:v>11</c:v>
                </c:pt>
                <c:pt idx="3">
                  <c:v>13</c:v>
                </c:pt>
                <c:pt idx="4">
                  <c:v>11</c:v>
                </c:pt>
                <c:pt idx="5">
                  <c:v>11</c:v>
                </c:pt>
                <c:pt idx="6">
                  <c:v>918</c:v>
                </c:pt>
                <c:pt idx="7">
                  <c:v>344</c:v>
                </c:pt>
              </c:numCache>
            </c:numRef>
          </c:val>
          <c:extLst>
            <c:ext xmlns:c16="http://schemas.microsoft.com/office/drawing/2014/chart" uri="{C3380CC4-5D6E-409C-BE32-E72D297353CC}">
              <c16:uniqueId val="{00000000-EBF3-46EA-9925-CD4958ABB194}"/>
            </c:ext>
          </c:extLst>
        </c:ser>
        <c:dLbls>
          <c:showLegendKey val="0"/>
          <c:showVal val="0"/>
          <c:showCatName val="0"/>
          <c:showSerName val="0"/>
          <c:showPercent val="0"/>
          <c:showBubbleSize val="0"/>
        </c:dLbls>
        <c:gapWidth val="219"/>
        <c:overlap val="-27"/>
        <c:axId val="586947792"/>
        <c:axId val="582477120"/>
      </c:barChart>
      <c:catAx>
        <c:axId val="58694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7120"/>
        <c:crosses val="autoZero"/>
        <c:auto val="1"/>
        <c:lblAlgn val="ctr"/>
        <c:lblOffset val="100"/>
        <c:noMultiLvlLbl val="0"/>
      </c:catAx>
      <c:valAx>
        <c:axId val="58247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477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3754-4A64-A65A-A40C5700B7EF}"/>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3754-4A64-A65A-A40C5700B7EF}"/>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3754-4A64-A65A-A40C5700B7EF}"/>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3754-4A64-A65A-A40C5700B7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8-3754-4A64-A65A-A40C5700B7EF}"/>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175E-3"/>
          <c:y val="2.43044619422571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FBB8-472A-AEF4-560BF1DE80D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FBB8-472A-AEF4-560BF1DE80D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FBB8-472A-AEF4-560BF1DE80D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FBB8-472A-AEF4-560BF1DE80D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8-FBB8-472A-AEF4-560BF1DE80D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B4E-487C-9082-28C9A546AEA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B4E-487C-9082-28C9A546AEA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B4E-487C-9082-28C9A546AEA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B4E-487C-9082-28C9A546AEA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214</c:v>
                </c:pt>
                <c:pt idx="1">
                  <c:v>60</c:v>
                </c:pt>
                <c:pt idx="2">
                  <c:v>56</c:v>
                </c:pt>
                <c:pt idx="3">
                  <c:v>267</c:v>
                </c:pt>
              </c:numCache>
            </c:numRef>
          </c:val>
          <c:extLst>
            <c:ext xmlns:c16="http://schemas.microsoft.com/office/drawing/2014/chart" uri="{C3380CC4-5D6E-409C-BE32-E72D297353CC}">
              <c16:uniqueId val="{00000008-9B4E-487C-9082-28C9A546AEA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E01-45F1-A771-F410517A1A95}"/>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DE01-45F1-A771-F410517A1A95}"/>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4-DE01-45F1-A771-F410517A1A95}"/>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4.014829396325454E-2"/>
          <c:y val="9.7800379119276776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4B5A-4C0C-B3F2-08B5B126F37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4B5A-4C0C-B3F2-08B5B126F37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4-4B5A-4C0C-B3F2-08B5B126F37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944F-4823-A364-5D7098C40B98}"/>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944F-4823-A364-5D7098C40B98}"/>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304</c:v>
                </c:pt>
                <c:pt idx="1">
                  <c:v>293</c:v>
                </c:pt>
              </c:numCache>
            </c:numRef>
          </c:val>
          <c:extLst>
            <c:ext xmlns:c16="http://schemas.microsoft.com/office/drawing/2014/chart" uri="{C3380CC4-5D6E-409C-BE32-E72D297353CC}">
              <c16:uniqueId val="{00000004-944F-4823-A364-5D7098C40B9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EE70-460D-898B-48C534F4AD27}"/>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EE70-460D-898B-48C534F4AD27}"/>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EE70-460D-898B-48C534F4AD27}"/>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EE70-460D-898B-48C534F4AD27}"/>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EE70-460D-898B-48C534F4AD27}"/>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EE70-460D-898B-48C534F4AD27}"/>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EE70-460D-898B-48C534F4AD27}"/>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EE70-460D-898B-48C534F4AD27}"/>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EE70-460D-898B-48C534F4AD2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12-EE70-460D-898B-48C534F4AD27}"/>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9.5461504811898586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8365-4A03-A44C-E36610A5A10A}"/>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8365-4A03-A44C-E36610A5A10A}"/>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8365-4A03-A44C-E36610A5A10A}"/>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8365-4A03-A44C-E36610A5A10A}"/>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8365-4A03-A44C-E36610A5A10A}"/>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8365-4A03-A44C-E36610A5A10A}"/>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8365-4A03-A44C-E36610A5A10A}"/>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8365-4A03-A44C-E36610A5A10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10-8365-4A03-A44C-E36610A5A10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2F01-4C59-8319-D9136D1395C7}"/>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2F01-4C59-8319-D9136D1395C7}"/>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2F01-4C59-8319-D9136D1395C7}"/>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2F01-4C59-8319-D9136D1395C7}"/>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2F01-4C59-8319-D9136D1395C7}"/>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2F01-4C59-8319-D9136D1395C7}"/>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2F01-4C59-8319-D9136D1395C7}"/>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2F01-4C59-8319-D9136D1395C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c:v>
                </c:pt>
                <c:pt idx="1">
                  <c:v>74</c:v>
                </c:pt>
                <c:pt idx="2">
                  <c:v>89</c:v>
                </c:pt>
                <c:pt idx="3">
                  <c:v>274</c:v>
                </c:pt>
                <c:pt idx="4">
                  <c:v>112</c:v>
                </c:pt>
                <c:pt idx="5">
                  <c:v>34</c:v>
                </c:pt>
                <c:pt idx="6">
                  <c:v>12</c:v>
                </c:pt>
                <c:pt idx="7">
                  <c:v>1</c:v>
                </c:pt>
              </c:numCache>
            </c:numRef>
          </c:val>
          <c:extLst>
            <c:ext xmlns:c16="http://schemas.microsoft.com/office/drawing/2014/chart" uri="{C3380CC4-5D6E-409C-BE32-E72D297353CC}">
              <c16:uniqueId val="{00000010-2F01-4C59-8319-D9136D1395C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248C-46F2-94B8-12357C73E440}"/>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8E43-47AC-9D04-7EC37821DD62}"/>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110</c:v>
                </c:pt>
                <c:pt idx="1">
                  <c:v>28</c:v>
                </c:pt>
                <c:pt idx="2">
                  <c:v>28</c:v>
                </c:pt>
                <c:pt idx="3">
                  <c:v>138</c:v>
                </c:pt>
                <c:pt idx="4">
                  <c:v>104</c:v>
                </c:pt>
                <c:pt idx="5">
                  <c:v>32</c:v>
                </c:pt>
                <c:pt idx="6">
                  <c:v>28</c:v>
                </c:pt>
                <c:pt idx="7">
                  <c:v>129</c:v>
                </c:pt>
              </c:numCache>
            </c:numRef>
          </c:val>
          <c:extLst>
            <c:ext xmlns:c16="http://schemas.microsoft.com/office/drawing/2014/chart" uri="{C3380CC4-5D6E-409C-BE32-E72D297353CC}">
              <c16:uniqueId val="{00000000-2870-4812-8090-C0D054A0B7EA}"/>
            </c:ext>
          </c:extLst>
        </c:ser>
        <c:dLbls>
          <c:showLegendKey val="0"/>
          <c:showVal val="0"/>
          <c:showCatName val="0"/>
          <c:showSerName val="0"/>
          <c:showPercent val="0"/>
          <c:showBubbleSize val="0"/>
        </c:dLbls>
        <c:gapWidth val="219"/>
        <c:overlap val="-27"/>
        <c:axId val="2029056912"/>
        <c:axId val="2028252368"/>
      </c:barChart>
      <c:catAx>
        <c:axId val="20290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2368"/>
        <c:crosses val="autoZero"/>
        <c:auto val="1"/>
        <c:lblAlgn val="ctr"/>
        <c:lblOffset val="100"/>
        <c:noMultiLvlLbl val="0"/>
      </c:catAx>
      <c:valAx>
        <c:axId val="202825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56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5BBE-407D-A506-7C662E3114EC}"/>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275-4C0C-BDC7-D66671DB747E}"/>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110</c:v>
                </c:pt>
                <c:pt idx="1">
                  <c:v>104</c:v>
                </c:pt>
                <c:pt idx="2">
                  <c:v>28</c:v>
                </c:pt>
                <c:pt idx="3">
                  <c:v>32</c:v>
                </c:pt>
                <c:pt idx="4">
                  <c:v>28</c:v>
                </c:pt>
                <c:pt idx="5">
                  <c:v>28</c:v>
                </c:pt>
                <c:pt idx="6">
                  <c:v>138</c:v>
                </c:pt>
                <c:pt idx="7">
                  <c:v>129</c:v>
                </c:pt>
              </c:numCache>
            </c:numRef>
          </c:val>
          <c:extLst>
            <c:ext xmlns:c16="http://schemas.microsoft.com/office/drawing/2014/chart" uri="{C3380CC4-5D6E-409C-BE32-E72D297353CC}">
              <c16:uniqueId val="{00000000-6047-405B-8D2A-0EBC9030425A}"/>
            </c:ext>
          </c:extLst>
        </c:ser>
        <c:dLbls>
          <c:showLegendKey val="0"/>
          <c:showVal val="0"/>
          <c:showCatName val="0"/>
          <c:showSerName val="0"/>
          <c:showPercent val="0"/>
          <c:showBubbleSize val="0"/>
        </c:dLbls>
        <c:gapWidth val="219"/>
        <c:overlap val="-27"/>
        <c:axId val="2029043952"/>
        <c:axId val="2028239472"/>
      </c:barChart>
      <c:catAx>
        <c:axId val="202904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39472"/>
        <c:crosses val="autoZero"/>
        <c:auto val="1"/>
        <c:lblAlgn val="ctr"/>
        <c:lblOffset val="100"/>
        <c:noMultiLvlLbl val="0"/>
      </c:catAx>
      <c:valAx>
        <c:axId val="2028239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3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BD94-404F-AF54-5AC669F84D9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BD94-404F-AF54-5AC669F84D9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BD94-404F-AF54-5AC669F84D9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BD94-404F-AF54-5AC669F84D9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8-BD94-404F-AF54-5AC669F84D9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626E-3"/>
          <c:y val="1.3644648585593444E-3"/>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CA3-4311-B676-941D56FDCA6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CA3-4311-B676-941D56FDCA6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CA3-4311-B676-941D56FDCA6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CA3-4311-B676-941D56FDCA6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706</c:v>
                </c:pt>
                <c:pt idx="1">
                  <c:v>554</c:v>
                </c:pt>
                <c:pt idx="2">
                  <c:v>1003</c:v>
                </c:pt>
                <c:pt idx="3">
                  <c:v>634</c:v>
                </c:pt>
              </c:numCache>
            </c:numRef>
          </c:val>
          <c:extLst>
            <c:ext xmlns:c16="http://schemas.microsoft.com/office/drawing/2014/chart" uri="{C3380CC4-5D6E-409C-BE32-E72D297353CC}">
              <c16:uniqueId val="{00000008-ACA3-4311-B676-941D56FDCA6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CEB-4E3B-A4E1-E721F3E317B1}"/>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CEB-4E3B-A4E1-E721F3E317B1}"/>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CEB-4E3B-A4E1-E721F3E317B1}"/>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CEB-4E3B-A4E1-E721F3E317B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466</c:v>
                </c:pt>
                <c:pt idx="1">
                  <c:v>246</c:v>
                </c:pt>
                <c:pt idx="2">
                  <c:v>286</c:v>
                </c:pt>
                <c:pt idx="3">
                  <c:v>1099</c:v>
                </c:pt>
              </c:numCache>
            </c:numRef>
          </c:val>
          <c:extLst>
            <c:ext xmlns:c16="http://schemas.microsoft.com/office/drawing/2014/chart" uri="{C3380CC4-5D6E-409C-BE32-E72D297353CC}">
              <c16:uniqueId val="{00000008-ACEB-4E3B-A4E1-E721F3E317B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0956-48CA-90D7-44F6D36C194C}"/>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0956-48CA-90D7-44F6D36C194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4-0956-48CA-90D7-44F6D36C194C}"/>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5927384076989908E-3"/>
          <c:y val="1.4467045785943447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4B5-4B19-A80B-48D1C0A807F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D4B5-4B19-A80B-48D1C0A807F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1658</c:v>
                </c:pt>
                <c:pt idx="1">
                  <c:v>1239</c:v>
                </c:pt>
              </c:numCache>
            </c:numRef>
          </c:val>
          <c:extLst>
            <c:ext xmlns:c16="http://schemas.microsoft.com/office/drawing/2014/chart" uri="{C3380CC4-5D6E-409C-BE32-E72D297353CC}">
              <c16:uniqueId val="{00000004-D4B5-4B19-A80B-48D1C0A807F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8E5F-41A7-9139-CE7233C7C8B8}"/>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8E5F-41A7-9139-CE7233C7C8B8}"/>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1101</c:v>
                </c:pt>
                <c:pt idx="1">
                  <c:v>996</c:v>
                </c:pt>
              </c:numCache>
            </c:numRef>
          </c:val>
          <c:extLst>
            <c:ext xmlns:c16="http://schemas.microsoft.com/office/drawing/2014/chart" uri="{C3380CC4-5D6E-409C-BE32-E72D297353CC}">
              <c16:uniqueId val="{00000004-8E5F-41A7-9139-CE7233C7C8B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[fairface_trndata_dlib_balanced.xlsx]Sheet4!$E$3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DD81-47BA-9CFC-64E030C99F4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DD81-47BA-9CFC-64E030C99F4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DD81-47BA-9CFC-64E030C99F4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DD81-47BA-9CFC-64E030C99F4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DD81-47BA-9CFC-64E030C99F4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DD81-47BA-9CFC-64E030C99F4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DD81-47BA-9CFC-64E030C99F4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DD81-47BA-9CFC-64E030C99F4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DD81-47BA-9CFC-64E030C99F4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[fairface_trndata_dlib_balanced.xlsx]Sheet4!$D$4:$D$12</c:f>
              <c:strCache>
                <c:ptCount val="9"/>
                <c:pt idx="0">
                  <c:v>0-2</c:v>
                </c:pt>
                <c:pt idx="1">
                  <c:v>03-09_</c:v>
                </c:pt>
                <c:pt idx="2">
                  <c:v>10-19_</c:v>
                </c:pt>
                <c:pt idx="3">
                  <c:v>20-29</c:v>
                </c:pt>
                <c:pt idx="4">
                  <c:v>30-39</c:v>
                </c:pt>
                <c:pt idx="5">
                  <c:v>40-49</c:v>
                </c:pt>
                <c:pt idx="6">
                  <c:v>50-59</c:v>
                </c:pt>
                <c:pt idx="7">
                  <c:v>60-69</c:v>
                </c:pt>
                <c:pt idx="8">
                  <c:v>70+</c:v>
                </c:pt>
              </c:strCache>
            </c:strRef>
          </c:cat>
          <c:val>
            <c:numRef>
              <c:f>[fairface_trndata_dlib_balanced.xlsx]Sheet4!$E$4:$E$12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12-DD81-47BA-9CFC-64E030C99F4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7734033245844216E-3"/>
          <c:y val="4.9165208515602301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Sheet7!$E$4</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73D5-436D-9BFB-B6CF349349A7}"/>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73D5-436D-9BFB-B6CF349349A7}"/>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73D5-436D-9BFB-B6CF349349A7}"/>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73D5-436D-9BFB-B6CF349349A7}"/>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73D5-436D-9BFB-B6CF349349A7}"/>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73D5-436D-9BFB-B6CF349349A7}"/>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73D5-436D-9BFB-B6CF349349A7}"/>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73D5-436D-9BFB-B6CF349349A7}"/>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73D5-436D-9BFB-B6CF349349A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Sheet7!$D$5:$D$13</c:f>
              <c:strCache>
                <c:ptCount val="9"/>
                <c:pt idx="0">
                  <c:v>0-2</c:v>
                </c:pt>
                <c:pt idx="1">
                  <c:v>03-09_</c:v>
                </c:pt>
                <c:pt idx="2">
                  <c:v>10-19_</c:v>
                </c:pt>
                <c:pt idx="3">
                  <c:v>20-29</c:v>
                </c:pt>
                <c:pt idx="4">
                  <c:v>30-39</c:v>
                </c:pt>
                <c:pt idx="5">
                  <c:v>40-49</c:v>
                </c:pt>
                <c:pt idx="6">
                  <c:v>50-59</c:v>
                </c:pt>
                <c:pt idx="7">
                  <c:v>60-69</c:v>
                </c:pt>
                <c:pt idx="8">
                  <c:v>70+</c:v>
                </c:pt>
              </c:strCache>
            </c:strRef>
          </c:cat>
          <c:val>
            <c:numRef>
              <c:f>Sheet7!$E$5:$E$13</c:f>
              <c:numCache>
                <c:formatCode>General</c:formatCode>
                <c:ptCount val="9"/>
                <c:pt idx="0">
                  <c:v>52</c:v>
                </c:pt>
                <c:pt idx="1">
                  <c:v>377</c:v>
                </c:pt>
                <c:pt idx="2">
                  <c:v>243</c:v>
                </c:pt>
                <c:pt idx="3">
                  <c:v>1131</c:v>
                </c:pt>
                <c:pt idx="4">
                  <c:v>734</c:v>
                </c:pt>
                <c:pt idx="5">
                  <c:v>255</c:v>
                </c:pt>
                <c:pt idx="6">
                  <c:v>88</c:v>
                </c:pt>
                <c:pt idx="7">
                  <c:v>15</c:v>
                </c:pt>
                <c:pt idx="8">
                  <c:v>2</c:v>
                </c:pt>
              </c:numCache>
            </c:numRef>
          </c:val>
          <c:extLst>
            <c:ext xmlns:c16="http://schemas.microsoft.com/office/drawing/2014/chart" uri="{C3380CC4-5D6E-409C-BE32-E72D297353CC}">
              <c16:uniqueId val="{00000012-73D5-436D-9BFB-B6CF349349A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[Book1.xlsx]Sheet5!PivotTable4</c:name>
    <c:fmtId val="7"/>
  </c:pivotSource>
  <c:chart>
    <c:autoTitleDeleted val="1"/>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hade val="42000"/>
            </a:schemeClr>
          </a:solidFill>
          <a:ln w="19050">
            <a:solidFill>
              <a:schemeClr val="lt1"/>
            </a:solidFill>
          </a:ln>
          <a:effectLst/>
        </c:spPr>
      </c:pivotFmt>
      <c:pivotFmt>
        <c:idx val="3"/>
        <c:spPr>
          <a:solidFill>
            <a:schemeClr val="accent1">
              <a:shade val="55000"/>
            </a:schemeClr>
          </a:solidFill>
          <a:ln w="19050">
            <a:solidFill>
              <a:schemeClr val="lt1"/>
            </a:solidFill>
          </a:ln>
          <a:effectLst/>
        </c:spPr>
      </c:pivotFmt>
      <c:pivotFmt>
        <c:idx val="4"/>
        <c:spPr>
          <a:solidFill>
            <a:schemeClr val="accent1">
              <a:shade val="68000"/>
            </a:schemeClr>
          </a:solidFill>
          <a:ln w="19050">
            <a:solidFill>
              <a:schemeClr val="lt1"/>
            </a:solidFill>
          </a:ln>
          <a:effectLst/>
        </c:spPr>
      </c:pivotFmt>
      <c:pivotFmt>
        <c:idx val="5"/>
        <c:spPr>
          <a:solidFill>
            <a:schemeClr val="accent1">
              <a:shade val="80000"/>
            </a:schemeClr>
          </a:solidFill>
          <a:ln w="19050">
            <a:solidFill>
              <a:schemeClr val="lt1"/>
            </a:solidFill>
          </a:ln>
          <a:effectLst/>
        </c:spPr>
      </c:pivotFmt>
      <c:pivotFmt>
        <c:idx val="6"/>
        <c:spPr>
          <a:solidFill>
            <a:schemeClr val="accent1">
              <a:shade val="93000"/>
            </a:schemeClr>
          </a:solidFill>
          <a:ln w="19050">
            <a:solidFill>
              <a:schemeClr val="lt1"/>
            </a:solidFill>
          </a:ln>
          <a:effectLst/>
        </c:spPr>
      </c:pivotFmt>
      <c:pivotFmt>
        <c:idx val="7"/>
        <c:spPr>
          <a:solidFill>
            <a:schemeClr val="accent1">
              <a:tint val="94000"/>
            </a:schemeClr>
          </a:solidFill>
          <a:ln w="19050">
            <a:solidFill>
              <a:schemeClr val="lt1"/>
            </a:solidFill>
          </a:ln>
          <a:effectLst/>
        </c:spPr>
      </c:pivotFmt>
      <c:pivotFmt>
        <c:idx val="8"/>
        <c:spPr>
          <a:solidFill>
            <a:schemeClr val="accent1">
              <a:tint val="81000"/>
            </a:schemeClr>
          </a:solidFill>
          <a:ln w="19050">
            <a:solidFill>
              <a:schemeClr val="lt1"/>
            </a:solidFill>
          </a:ln>
          <a:effectLst/>
        </c:spPr>
      </c:pivotFmt>
      <c:pivotFmt>
        <c:idx val="9"/>
        <c:spPr>
          <a:solidFill>
            <a:schemeClr val="accent1">
              <a:tint val="69000"/>
            </a:schemeClr>
          </a:solidFill>
          <a:ln w="19050">
            <a:solidFill>
              <a:schemeClr val="lt1"/>
            </a:solidFill>
          </a:ln>
          <a:effectLst/>
        </c:spPr>
      </c:pivotFmt>
      <c:pivotFmt>
        <c:idx val="10"/>
        <c:spPr>
          <a:solidFill>
            <a:schemeClr val="accent1">
              <a:tint val="56000"/>
            </a:schemeClr>
          </a:solidFill>
          <a:ln w="19050">
            <a:solidFill>
              <a:schemeClr val="lt1"/>
            </a:solidFill>
          </a:ln>
          <a:effectLst/>
        </c:spPr>
      </c:pivotFmt>
      <c:pivotFmt>
        <c:idx val="11"/>
        <c:spPr>
          <a:solidFill>
            <a:schemeClr val="accent1">
              <a:tint val="43000"/>
            </a:schemeClr>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hade val="42000"/>
            </a:schemeClr>
          </a:solidFill>
          <a:ln w="19050">
            <a:solidFill>
              <a:schemeClr val="lt1"/>
            </a:solidFill>
          </a:ln>
          <a:effectLst/>
        </c:spPr>
      </c:pivotFmt>
      <c:pivotFmt>
        <c:idx val="14"/>
        <c:spPr>
          <a:solidFill>
            <a:schemeClr val="accent1">
              <a:shade val="55000"/>
            </a:schemeClr>
          </a:solidFill>
          <a:ln w="19050">
            <a:solidFill>
              <a:schemeClr val="lt1"/>
            </a:solidFill>
          </a:ln>
          <a:effectLst/>
        </c:spPr>
      </c:pivotFmt>
      <c:pivotFmt>
        <c:idx val="15"/>
        <c:spPr>
          <a:solidFill>
            <a:schemeClr val="accent1">
              <a:shade val="68000"/>
            </a:schemeClr>
          </a:solidFill>
          <a:ln w="19050">
            <a:solidFill>
              <a:schemeClr val="lt1"/>
            </a:solidFill>
          </a:ln>
          <a:effectLst/>
        </c:spPr>
      </c:pivotFmt>
      <c:pivotFmt>
        <c:idx val="16"/>
        <c:spPr>
          <a:solidFill>
            <a:schemeClr val="accent1">
              <a:shade val="80000"/>
            </a:schemeClr>
          </a:solidFill>
          <a:ln w="19050">
            <a:solidFill>
              <a:schemeClr val="lt1"/>
            </a:solidFill>
          </a:ln>
          <a:effectLst/>
        </c:spPr>
      </c:pivotFmt>
      <c:pivotFmt>
        <c:idx val="17"/>
        <c:spPr>
          <a:solidFill>
            <a:schemeClr val="accent1">
              <a:shade val="93000"/>
            </a:schemeClr>
          </a:solidFill>
          <a:ln w="19050">
            <a:solidFill>
              <a:schemeClr val="lt1"/>
            </a:solidFill>
          </a:ln>
          <a:effectLst/>
        </c:spPr>
      </c:pivotFmt>
      <c:pivotFmt>
        <c:idx val="18"/>
        <c:spPr>
          <a:solidFill>
            <a:schemeClr val="accent1">
              <a:tint val="94000"/>
            </a:schemeClr>
          </a:solidFill>
          <a:ln w="19050">
            <a:solidFill>
              <a:schemeClr val="lt1"/>
            </a:solidFill>
          </a:ln>
          <a:effectLst/>
        </c:spPr>
      </c:pivotFmt>
      <c:pivotFmt>
        <c:idx val="19"/>
        <c:spPr>
          <a:solidFill>
            <a:schemeClr val="accent1">
              <a:tint val="81000"/>
            </a:schemeClr>
          </a:solidFill>
          <a:ln w="19050">
            <a:solidFill>
              <a:schemeClr val="lt1"/>
            </a:solidFill>
          </a:ln>
          <a:effectLst/>
        </c:spPr>
      </c:pivotFmt>
      <c:pivotFmt>
        <c:idx val="20"/>
        <c:spPr>
          <a:solidFill>
            <a:schemeClr val="accent1">
              <a:tint val="69000"/>
            </a:schemeClr>
          </a:solidFill>
          <a:ln w="19050">
            <a:solidFill>
              <a:schemeClr val="lt1"/>
            </a:solidFill>
          </a:ln>
          <a:effectLst/>
        </c:spPr>
      </c:pivotFmt>
      <c:pivotFmt>
        <c:idx val="21"/>
        <c:spPr>
          <a:solidFill>
            <a:schemeClr val="accent1">
              <a:tint val="56000"/>
            </a:schemeClr>
          </a:solidFill>
          <a:ln w="19050">
            <a:solidFill>
              <a:schemeClr val="lt1"/>
            </a:solidFill>
          </a:ln>
          <a:effectLst/>
        </c:spPr>
      </c:pivotFmt>
      <c:pivotFmt>
        <c:idx val="22"/>
        <c:spPr>
          <a:solidFill>
            <a:schemeClr val="accent1">
              <a:tint val="43000"/>
            </a:schemeClr>
          </a:solidFill>
          <a:ln w="19050">
            <a:solidFill>
              <a:schemeClr val="lt1"/>
            </a:solidFill>
          </a:ln>
          <a:effectLst/>
        </c:spPr>
      </c:pivotFmt>
    </c:pivotFmts>
    <c:plotArea>
      <c:layout/>
      <c:pieChart>
        <c:varyColors val="1"/>
        <c:ser>
          <c:idx val="0"/>
          <c:order val="0"/>
          <c:tx>
            <c:strRef>
              <c:f>Sheet5!$B$3</c:f>
              <c:strCache>
                <c:ptCount val="1"/>
                <c:pt idx="0">
                  <c:v>Total</c:v>
                </c:pt>
              </c:strCache>
            </c:strRef>
          </c:tx>
          <c:dPt>
            <c:idx val="0"/>
            <c:bubble3D val="0"/>
            <c:spPr>
              <a:solidFill>
                <a:schemeClr val="accent1">
                  <a:shade val="42000"/>
                </a:schemeClr>
              </a:solidFill>
              <a:ln w="19050">
                <a:solidFill>
                  <a:schemeClr val="lt1"/>
                </a:solidFill>
              </a:ln>
              <a:effectLst/>
            </c:spPr>
            <c:extLst>
              <c:ext xmlns:c16="http://schemas.microsoft.com/office/drawing/2014/chart" uri="{C3380CC4-5D6E-409C-BE32-E72D297353CC}">
                <c16:uniqueId val="{00000001-3CE7-48D5-A2A8-176FC50A35BC}"/>
              </c:ext>
            </c:extLst>
          </c:dPt>
          <c:dPt>
            <c:idx val="1"/>
            <c:bubble3D val="0"/>
            <c:spPr>
              <a:solidFill>
                <a:schemeClr val="accent1">
                  <a:shade val="55000"/>
                </a:schemeClr>
              </a:solidFill>
              <a:ln w="19050">
                <a:solidFill>
                  <a:schemeClr val="lt1"/>
                </a:solidFill>
              </a:ln>
              <a:effectLst/>
            </c:spPr>
            <c:extLst>
              <c:ext xmlns:c16="http://schemas.microsoft.com/office/drawing/2014/chart" uri="{C3380CC4-5D6E-409C-BE32-E72D297353CC}">
                <c16:uniqueId val="{00000003-3CE7-48D5-A2A8-176FC50A35BC}"/>
              </c:ext>
            </c:extLst>
          </c:dPt>
          <c:dPt>
            <c:idx val="2"/>
            <c:bubble3D val="0"/>
            <c:spPr>
              <a:solidFill>
                <a:schemeClr val="accent1">
                  <a:shade val="68000"/>
                </a:schemeClr>
              </a:solidFill>
              <a:ln w="19050">
                <a:solidFill>
                  <a:schemeClr val="lt1"/>
                </a:solidFill>
              </a:ln>
              <a:effectLst/>
            </c:spPr>
            <c:extLst>
              <c:ext xmlns:c16="http://schemas.microsoft.com/office/drawing/2014/chart" uri="{C3380CC4-5D6E-409C-BE32-E72D297353CC}">
                <c16:uniqueId val="{00000005-3CE7-48D5-A2A8-176FC50A35BC}"/>
              </c:ext>
            </c:extLst>
          </c:dPt>
          <c:dPt>
            <c:idx val="3"/>
            <c:bubble3D val="0"/>
            <c:spPr>
              <a:solidFill>
                <a:schemeClr val="accent1">
                  <a:shade val="80000"/>
                </a:schemeClr>
              </a:solidFill>
              <a:ln w="19050">
                <a:solidFill>
                  <a:schemeClr val="lt1"/>
                </a:solidFill>
              </a:ln>
              <a:effectLst/>
            </c:spPr>
            <c:extLst>
              <c:ext xmlns:c16="http://schemas.microsoft.com/office/drawing/2014/chart" uri="{C3380CC4-5D6E-409C-BE32-E72D297353CC}">
                <c16:uniqueId val="{00000007-3CE7-48D5-A2A8-176FC50A35BC}"/>
              </c:ext>
            </c:extLst>
          </c:dPt>
          <c:dPt>
            <c:idx val="4"/>
            <c:bubble3D val="0"/>
            <c:spPr>
              <a:solidFill>
                <a:schemeClr val="accent1">
                  <a:shade val="93000"/>
                </a:schemeClr>
              </a:solidFill>
              <a:ln w="19050">
                <a:solidFill>
                  <a:schemeClr val="lt1"/>
                </a:solidFill>
              </a:ln>
              <a:effectLst/>
            </c:spPr>
            <c:extLst>
              <c:ext xmlns:c16="http://schemas.microsoft.com/office/drawing/2014/chart" uri="{C3380CC4-5D6E-409C-BE32-E72D297353CC}">
                <c16:uniqueId val="{00000009-3CE7-48D5-A2A8-176FC50A35BC}"/>
              </c:ext>
            </c:extLst>
          </c:dPt>
          <c:dPt>
            <c:idx val="5"/>
            <c:bubble3D val="0"/>
            <c:spPr>
              <a:solidFill>
                <a:schemeClr val="accent1">
                  <a:tint val="94000"/>
                </a:schemeClr>
              </a:solidFill>
              <a:ln w="19050">
                <a:solidFill>
                  <a:schemeClr val="lt1"/>
                </a:solidFill>
              </a:ln>
              <a:effectLst/>
            </c:spPr>
            <c:extLst>
              <c:ext xmlns:c16="http://schemas.microsoft.com/office/drawing/2014/chart" uri="{C3380CC4-5D6E-409C-BE32-E72D297353CC}">
                <c16:uniqueId val="{0000000B-3CE7-48D5-A2A8-176FC50A35BC}"/>
              </c:ext>
            </c:extLst>
          </c:dPt>
          <c:dPt>
            <c:idx val="6"/>
            <c:bubble3D val="0"/>
            <c:spPr>
              <a:solidFill>
                <a:schemeClr val="accent1">
                  <a:tint val="81000"/>
                </a:schemeClr>
              </a:solidFill>
              <a:ln w="19050">
                <a:solidFill>
                  <a:schemeClr val="lt1"/>
                </a:solidFill>
              </a:ln>
              <a:effectLst/>
            </c:spPr>
            <c:extLst>
              <c:ext xmlns:c16="http://schemas.microsoft.com/office/drawing/2014/chart" uri="{C3380CC4-5D6E-409C-BE32-E72D297353CC}">
                <c16:uniqueId val="{0000000D-3CE7-48D5-A2A8-176FC50A35BC}"/>
              </c:ext>
            </c:extLst>
          </c:dPt>
          <c:dPt>
            <c:idx val="7"/>
            <c:bubble3D val="0"/>
            <c:spPr>
              <a:solidFill>
                <a:schemeClr val="accent1">
                  <a:tint val="69000"/>
                </a:schemeClr>
              </a:solidFill>
              <a:ln w="19050">
                <a:solidFill>
                  <a:schemeClr val="lt1"/>
                </a:solidFill>
              </a:ln>
              <a:effectLst/>
            </c:spPr>
            <c:extLst>
              <c:ext xmlns:c16="http://schemas.microsoft.com/office/drawing/2014/chart" uri="{C3380CC4-5D6E-409C-BE32-E72D297353CC}">
                <c16:uniqueId val="{0000000F-3CE7-48D5-A2A8-176FC50A35BC}"/>
              </c:ext>
            </c:extLst>
          </c:dPt>
          <c:dPt>
            <c:idx val="8"/>
            <c:bubble3D val="0"/>
            <c:spPr>
              <a:solidFill>
                <a:schemeClr val="accent1">
                  <a:tint val="56000"/>
                </a:schemeClr>
              </a:solidFill>
              <a:ln w="19050">
                <a:solidFill>
                  <a:schemeClr val="lt1"/>
                </a:solidFill>
              </a:ln>
              <a:effectLst/>
            </c:spPr>
            <c:extLst>
              <c:ext xmlns:c16="http://schemas.microsoft.com/office/drawing/2014/chart" uri="{C3380CC4-5D6E-409C-BE32-E72D297353CC}">
                <c16:uniqueId val="{00000011-3CE7-48D5-A2A8-176FC50A35BC}"/>
              </c:ext>
            </c:extLst>
          </c:dPt>
          <c:dPt>
            <c:idx val="9"/>
            <c:bubble3D val="0"/>
            <c:spPr>
              <a:solidFill>
                <a:schemeClr val="accent1">
                  <a:tint val="43000"/>
                </a:schemeClr>
              </a:solidFill>
              <a:ln w="19050">
                <a:solidFill>
                  <a:schemeClr val="lt1"/>
                </a:solidFill>
              </a:ln>
              <a:effectLst/>
            </c:spPr>
            <c:extLst>
              <c:ext xmlns:c16="http://schemas.microsoft.com/office/drawing/2014/chart" uri="{C3380CC4-5D6E-409C-BE32-E72D297353CC}">
                <c16:uniqueId val="{00000013-3CE7-48D5-A2A8-176FC50A35B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Sheet5!$A$4:$A$14</c:f>
              <c:strCache>
                <c:ptCount val="10"/>
                <c:pt idx="0">
                  <c:v>0-2</c:v>
                </c:pt>
                <c:pt idx="1">
                  <c:v>20-29</c:v>
                </c:pt>
                <c:pt idx="2">
                  <c:v>30-39</c:v>
                </c:pt>
                <c:pt idx="3">
                  <c:v>40-49</c:v>
                </c:pt>
                <c:pt idx="4">
                  <c:v>50-59</c:v>
                </c:pt>
                <c:pt idx="5">
                  <c:v>60-69</c:v>
                </c:pt>
                <c:pt idx="6">
                  <c:v>70+</c:v>
                </c:pt>
                <c:pt idx="7">
                  <c:v>01-10-2019</c:v>
                </c:pt>
                <c:pt idx="8">
                  <c:v>03-09-2024</c:v>
                </c:pt>
                <c:pt idx="9">
                  <c:v>(blank)</c:v>
                </c:pt>
              </c:strCache>
            </c:strRef>
          </c:cat>
          <c:val>
            <c:numRef>
              <c:f>Sheet5!$B$4:$B$14</c:f>
              <c:numCache>
                <c:formatCode>General</c:formatCode>
                <c:ptCount val="10"/>
                <c:pt idx="0">
                  <c:v>21</c:v>
                </c:pt>
                <c:pt idx="1">
                  <c:v>715</c:v>
                </c:pt>
                <c:pt idx="2">
                  <c:v>411</c:v>
                </c:pt>
                <c:pt idx="3">
                  <c:v>183</c:v>
                </c:pt>
                <c:pt idx="4">
                  <c:v>94</c:v>
                </c:pt>
                <c:pt idx="5">
                  <c:v>30</c:v>
                </c:pt>
                <c:pt idx="6">
                  <c:v>4</c:v>
                </c:pt>
                <c:pt idx="7">
                  <c:v>357</c:v>
                </c:pt>
                <c:pt idx="8">
                  <c:v>282</c:v>
                </c:pt>
              </c:numCache>
            </c:numRef>
          </c:val>
          <c:extLst>
            <c:ext xmlns:c16="http://schemas.microsoft.com/office/drawing/2014/chart" uri="{C3380CC4-5D6E-409C-BE32-E72D297353CC}">
              <c16:uniqueId val="{00000014-3CE7-48D5-A2A8-176FC50A35BC}"/>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AA8E-4693-A85E-22D08DA80A58}"/>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418</c:v>
                </c:pt>
                <c:pt idx="1">
                  <c:v>336</c:v>
                </c:pt>
                <c:pt idx="2">
                  <c:v>559</c:v>
                </c:pt>
                <c:pt idx="3">
                  <c:v>345</c:v>
                </c:pt>
                <c:pt idx="4">
                  <c:v>288</c:v>
                </c:pt>
                <c:pt idx="5">
                  <c:v>218</c:v>
                </c:pt>
                <c:pt idx="6">
                  <c:v>444</c:v>
                </c:pt>
                <c:pt idx="7">
                  <c:v>289</c:v>
                </c:pt>
              </c:numCache>
            </c:numRef>
          </c:val>
          <c:extLst>
            <c:ext xmlns:c16="http://schemas.microsoft.com/office/drawing/2014/chart" uri="{C3380CC4-5D6E-409C-BE32-E72D297353CC}">
              <c16:uniqueId val="{00000000-5A08-4686-8403-320846992C4E}"/>
            </c:ext>
          </c:extLst>
        </c:ser>
        <c:dLbls>
          <c:showLegendKey val="0"/>
          <c:showVal val="0"/>
          <c:showCatName val="0"/>
          <c:showSerName val="0"/>
          <c:showPercent val="0"/>
          <c:showBubbleSize val="0"/>
        </c:dLbls>
        <c:gapWidth val="219"/>
        <c:overlap val="-27"/>
        <c:axId val="1407963711"/>
        <c:axId val="1419132975"/>
      </c:barChart>
      <c:catAx>
        <c:axId val="1407963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9132975"/>
        <c:crosses val="autoZero"/>
        <c:auto val="1"/>
        <c:lblAlgn val="ctr"/>
        <c:lblOffset val="100"/>
        <c:noMultiLvlLbl val="0"/>
      </c:catAx>
      <c:valAx>
        <c:axId val="1419132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637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4659-41EE-9CDB-2EA14F1ED990}"/>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[fairface_bal_gen_ddgan_dlib.xlsx]Sheet5!PivotTable4</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418</c:v>
                </c:pt>
                <c:pt idx="1">
                  <c:v>288</c:v>
                </c:pt>
                <c:pt idx="2">
                  <c:v>336</c:v>
                </c:pt>
                <c:pt idx="3">
                  <c:v>218</c:v>
                </c:pt>
                <c:pt idx="4">
                  <c:v>559</c:v>
                </c:pt>
                <c:pt idx="5">
                  <c:v>444</c:v>
                </c:pt>
                <c:pt idx="6">
                  <c:v>345</c:v>
                </c:pt>
                <c:pt idx="7">
                  <c:v>289</c:v>
                </c:pt>
              </c:numCache>
            </c:numRef>
          </c:val>
          <c:extLst>
            <c:ext xmlns:c16="http://schemas.microsoft.com/office/drawing/2014/chart" uri="{C3380CC4-5D6E-409C-BE32-E72D297353CC}">
              <c16:uniqueId val="{00000000-5E15-4249-81A4-4EB1DE880A60}"/>
            </c:ext>
          </c:extLst>
        </c:ser>
        <c:dLbls>
          <c:showLegendKey val="0"/>
          <c:showVal val="0"/>
          <c:showCatName val="0"/>
          <c:showSerName val="0"/>
          <c:showPercent val="0"/>
          <c:showBubbleSize val="0"/>
        </c:dLbls>
        <c:gapWidth val="219"/>
        <c:overlap val="-27"/>
        <c:axId val="1407970431"/>
        <c:axId val="1407998543"/>
      </c:barChart>
      <c:catAx>
        <c:axId val="1407970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98543"/>
        <c:crosses val="autoZero"/>
        <c:auto val="1"/>
        <c:lblAlgn val="ctr"/>
        <c:lblOffset val="100"/>
        <c:noMultiLvlLbl val="0"/>
      </c:catAx>
      <c:valAx>
        <c:axId val="140799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704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withinLinear" id="14">
  <a:schemeClr val="accent1"/>
</cs:colorStyle>
</file>

<file path=ppt/charts/colors42.xml><?xml version="1.0" encoding="utf-8"?>
<cs:colorStyle xmlns:cs="http://schemas.microsoft.com/office/drawing/2012/chartStyle" xmlns:a="http://schemas.openxmlformats.org/drawingml/2006/main" meth="withinLinear" id="14">
  <a:schemeClr val="accent1"/>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withinLinear" id="14">
  <a:schemeClr val="accent1"/>
</cs:colorStyle>
</file>

<file path=ppt/charts/colors45.xml><?xml version="1.0" encoding="utf-8"?>
<cs:colorStyle xmlns:cs="http://schemas.microsoft.com/office/drawing/2012/chartStyle" xmlns:a="http://schemas.openxmlformats.org/drawingml/2006/main" meth="withinLinear" id="14">
  <a:schemeClr val="accent1"/>
</cs:colorStyle>
</file>

<file path=ppt/charts/colors46.xml><?xml version="1.0" encoding="utf-8"?>
<cs:colorStyle xmlns:cs="http://schemas.microsoft.com/office/drawing/2012/chartStyle" xmlns:a="http://schemas.openxmlformats.org/drawingml/2006/main" meth="withinLinear" id="14">
  <a:schemeClr val="accent1"/>
</cs:colorStyle>
</file>

<file path=ppt/charts/colors47.xml><?xml version="1.0" encoding="utf-8"?>
<cs:colorStyle xmlns:cs="http://schemas.microsoft.com/office/drawing/2012/chartStyle" xmlns:a="http://schemas.openxmlformats.org/drawingml/2006/main" meth="withinLinear" id="14">
  <a:schemeClr val="accent1"/>
</cs:colorStyle>
</file>

<file path=ppt/charts/colors48.xml><?xml version="1.0" encoding="utf-8"?>
<cs:colorStyle xmlns:cs="http://schemas.microsoft.com/office/drawing/2012/chartStyle" xmlns:a="http://schemas.openxmlformats.org/drawingml/2006/main" meth="withinLinear" id="14">
  <a:schemeClr val="accent1"/>
</cs:colorStyle>
</file>

<file path=ppt/charts/colors49.xml><?xml version="1.0" encoding="utf-8"?>
<cs:colorStyle xmlns:cs="http://schemas.microsoft.com/office/drawing/2012/chartStyle" xmlns:a="http://schemas.openxmlformats.org/drawingml/2006/main" meth="withinLinear" id="14">
  <a:schemeClr val="accent1"/>
</cs:colorStyle>
</file>

<file path=ppt/charts/colors50.xml><?xml version="1.0" encoding="utf-8"?>
<cs:colorStyle xmlns:cs="http://schemas.microsoft.com/office/drawing/2012/chartStyle" xmlns:a="http://schemas.openxmlformats.org/drawingml/2006/main" meth="withinLinear" id="14">
  <a:schemeClr val="accent1"/>
</cs:colorStyle>
</file>

<file path=ppt/charts/colors51.xml><?xml version="1.0" encoding="utf-8"?>
<cs:colorStyle xmlns:cs="http://schemas.microsoft.com/office/drawing/2012/chartStyle" xmlns:a="http://schemas.openxmlformats.org/drawingml/2006/main" meth="withinLinear" id="14">
  <a:schemeClr val="accent1"/>
</cs:colorStyle>
</file>

<file path=ppt/charts/colors52.xml><?xml version="1.0" encoding="utf-8"?>
<cs:colorStyle xmlns:cs="http://schemas.microsoft.com/office/drawing/2012/chartStyle" xmlns:a="http://schemas.openxmlformats.org/drawingml/2006/main" meth="withinLinear" id="14">
  <a:schemeClr val="accent1"/>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withinLinearReversed" id="26">
  <a:schemeClr val="accent6"/>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withinLinear" id="14">
  <a:schemeClr val="accent1"/>
</cs:colorStyle>
</file>

<file path=ppt/charts/colors62.xml><?xml version="1.0" encoding="utf-8"?>
<cs:colorStyle xmlns:cs="http://schemas.microsoft.com/office/drawing/2012/chartStyle" xmlns:a="http://schemas.openxmlformats.org/drawingml/2006/main" meth="withinLinear" id="14">
  <a:schemeClr val="accent1"/>
</cs:colorStyle>
</file>

<file path=ppt/charts/colors63.xml><?xml version="1.0" encoding="utf-8"?>
<cs:colorStyle xmlns:cs="http://schemas.microsoft.com/office/drawing/2012/chartStyle" xmlns:a="http://schemas.openxmlformats.org/drawingml/2006/main" meth="withinLinear" id="14">
  <a:schemeClr val="accent1"/>
</cs:colorStyle>
</file>

<file path=ppt/charts/colors64.xml><?xml version="1.0" encoding="utf-8"?>
<cs:colorStyle xmlns:cs="http://schemas.microsoft.com/office/drawing/2012/chartStyle" xmlns:a="http://schemas.openxmlformats.org/drawingml/2006/main" meth="withinLinear" id="14">
  <a:schemeClr val="accent1"/>
</cs:colorStyle>
</file>

<file path=ppt/charts/colors65.xml><?xml version="1.0" encoding="utf-8"?>
<cs:colorStyle xmlns:cs="http://schemas.microsoft.com/office/drawing/2012/chartStyle" xmlns:a="http://schemas.openxmlformats.org/drawingml/2006/main" meth="withinLinear" id="14">
  <a:schemeClr val="accent1"/>
</cs:colorStyle>
</file>

<file path=ppt/charts/colors66.xml><?xml version="1.0" encoding="utf-8"?>
<cs:colorStyle xmlns:cs="http://schemas.microsoft.com/office/drawing/2012/chartStyle" xmlns:a="http://schemas.openxmlformats.org/drawingml/2006/main" meth="withinLinear" id="14">
  <a:schemeClr val="accent1"/>
</cs:colorStyle>
</file>

<file path=ppt/charts/colors67.xml><?xml version="1.0" encoding="utf-8"?>
<cs:colorStyle xmlns:cs="http://schemas.microsoft.com/office/drawing/2012/chartStyle" xmlns:a="http://schemas.openxmlformats.org/drawingml/2006/main" meth="withinLinear" id="14">
  <a:schemeClr val="accent1"/>
</cs:colorStyle>
</file>

<file path=ppt/charts/colors68.xml><?xml version="1.0" encoding="utf-8"?>
<cs:colorStyle xmlns:cs="http://schemas.microsoft.com/office/drawing/2012/chartStyle" xmlns:a="http://schemas.openxmlformats.org/drawingml/2006/main" meth="withinLinear" id="14">
  <a:schemeClr val="accent1"/>
</cs:colorStyle>
</file>

<file path=ppt/charts/colors69.xml><?xml version="1.0" encoding="utf-8"?>
<cs:colorStyle xmlns:cs="http://schemas.microsoft.com/office/drawing/2012/chartStyle" xmlns:a="http://schemas.openxmlformats.org/drawingml/2006/main" meth="withinLinear" id="14">
  <a:schemeClr val="accent1"/>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withinLinear" id="14">
  <a:schemeClr val="accent1"/>
</cs:colorStyle>
</file>

<file path=ppt/charts/colors77.xml><?xml version="1.0" encoding="utf-8"?>
<cs:colorStyle xmlns:cs="http://schemas.microsoft.com/office/drawing/2012/chartStyle" xmlns:a="http://schemas.openxmlformats.org/drawingml/2006/main" meth="withinLinear" id="14">
  <a:schemeClr val="accent1"/>
</cs:colorStyle>
</file>

<file path=ppt/charts/colors78.xml><?xml version="1.0" encoding="utf-8"?>
<cs:colorStyle xmlns:cs="http://schemas.microsoft.com/office/drawing/2012/chartStyle" xmlns:a="http://schemas.openxmlformats.org/drawingml/2006/main" meth="withinLinear" id="14">
  <a:schemeClr val="accent1"/>
</cs:colorStyle>
</file>

<file path=ppt/charts/colors79.xml><?xml version="1.0" encoding="utf-8"?>
<cs:colorStyle xmlns:cs="http://schemas.microsoft.com/office/drawing/2012/chartStyle" xmlns:a="http://schemas.openxmlformats.org/drawingml/2006/main" meth="withinLinear" id="14">
  <a:schemeClr val="accent1"/>
</cs:colorStyle>
</file>

<file path=ppt/charts/colors80.xml><?xml version="1.0" encoding="utf-8"?>
<cs:colorStyle xmlns:cs="http://schemas.microsoft.com/office/drawing/2012/chartStyle" xmlns:a="http://schemas.openxmlformats.org/drawingml/2006/main" meth="withinLinear" id="14">
  <a:schemeClr val="accent1"/>
</cs:colorStyle>
</file>

<file path=ppt/charts/colors81.xml><?xml version="1.0" encoding="utf-8"?>
<cs:colorStyle xmlns:cs="http://schemas.microsoft.com/office/drawing/2012/chartStyle" xmlns:a="http://schemas.openxmlformats.org/drawingml/2006/main" meth="withinLinear" id="14">
  <a:schemeClr val="accent1"/>
</cs:colorStyle>
</file>

<file path=ppt/charts/colors82.xml><?xml version="1.0" encoding="utf-8"?>
<cs:colorStyle xmlns:cs="http://schemas.microsoft.com/office/drawing/2012/chartStyle" xmlns:a="http://schemas.openxmlformats.org/drawingml/2006/main" meth="withinLinear" id="14">
  <a:schemeClr val="accent1"/>
</cs:colorStyle>
</file>

<file path=ppt/charts/colors83.xml><?xml version="1.0" encoding="utf-8"?>
<cs:colorStyle xmlns:cs="http://schemas.microsoft.com/office/drawing/2012/chartStyle" xmlns:a="http://schemas.openxmlformats.org/drawingml/2006/main" meth="withinLinear" id="14">
  <a:schemeClr val="accent1"/>
</cs:colorStyle>
</file>

<file path=ppt/charts/colors84.xml><?xml version="1.0" encoding="utf-8"?>
<cs:colorStyle xmlns:cs="http://schemas.microsoft.com/office/drawing/2012/chartStyle" xmlns:a="http://schemas.openxmlformats.org/drawingml/2006/main" meth="withinLinear" id="14">
  <a:schemeClr val="accent1"/>
</cs:colorStyle>
</file>

<file path=ppt/charts/colors8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4" Type="http://schemas.openxmlformats.org/officeDocument/2006/relationships/chart" Target="../charts/char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7.xml"/><Relationship Id="rId4" Type="http://schemas.openxmlformats.org/officeDocument/2006/relationships/chart" Target="../charts/chart18.xml"/></Relationships>
</file>

<file path=ppt/slides/_rels/slide1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7.xml"/><Relationship Id="rId4" Type="http://schemas.openxmlformats.org/officeDocument/2006/relationships/chart" Target="../charts/chart23.xml"/></Relationships>
</file>

<file path=ppt/slides/_rels/slide21.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7.xml"/><Relationship Id="rId4" Type="http://schemas.openxmlformats.org/officeDocument/2006/relationships/chart" Target="../charts/chart28.xml"/></Relationships>
</file>

<file path=ppt/slides/_rels/slide25.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7.xml"/><Relationship Id="rId4" Type="http://schemas.openxmlformats.org/officeDocument/2006/relationships/chart" Target="../charts/chart33.xml"/></Relationships>
</file>

<file path=ppt/slides/_rels/slide31.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chart" Target="../charts/chart3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7.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7.xml"/><Relationship Id="rId5" Type="http://schemas.openxmlformats.org/officeDocument/2006/relationships/chart" Target="../charts/chart44.xml"/><Relationship Id="rId4" Type="http://schemas.openxmlformats.org/officeDocument/2006/relationships/chart" Target="../charts/chart43.xml"/></Relationships>
</file>

<file path=ppt/slides/_rels/slide39.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7.xml"/><Relationship Id="rId5" Type="http://schemas.openxmlformats.org/officeDocument/2006/relationships/chart" Target="../charts/chart48.xml"/><Relationship Id="rId4" Type="http://schemas.openxmlformats.org/officeDocument/2006/relationships/chart" Target="../charts/chart47.xml"/></Relationships>
</file>

<file path=ppt/slides/_rels/slide40.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Layout" Target="../slideLayouts/slideLayout7.xml"/><Relationship Id="rId5" Type="http://schemas.openxmlformats.org/officeDocument/2006/relationships/chart" Target="../charts/chart52.xml"/><Relationship Id="rId4" Type="http://schemas.openxmlformats.org/officeDocument/2006/relationships/chart" Target="../charts/chart51.xml"/></Relationships>
</file>

<file path=ppt/slides/_rels/slide41.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7.xml"/><Relationship Id="rId5" Type="http://schemas.openxmlformats.org/officeDocument/2006/relationships/chart" Target="../charts/chart56.xml"/><Relationship Id="rId4" Type="http://schemas.openxmlformats.org/officeDocument/2006/relationships/chart" Target="../charts/chart55.xml"/></Relationships>
</file>

<file path=ppt/slides/_rels/slide42.xml.rels><?xml version="1.0" encoding="UTF-8" standalone="yes"?>
<Relationships xmlns="http://schemas.openxmlformats.org/package/2006/relationships"><Relationship Id="rId3" Type="http://schemas.openxmlformats.org/officeDocument/2006/relationships/chart" Target="../charts/chart58.xml"/><Relationship Id="rId2" Type="http://schemas.openxmlformats.org/officeDocument/2006/relationships/chart" Target="../charts/chart57.xml"/><Relationship Id="rId1" Type="http://schemas.openxmlformats.org/officeDocument/2006/relationships/slideLayout" Target="../slideLayouts/slideLayout7.xml"/><Relationship Id="rId5" Type="http://schemas.openxmlformats.org/officeDocument/2006/relationships/chart" Target="../charts/chart60.xml"/><Relationship Id="rId4" Type="http://schemas.openxmlformats.org/officeDocument/2006/relationships/chart" Target="../charts/chart5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chart" Target="../charts/chart62.xml"/><Relationship Id="rId2" Type="http://schemas.openxmlformats.org/officeDocument/2006/relationships/chart" Target="../charts/chart61.xml"/><Relationship Id="rId1" Type="http://schemas.openxmlformats.org/officeDocument/2006/relationships/slideLayout" Target="../slideLayouts/slideLayout7.xml"/><Relationship Id="rId4" Type="http://schemas.openxmlformats.org/officeDocument/2006/relationships/chart" Target="../charts/chart63.xml"/></Relationships>
</file>

<file path=ppt/slides/_rels/slide45.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chart" Target="../charts/chart64.xml"/><Relationship Id="rId1" Type="http://schemas.openxmlformats.org/officeDocument/2006/relationships/slideLayout" Target="../slideLayouts/slideLayout7.xml"/><Relationship Id="rId4" Type="http://schemas.openxmlformats.org/officeDocument/2006/relationships/chart" Target="../charts/chart66.xml"/></Relationships>
</file>

<file path=ppt/slides/_rels/slide46.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chart" Target="../charts/chart67.xml"/><Relationship Id="rId1" Type="http://schemas.openxmlformats.org/officeDocument/2006/relationships/slideLayout" Target="../slideLayouts/slideLayout7.xml"/><Relationship Id="rId4" Type="http://schemas.openxmlformats.org/officeDocument/2006/relationships/chart" Target="../charts/chart69.xml"/></Relationships>
</file>

<file path=ppt/slides/_rels/slide47.xml.rels><?xml version="1.0" encoding="UTF-8" standalone="yes"?>
<Relationships xmlns="http://schemas.openxmlformats.org/package/2006/relationships"><Relationship Id="rId3" Type="http://schemas.openxmlformats.org/officeDocument/2006/relationships/chart" Target="../charts/chart71.xml"/><Relationship Id="rId2" Type="http://schemas.openxmlformats.org/officeDocument/2006/relationships/chart" Target="../charts/chart70.xml"/><Relationship Id="rId1" Type="http://schemas.openxmlformats.org/officeDocument/2006/relationships/slideLayout" Target="../slideLayouts/slideLayout7.xml"/><Relationship Id="rId4" Type="http://schemas.openxmlformats.org/officeDocument/2006/relationships/chart" Target="../charts/chart72.xml"/></Relationships>
</file>

<file path=ppt/slides/_rels/slide48.xml.rels><?xml version="1.0" encoding="UTF-8" standalone="yes"?>
<Relationships xmlns="http://schemas.openxmlformats.org/package/2006/relationships"><Relationship Id="rId3" Type="http://schemas.openxmlformats.org/officeDocument/2006/relationships/chart" Target="../charts/chart74.xml"/><Relationship Id="rId2" Type="http://schemas.openxmlformats.org/officeDocument/2006/relationships/chart" Target="../charts/chart73.xml"/><Relationship Id="rId1" Type="http://schemas.openxmlformats.org/officeDocument/2006/relationships/slideLayout" Target="../slideLayouts/slideLayout7.xml"/><Relationship Id="rId4" Type="http://schemas.openxmlformats.org/officeDocument/2006/relationships/chart" Target="../charts/chart7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chart" Target="../charts/chart77.xml"/><Relationship Id="rId2" Type="http://schemas.openxmlformats.org/officeDocument/2006/relationships/chart" Target="../charts/chart76.xml"/><Relationship Id="rId1" Type="http://schemas.openxmlformats.org/officeDocument/2006/relationships/slideLayout" Target="../slideLayouts/slideLayout7.xml"/><Relationship Id="rId4" Type="http://schemas.openxmlformats.org/officeDocument/2006/relationships/chart" Target="../charts/chart78.xml"/></Relationships>
</file>

<file path=ppt/slides/_rels/slide51.xml.rels><?xml version="1.0" encoding="UTF-8" standalone="yes"?>
<Relationships xmlns="http://schemas.openxmlformats.org/package/2006/relationships"><Relationship Id="rId3" Type="http://schemas.openxmlformats.org/officeDocument/2006/relationships/chart" Target="../charts/chart80.xml"/><Relationship Id="rId2" Type="http://schemas.openxmlformats.org/officeDocument/2006/relationships/chart" Target="../charts/chart79.xml"/><Relationship Id="rId1" Type="http://schemas.openxmlformats.org/officeDocument/2006/relationships/slideLayout" Target="../slideLayouts/slideLayout7.xml"/><Relationship Id="rId4" Type="http://schemas.openxmlformats.org/officeDocument/2006/relationships/chart" Target="../charts/chart81.xml"/></Relationships>
</file>

<file path=ppt/slides/_rels/slide52.xml.rels><?xml version="1.0" encoding="UTF-8" standalone="yes"?>
<Relationships xmlns="http://schemas.openxmlformats.org/package/2006/relationships"><Relationship Id="rId3" Type="http://schemas.openxmlformats.org/officeDocument/2006/relationships/chart" Target="../charts/chart83.xml"/><Relationship Id="rId2" Type="http://schemas.openxmlformats.org/officeDocument/2006/relationships/chart" Target="../charts/chart82.xml"/><Relationship Id="rId1" Type="http://schemas.openxmlformats.org/officeDocument/2006/relationships/slideLayout" Target="../slideLayouts/slideLayout7.xml"/><Relationship Id="rId4" Type="http://schemas.openxmlformats.org/officeDocument/2006/relationships/chart" Target="../charts/chart84.xml"/></Relationships>
</file>

<file path=ppt/slides/_rels/slide53.xml.rels><?xml version="1.0" encoding="UTF-8" standalone="yes"?>
<Relationships xmlns="http://schemas.openxmlformats.org/package/2006/relationships"><Relationship Id="rId3" Type="http://schemas.openxmlformats.org/officeDocument/2006/relationships/chart" Target="../charts/chart86.xml"/><Relationship Id="rId2" Type="http://schemas.openxmlformats.org/officeDocument/2006/relationships/chart" Target="../charts/chart8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chart" Target="../charts/chart88.xml"/><Relationship Id="rId2" Type="http://schemas.openxmlformats.org/officeDocument/2006/relationships/chart" Target="../charts/chart8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a:xfrm>
            <a:off x="1524000" y="1971448"/>
            <a:ext cx="9122229" cy="2387600"/>
          </a:xfrm>
        </p:spPr>
        <p:txBody>
          <a:bodyPr>
            <a:normAutofit/>
          </a:bodyPr>
          <a:lstStyle/>
          <a:p>
            <a:r>
              <a:rPr lang="en-IN" dirty="0"/>
              <a:t>Identification of 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Method of data collection</a:t>
            </a:r>
          </a:p>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lvl="1" algn="just">
              <a:lnSpc>
                <a:spcPct val="150000"/>
              </a:lnSpc>
            </a:pPr>
            <a:r>
              <a:rPr lang="en-IN" sz="2000" dirty="0" err="1"/>
              <a:t>Fairface</a:t>
            </a:r>
            <a:r>
              <a:rPr lang="en-IN" sz="2000" dirty="0"/>
              <a:t>: </a:t>
            </a:r>
            <a:r>
              <a:rPr lang="en-IN" sz="2000" dirty="0">
                <a:solidFill>
                  <a:srgbClr val="0070C0"/>
                </a:solidFill>
              </a:rPr>
              <a:t>48000</a:t>
            </a:r>
            <a:r>
              <a:rPr lang="en-IN" sz="2000" dirty="0"/>
              <a:t> facial training images of 224x224 dimensions, </a:t>
            </a:r>
            <a:r>
              <a:rPr lang="en-IN" sz="2000" dirty="0">
                <a:solidFill>
                  <a:srgbClr val="0070C0"/>
                </a:solidFill>
              </a:rPr>
              <a:t>perfectly</a:t>
            </a:r>
            <a:r>
              <a:rPr lang="en-IN" sz="2000" dirty="0"/>
              <a:t> </a:t>
            </a:r>
            <a:r>
              <a:rPr lang="en-IN" sz="2000" dirty="0">
                <a:solidFill>
                  <a:srgbClr val="0070C0"/>
                </a:solidFill>
              </a:rPr>
              <a:t>balanced dataset in races and gender attributes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Training dataset (27000 samples)</a:t>
            </a:r>
          </a:p>
        </p:txBody>
      </p:sp>
      <p:graphicFrame>
        <p:nvGraphicFramePr>
          <p:cNvPr id="7" name="Chart 6">
            <a:extLst>
              <a:ext uri="{FF2B5EF4-FFF2-40B4-BE49-F238E27FC236}">
                <a16:creationId xmlns:a16="http://schemas.microsoft.com/office/drawing/2014/main" id="{C962933E-CF2D-7427-3766-B411B9453B5F}"/>
              </a:ext>
            </a:extLst>
          </p:cNvPr>
          <p:cNvGraphicFramePr>
            <a:graphicFrameLocks/>
          </p:cNvGraphicFramePr>
          <p:nvPr/>
        </p:nvGraphicFramePr>
        <p:xfrm>
          <a:off x="1169125"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DA19805-FAF9-B605-2AF3-069CB8323041}"/>
              </a:ext>
            </a:extLst>
          </p:cNvPr>
          <p:cNvGraphicFramePr>
            <a:graphicFrameLocks/>
          </p:cNvGraphicFramePr>
          <p:nvPr/>
        </p:nvGraphicFramePr>
        <p:xfrm>
          <a:off x="6450875"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5DE1C1F-1FC4-5E80-69DF-0CA2902B17D5}"/>
              </a:ext>
            </a:extLst>
          </p:cNvPr>
          <p:cNvGraphicFramePr>
            <a:graphicFrameLocks/>
          </p:cNvGraphicFramePr>
          <p:nvPr/>
        </p:nvGraphicFramePr>
        <p:xfrm>
          <a:off x="1169125"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7625311-3CB1-DB15-1D59-C0FF6C919C6E}"/>
              </a:ext>
            </a:extLst>
          </p:cNvPr>
          <p:cNvSpPr txBox="1"/>
          <p:nvPr/>
        </p:nvSpPr>
        <p:spPr>
          <a:xfrm>
            <a:off x="6450874"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CelebA</a:t>
            </a:r>
            <a:r>
              <a:rPr lang="en-IN" dirty="0"/>
              <a:t>-HQ training dataset have white faces, females, and younger age group biases</a:t>
            </a:r>
          </a:p>
        </p:txBody>
      </p:sp>
    </p:spTree>
    <p:extLst>
      <p:ext uri="{BB962C8B-B14F-4D97-AF65-F5344CB8AC3E}">
        <p14:creationId xmlns:p14="http://schemas.microsoft.com/office/powerpoint/2010/main" val="156063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32255"/>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0" y="3532255"/>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BED9E044-73B0-67C2-4B3B-A1F9499DF22F}"/>
              </a:ext>
            </a:extLst>
          </p:cNvPr>
          <p:cNvGraphicFramePr>
            <a:graphicFrameLocks/>
          </p:cNvGraphicFramePr>
          <p:nvPr/>
        </p:nvGraphicFramePr>
        <p:xfrm>
          <a:off x="96520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C3EEA79-DD49-8C73-438D-29B4226F6391}"/>
              </a:ext>
            </a:extLst>
          </p:cNvPr>
          <p:cNvGraphicFramePr>
            <a:graphicFrameLocks/>
          </p:cNvGraphicFramePr>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5E12D394-1A16-3E54-82C7-21E22EC2C6CF}"/>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4" name="TextBox 3">
            <a:extLst>
              <a:ext uri="{FF2B5EF4-FFF2-40B4-BE49-F238E27FC236}">
                <a16:creationId xmlns:a16="http://schemas.microsoft.com/office/drawing/2014/main" id="{FB66941D-1049-F5A7-C197-A434EF6BBBFB}"/>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Female faces are proportionally higher than the male ones for each race</a:t>
            </a:r>
          </a:p>
        </p:txBody>
      </p:sp>
    </p:spTree>
    <p:extLst>
      <p:ext uri="{BB962C8B-B14F-4D97-AF65-F5344CB8AC3E}">
        <p14:creationId xmlns:p14="http://schemas.microsoft.com/office/powerpoint/2010/main" val="347444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Training dataset (82470 samples)</a:t>
            </a:r>
          </a:p>
        </p:txBody>
      </p:sp>
      <p:graphicFrame>
        <p:nvGraphicFramePr>
          <p:cNvPr id="5" name="Chart 4">
            <a:extLst>
              <a:ext uri="{FF2B5EF4-FFF2-40B4-BE49-F238E27FC236}">
                <a16:creationId xmlns:a16="http://schemas.microsoft.com/office/drawing/2014/main" id="{83A207CB-D930-5C3C-38EA-2C529F63F0AE}"/>
              </a:ext>
            </a:extLst>
          </p:cNvPr>
          <p:cNvGraphicFramePr>
            <a:graphicFrameLocks/>
          </p:cNvGraphicFramePr>
          <p:nvPr/>
        </p:nvGraphicFramePr>
        <p:xfrm>
          <a:off x="894080" y="85626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C8671146-3C32-53AE-6D7C-37A77C71345D}"/>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4CB4B55-7B20-A7D1-3D51-AEBB5F74EE52}"/>
              </a:ext>
            </a:extLst>
          </p:cNvPr>
          <p:cNvGraphicFramePr>
            <a:graphicFrameLocks/>
          </p:cNvGraphicFramePr>
          <p:nvPr/>
        </p:nvGraphicFramePr>
        <p:xfrm>
          <a:off x="89408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5E891691-E1E4-D09C-26AA-B4A41A6BBED0}"/>
              </a:ext>
            </a:extLst>
          </p:cNvPr>
          <p:cNvSpPr txBox="1"/>
          <p:nvPr/>
        </p:nvSpPr>
        <p:spPr>
          <a:xfrm>
            <a:off x="6096000"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Fairface</a:t>
            </a:r>
            <a:r>
              <a:rPr lang="en-IN" dirty="0"/>
              <a:t> training dataset is almost balanced in race and gender, but depict younger age group biases</a:t>
            </a:r>
          </a:p>
        </p:txBody>
      </p:sp>
    </p:spTree>
    <p:extLst>
      <p:ext uri="{BB962C8B-B14F-4D97-AF65-F5344CB8AC3E}">
        <p14:creationId xmlns:p14="http://schemas.microsoft.com/office/powerpoint/2010/main" val="279503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98851"/>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1" y="3598851"/>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4" name="Chart 3">
            <a:extLst>
              <a:ext uri="{FF2B5EF4-FFF2-40B4-BE49-F238E27FC236}">
                <a16:creationId xmlns:a16="http://schemas.microsoft.com/office/drawing/2014/main" id="{60CF2AD3-230D-F369-CAC5-4FA9A48BC42D}"/>
              </a:ext>
            </a:extLst>
          </p:cNvPr>
          <p:cNvGraphicFramePr>
            <a:graphicFrameLocks/>
          </p:cNvGraphicFramePr>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5AC4D09A-CE8E-1833-5BF0-02BF5AE14D3B}"/>
              </a:ext>
            </a:extLst>
          </p:cNvPr>
          <p:cNvGraphicFramePr>
            <a:graphicFrameLocks/>
          </p:cNvGraphicFramePr>
          <p:nvPr/>
        </p:nvGraphicFramePr>
        <p:xfrm>
          <a:off x="965199"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3C83B8BF-A002-CC75-8152-A1897CB29DF6}"/>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3" name="TextBox 2">
            <a:extLst>
              <a:ext uri="{FF2B5EF4-FFF2-40B4-BE49-F238E27FC236}">
                <a16:creationId xmlns:a16="http://schemas.microsoft.com/office/drawing/2014/main" id="{A709DC13-9EEB-0FB9-4D9A-1091ED3F4C91}"/>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Male faces are slightly higher than the female ones across the races</a:t>
            </a:r>
          </a:p>
        </p:txBody>
      </p:sp>
    </p:spTree>
    <p:extLst>
      <p:ext uri="{BB962C8B-B14F-4D97-AF65-F5344CB8AC3E}">
        <p14:creationId xmlns:p14="http://schemas.microsoft.com/office/powerpoint/2010/main" val="1446150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9231087"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(Balanced) – Training dataset (48000 samples)</a:t>
            </a:r>
          </a:p>
        </p:txBody>
      </p:sp>
      <p:graphicFrame>
        <p:nvGraphicFramePr>
          <p:cNvPr id="5" name="Chart 4">
            <a:extLst>
              <a:ext uri="{FF2B5EF4-FFF2-40B4-BE49-F238E27FC236}">
                <a16:creationId xmlns:a16="http://schemas.microsoft.com/office/drawing/2014/main" id="{08F62895-923C-C5BE-4F98-83A9F5372CB4}"/>
              </a:ext>
            </a:extLst>
          </p:cNvPr>
          <p:cNvGraphicFramePr>
            <a:graphicFrameLocks/>
          </p:cNvGraphicFramePr>
          <p:nvPr/>
        </p:nvGraphicFramePr>
        <p:xfrm>
          <a:off x="354584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2EC47758-FD3F-278E-9EBC-444FBBAAD8E4}"/>
              </a:ext>
            </a:extLst>
          </p:cNvPr>
          <p:cNvGraphicFramePr>
            <a:graphicFrameLocks/>
          </p:cNvGraphicFramePr>
          <p:nvPr/>
        </p:nvGraphicFramePr>
        <p:xfrm>
          <a:off x="894080" y="8382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B3ABC84A-594E-6890-1FC8-6C9EADFAC34A}"/>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0554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792480" y="3485070"/>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187440" y="3485070"/>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6A48A2BD-A2DB-84D2-FF13-45F867B80180}"/>
              </a:ext>
            </a:extLst>
          </p:cNvPr>
          <p:cNvGraphicFramePr>
            <a:graphicFrameLocks/>
          </p:cNvGraphicFramePr>
          <p:nvPr/>
        </p:nvGraphicFramePr>
        <p:xfrm>
          <a:off x="618744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A32373F-354F-DD1E-8FBC-7AA16896B79F}"/>
              </a:ext>
            </a:extLst>
          </p:cNvPr>
          <p:cNvGraphicFramePr>
            <a:graphicFrameLocks/>
          </p:cNvGraphicFramePr>
          <p:nvPr/>
        </p:nvGraphicFramePr>
        <p:xfrm>
          <a:off x="79248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50051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models under investigation</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839791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1x80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a:t>Nvidia A5000 1x24 GB GPU: 60 days for 500 epochs</a:t>
            </a:r>
            <a:endParaRPr lang="en-IN" sz="1600" b="1" dirty="0"/>
          </a:p>
          <a:p>
            <a:pPr lvl="1" algn="just">
              <a:lnSpc>
                <a:spcPct val="150000"/>
              </a:lnSpc>
            </a:pPr>
            <a:r>
              <a:rPr lang="en-IN" sz="1600" dirty="0"/>
              <a:t>Nvidia A100 1x80 GB GPU: 26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DDPM model</a:t>
            </a:r>
          </a:p>
        </p:txBody>
      </p:sp>
    </p:spTree>
    <p:extLst>
      <p:ext uri="{BB962C8B-B14F-4D97-AF65-F5344CB8AC3E}">
        <p14:creationId xmlns:p14="http://schemas.microsoft.com/office/powerpoint/2010/main" val="317104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DDPM Architecture</a:t>
            </a:r>
          </a:p>
        </p:txBody>
      </p:sp>
      <p:sp>
        <p:nvSpPr>
          <p:cNvPr id="4" name="TextBox 3">
            <a:extLst>
              <a:ext uri="{FF2B5EF4-FFF2-40B4-BE49-F238E27FC236}">
                <a16:creationId xmlns:a16="http://schemas.microsoft.com/office/drawing/2014/main" id="{32CDE003-B851-ECBE-FEF7-6BC92C377E20}"/>
              </a:ext>
            </a:extLst>
          </p:cNvPr>
          <p:cNvSpPr txBox="1"/>
          <p:nvPr/>
        </p:nvSpPr>
        <p:spPr>
          <a:xfrm>
            <a:off x="193040" y="5963920"/>
            <a:ext cx="8341360" cy="369332"/>
          </a:xfrm>
          <a:prstGeom prst="rect">
            <a:avLst/>
          </a:prstGeom>
          <a:noFill/>
        </p:spPr>
        <p:txBody>
          <a:bodyPr wrap="square" rtlCol="0">
            <a:spAutoFit/>
          </a:bodyPr>
          <a:lstStyle/>
          <a:p>
            <a:r>
              <a:rPr lang="en-IN"/>
              <a:t>Source: Ho et. al, Denoising Diffusion Probabilistic Models, NeurIPS 2020</a:t>
            </a:r>
            <a:endParaRPr lang="en-IN" dirty="0"/>
          </a:p>
        </p:txBody>
      </p:sp>
      <p:pic>
        <p:nvPicPr>
          <p:cNvPr id="6" name="Picture 5">
            <a:extLst>
              <a:ext uri="{FF2B5EF4-FFF2-40B4-BE49-F238E27FC236}">
                <a16:creationId xmlns:a16="http://schemas.microsoft.com/office/drawing/2014/main" id="{87F4127A-3AF2-80D3-B4FE-B8C341C77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134" y="3743409"/>
            <a:ext cx="7802457" cy="1946191"/>
          </a:xfrm>
          <a:prstGeom prst="rect">
            <a:avLst/>
          </a:prstGeom>
        </p:spPr>
      </p:pic>
      <p:pic>
        <p:nvPicPr>
          <p:cNvPr id="7" name="Picture 6">
            <a:extLst>
              <a:ext uri="{FF2B5EF4-FFF2-40B4-BE49-F238E27FC236}">
                <a16:creationId xmlns:a16="http://schemas.microsoft.com/office/drawing/2014/main" id="{E28DCE6A-BAE1-455B-81EB-2F81B9273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1099" y="957619"/>
            <a:ext cx="7882073" cy="2096579"/>
          </a:xfrm>
          <a:prstGeom prst="rect">
            <a:avLst/>
          </a:prstGeom>
        </p:spPr>
      </p:pic>
      <p:sp>
        <p:nvSpPr>
          <p:cNvPr id="8" name="TextBox 7">
            <a:extLst>
              <a:ext uri="{FF2B5EF4-FFF2-40B4-BE49-F238E27FC236}">
                <a16:creationId xmlns:a16="http://schemas.microsoft.com/office/drawing/2014/main" id="{32CDE003-B851-ECBE-FEF7-6BC92C377E20}"/>
              </a:ext>
            </a:extLst>
          </p:cNvPr>
          <p:cNvSpPr txBox="1"/>
          <p:nvPr/>
        </p:nvSpPr>
        <p:spPr>
          <a:xfrm>
            <a:off x="1711455" y="917068"/>
            <a:ext cx="2762574" cy="369332"/>
          </a:xfrm>
          <a:prstGeom prst="rect">
            <a:avLst/>
          </a:prstGeom>
          <a:noFill/>
        </p:spPr>
        <p:txBody>
          <a:bodyPr wrap="square" rtlCol="0">
            <a:spAutoFit/>
          </a:bodyPr>
          <a:lstStyle/>
          <a:p>
            <a:r>
              <a:rPr lang="en-IN" b="1" dirty="0"/>
              <a:t>Forward Diffusion Process</a:t>
            </a:r>
          </a:p>
        </p:txBody>
      </p:sp>
      <p:sp>
        <p:nvSpPr>
          <p:cNvPr id="9" name="TextBox 8">
            <a:extLst>
              <a:ext uri="{FF2B5EF4-FFF2-40B4-BE49-F238E27FC236}">
                <a16:creationId xmlns:a16="http://schemas.microsoft.com/office/drawing/2014/main" id="{32CDE003-B851-ECBE-FEF7-6BC92C377E20}"/>
              </a:ext>
            </a:extLst>
          </p:cNvPr>
          <p:cNvSpPr txBox="1"/>
          <p:nvPr/>
        </p:nvSpPr>
        <p:spPr>
          <a:xfrm>
            <a:off x="1711455" y="3448877"/>
            <a:ext cx="2762574" cy="369332"/>
          </a:xfrm>
          <a:prstGeom prst="rect">
            <a:avLst/>
          </a:prstGeom>
          <a:noFill/>
        </p:spPr>
        <p:txBody>
          <a:bodyPr wrap="square" rtlCol="0">
            <a:spAutoFit/>
          </a:bodyPr>
          <a:lstStyle/>
          <a:p>
            <a:r>
              <a:rPr lang="en-IN" b="1" dirty="0"/>
              <a:t>Reverse Diffusion Process</a:t>
            </a:r>
          </a:p>
        </p:txBody>
      </p:sp>
    </p:spTree>
    <p:extLst>
      <p:ext uri="{BB962C8B-B14F-4D97-AF65-F5344CB8AC3E}">
        <p14:creationId xmlns:p14="http://schemas.microsoft.com/office/powerpoint/2010/main" val="200840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1608527" cy="584775"/>
          </a:xfrm>
          <a:prstGeom prst="rect">
            <a:avLst/>
          </a:prstGeom>
          <a:noFill/>
        </p:spPr>
        <p:txBody>
          <a:bodyPr wrap="square" rtlCol="0">
            <a:spAutoFit/>
          </a:bodyPr>
          <a:lstStyle/>
          <a:p>
            <a:r>
              <a:rPr lang="en-US" sz="3200" u="sng" dirty="0">
                <a:solidFill>
                  <a:schemeClr val="accent5">
                    <a:lumMod val="75000"/>
                  </a:schemeClr>
                </a:solidFill>
              </a:rPr>
              <a:t>DDPM: (256 epoch) Generated output (2086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9" name="Chart 8"/>
          <p:cNvGraphicFramePr>
            <a:graphicFrameLocks/>
          </p:cNvGraphicFramePr>
          <p:nvPr>
            <p:extLst>
              <p:ext uri="{D42A27DB-BD31-4B8C-83A1-F6EECF244321}">
                <p14:modId xmlns:p14="http://schemas.microsoft.com/office/powerpoint/2010/main" val="1500976474"/>
              </p:ext>
            </p:extLst>
          </p:nvPr>
        </p:nvGraphicFramePr>
        <p:xfrm>
          <a:off x="411480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p:cNvGraphicFramePr>
            <a:graphicFrameLocks/>
          </p:cNvGraphicFramePr>
          <p:nvPr>
            <p:extLst>
              <p:ext uri="{D42A27DB-BD31-4B8C-83A1-F6EECF244321}">
                <p14:modId xmlns:p14="http://schemas.microsoft.com/office/powerpoint/2010/main" val="374964230"/>
              </p:ext>
            </p:extLst>
          </p:nvPr>
        </p:nvGraphicFramePr>
        <p:xfrm>
          <a:off x="6299200" y="85734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p:cNvGraphicFramePr>
            <a:graphicFrameLocks/>
          </p:cNvGraphicFramePr>
          <p:nvPr>
            <p:extLst>
              <p:ext uri="{D42A27DB-BD31-4B8C-83A1-F6EECF244321}">
                <p14:modId xmlns:p14="http://schemas.microsoft.com/office/powerpoint/2010/main" val="853976812"/>
              </p:ext>
            </p:extLst>
          </p:nvPr>
        </p:nvGraphicFramePr>
        <p:xfrm>
          <a:off x="1155336"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9285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90CF65B8-26AD-D1E4-A2CD-54DDD9DD7508}"/>
              </a:ext>
            </a:extLst>
          </p:cNvPr>
          <p:cNvGraphicFramePr>
            <a:graphicFrameLocks/>
          </p:cNvGraphicFramePr>
          <p:nvPr>
            <p:extLst>
              <p:ext uri="{D42A27DB-BD31-4B8C-83A1-F6EECF244321}">
                <p14:modId xmlns:p14="http://schemas.microsoft.com/office/powerpoint/2010/main" val="2659737545"/>
              </p:ext>
            </p:extLst>
          </p:nvPr>
        </p:nvGraphicFramePr>
        <p:xfrm>
          <a:off x="6360160" y="392862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A76BE35C-A834-CDD7-9339-561E0B80DABE}"/>
              </a:ext>
            </a:extLst>
          </p:cNvPr>
          <p:cNvGraphicFramePr>
            <a:graphicFrameLocks/>
          </p:cNvGraphicFramePr>
          <p:nvPr>
            <p:extLst>
              <p:ext uri="{D42A27DB-BD31-4B8C-83A1-F6EECF244321}">
                <p14:modId xmlns:p14="http://schemas.microsoft.com/office/powerpoint/2010/main" val="3327440470"/>
              </p:ext>
            </p:extLst>
          </p:nvPr>
        </p:nvGraphicFramePr>
        <p:xfrm>
          <a:off x="102616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643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1293567" cy="584775"/>
          </a:xfrm>
          <a:prstGeom prst="rect">
            <a:avLst/>
          </a:prstGeom>
          <a:noFill/>
        </p:spPr>
        <p:txBody>
          <a:bodyPr wrap="square" rtlCol="0">
            <a:spAutoFit/>
          </a:bodyPr>
          <a:lstStyle/>
          <a:p>
            <a:r>
              <a:rPr lang="en-US" sz="3200" u="sng" dirty="0">
                <a:solidFill>
                  <a:schemeClr val="accent5">
                    <a:lumMod val="75000"/>
                  </a:schemeClr>
                </a:solidFill>
              </a:rPr>
              <a:t>DDPM: (75 epoch) – Generated output (597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5" name="Chart 4">
            <a:extLst>
              <a:ext uri="{FF2B5EF4-FFF2-40B4-BE49-F238E27FC236}">
                <a16:creationId xmlns:a16="http://schemas.microsoft.com/office/drawing/2014/main" id="{D39ABF2F-3724-4D33-E365-4586C450137A}"/>
              </a:ext>
            </a:extLst>
          </p:cNvPr>
          <p:cNvGraphicFramePr>
            <a:graphicFrameLocks/>
          </p:cNvGraphicFramePr>
          <p:nvPr>
            <p:extLst>
              <p:ext uri="{D42A27DB-BD31-4B8C-83A1-F6EECF244321}">
                <p14:modId xmlns:p14="http://schemas.microsoft.com/office/powerpoint/2010/main" val="2781407502"/>
              </p:ext>
            </p:extLst>
          </p:nvPr>
        </p:nvGraphicFramePr>
        <p:xfrm>
          <a:off x="1158240" y="9804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B92BCC2B-6FC7-5D9B-C4BE-27993375393D}"/>
              </a:ext>
            </a:extLst>
          </p:cNvPr>
          <p:cNvGraphicFramePr>
            <a:graphicFrameLocks/>
          </p:cNvGraphicFramePr>
          <p:nvPr>
            <p:extLst>
              <p:ext uri="{D42A27DB-BD31-4B8C-83A1-F6EECF244321}">
                <p14:modId xmlns:p14="http://schemas.microsoft.com/office/powerpoint/2010/main" val="2226697385"/>
              </p:ext>
            </p:extLst>
          </p:nvPr>
        </p:nvGraphicFramePr>
        <p:xfrm>
          <a:off x="6299200" y="98044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4619B9D2-AC1F-EAA0-B7B3-244DD4453C9B}"/>
              </a:ext>
            </a:extLst>
          </p:cNvPr>
          <p:cNvGraphicFramePr>
            <a:graphicFrameLocks/>
          </p:cNvGraphicFramePr>
          <p:nvPr>
            <p:extLst>
              <p:ext uri="{D42A27DB-BD31-4B8C-83A1-F6EECF244321}">
                <p14:modId xmlns:p14="http://schemas.microsoft.com/office/powerpoint/2010/main" val="1657914705"/>
              </p:ext>
            </p:extLst>
          </p:nvPr>
        </p:nvGraphicFramePr>
        <p:xfrm>
          <a:off x="364744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5882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3" name="Chart 2">
            <a:extLst>
              <a:ext uri="{FF2B5EF4-FFF2-40B4-BE49-F238E27FC236}">
                <a16:creationId xmlns:a16="http://schemas.microsoft.com/office/drawing/2014/main" id="{F0850E76-C22A-BB76-5EB3-D730455AB36A}"/>
              </a:ext>
            </a:extLst>
          </p:cNvPr>
          <p:cNvGraphicFramePr>
            <a:graphicFrameLocks/>
          </p:cNvGraphicFramePr>
          <p:nvPr>
            <p:extLst>
              <p:ext uri="{D42A27DB-BD31-4B8C-83A1-F6EECF244321}">
                <p14:modId xmlns:p14="http://schemas.microsoft.com/office/powerpoint/2010/main" val="3211002877"/>
              </p:ext>
            </p:extLst>
          </p:nvPr>
        </p:nvGraphicFramePr>
        <p:xfrm>
          <a:off x="628396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0943BDAD-7DE4-2EC9-23D5-500779B75422}"/>
              </a:ext>
            </a:extLst>
          </p:cNvPr>
          <p:cNvGraphicFramePr>
            <a:graphicFrameLocks/>
          </p:cNvGraphicFramePr>
          <p:nvPr>
            <p:extLst>
              <p:ext uri="{D42A27DB-BD31-4B8C-83A1-F6EECF244321}">
                <p14:modId xmlns:p14="http://schemas.microsoft.com/office/powerpoint/2010/main" val="3839164940"/>
              </p:ext>
            </p:extLst>
          </p:nvPr>
        </p:nvGraphicFramePr>
        <p:xfrm>
          <a:off x="102616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4816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Stable Diffusion model</a:t>
            </a:r>
          </a:p>
        </p:txBody>
      </p:sp>
    </p:spTree>
    <p:extLst>
      <p:ext uri="{BB962C8B-B14F-4D97-AF65-F5344CB8AC3E}">
        <p14:creationId xmlns:p14="http://schemas.microsoft.com/office/powerpoint/2010/main" val="8820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Stable-Diffusion Architecture</a:t>
            </a:r>
          </a:p>
        </p:txBody>
      </p:sp>
      <p:sp>
        <p:nvSpPr>
          <p:cNvPr id="2" name="TextBox 1">
            <a:extLst>
              <a:ext uri="{FF2B5EF4-FFF2-40B4-BE49-F238E27FC236}">
                <a16:creationId xmlns:a16="http://schemas.microsoft.com/office/drawing/2014/main" id="{54122658-31C2-C339-853B-13A3CE5222DB}"/>
              </a:ext>
            </a:extLst>
          </p:cNvPr>
          <p:cNvSpPr txBox="1"/>
          <p:nvPr/>
        </p:nvSpPr>
        <p:spPr>
          <a:xfrm>
            <a:off x="193040" y="5963920"/>
            <a:ext cx="9753600" cy="369332"/>
          </a:xfrm>
          <a:prstGeom prst="rect">
            <a:avLst/>
          </a:prstGeom>
          <a:noFill/>
        </p:spPr>
        <p:txBody>
          <a:bodyPr wrap="square" rtlCol="0">
            <a:spAutoFit/>
          </a:bodyPr>
          <a:lstStyle/>
          <a:p>
            <a:r>
              <a:rPr lang="en-IN" dirty="0"/>
              <a:t>Source: </a:t>
            </a:r>
            <a:r>
              <a:rPr lang="en-IN" dirty="0" err="1"/>
              <a:t>Rombach</a:t>
            </a:r>
            <a:r>
              <a:rPr lang="en-IN" dirty="0"/>
              <a:t> et. al, </a:t>
            </a:r>
            <a:r>
              <a:rPr lang="en-US" dirty="0"/>
              <a:t>High-Resolution Image Synthesis with Latent Diffusion Models</a:t>
            </a:r>
            <a:r>
              <a:rPr lang="en-IN" dirty="0"/>
              <a:t>, CVPR 2022</a:t>
            </a:r>
          </a:p>
        </p:txBody>
      </p:sp>
      <p:pic>
        <p:nvPicPr>
          <p:cNvPr id="4" name="Picture 3">
            <a:extLst>
              <a:ext uri="{FF2B5EF4-FFF2-40B4-BE49-F238E27FC236}">
                <a16:creationId xmlns:a16="http://schemas.microsoft.com/office/drawing/2014/main" id="{5DF3F92C-43FC-6DDE-6E20-2325B7DC75BD}"/>
              </a:ext>
            </a:extLst>
          </p:cNvPr>
          <p:cNvPicPr>
            <a:picLocks noChangeAspect="1"/>
          </p:cNvPicPr>
          <p:nvPr/>
        </p:nvPicPr>
        <p:blipFill>
          <a:blip r:embed="rId2"/>
          <a:stretch>
            <a:fillRect/>
          </a:stretch>
        </p:blipFill>
        <p:spPr>
          <a:xfrm>
            <a:off x="1935800" y="1351280"/>
            <a:ext cx="8705065" cy="4365075"/>
          </a:xfrm>
          <a:prstGeom prst="rect">
            <a:avLst/>
          </a:prstGeom>
        </p:spPr>
      </p:pic>
    </p:spTree>
    <p:extLst>
      <p:ext uri="{BB962C8B-B14F-4D97-AF65-F5344CB8AC3E}">
        <p14:creationId xmlns:p14="http://schemas.microsoft.com/office/powerpoint/2010/main" val="1378165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4" name="Chart 3">
            <a:extLst>
              <a:ext uri="{FF2B5EF4-FFF2-40B4-BE49-F238E27FC236}">
                <a16:creationId xmlns:a16="http://schemas.microsoft.com/office/drawing/2014/main" id="{089A48BE-B68D-9C30-5C24-4A1C32F3CEF6}"/>
              </a:ext>
            </a:extLst>
          </p:cNvPr>
          <p:cNvGraphicFramePr>
            <a:graphicFrameLocks/>
          </p:cNvGraphicFramePr>
          <p:nvPr>
            <p:extLst>
              <p:ext uri="{D42A27DB-BD31-4B8C-83A1-F6EECF244321}">
                <p14:modId xmlns:p14="http://schemas.microsoft.com/office/powerpoint/2010/main" val="1680989699"/>
              </p:ext>
            </p:extLst>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31718052-F200-5F1E-40F6-1C77CC9750CF}"/>
              </a:ext>
            </a:extLst>
          </p:cNvPr>
          <p:cNvGraphicFramePr>
            <a:graphicFrameLocks/>
          </p:cNvGraphicFramePr>
          <p:nvPr>
            <p:extLst>
              <p:ext uri="{D42A27DB-BD31-4B8C-83A1-F6EECF244321}">
                <p14:modId xmlns:p14="http://schemas.microsoft.com/office/powerpoint/2010/main" val="693729291"/>
              </p:ext>
            </p:extLst>
          </p:nvPr>
        </p:nvGraphicFramePr>
        <p:xfrm>
          <a:off x="6096000" y="97818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7C0E0156-DB94-D589-B963-C19AA098BEBA}"/>
              </a:ext>
            </a:extLst>
          </p:cNvPr>
          <p:cNvGraphicFramePr>
            <a:graphicFrameLocks/>
          </p:cNvGraphicFramePr>
          <p:nvPr>
            <p:extLst>
              <p:ext uri="{D42A27DB-BD31-4B8C-83A1-F6EECF244321}">
                <p14:modId xmlns:p14="http://schemas.microsoft.com/office/powerpoint/2010/main" val="1989507479"/>
              </p:ext>
            </p:extLst>
          </p:nvPr>
        </p:nvGraphicFramePr>
        <p:xfrm>
          <a:off x="3810000" y="398707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49524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2F6B91FD-23B5-26FA-064E-125018AE918A}"/>
              </a:ext>
            </a:extLst>
          </p:cNvPr>
          <p:cNvGraphicFramePr>
            <a:graphicFrameLocks/>
          </p:cNvGraphicFramePr>
          <p:nvPr>
            <p:extLst>
              <p:ext uri="{D42A27DB-BD31-4B8C-83A1-F6EECF244321}">
                <p14:modId xmlns:p14="http://schemas.microsoft.com/office/powerpoint/2010/main" val="427581131"/>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01FD5664-29B4-BC63-0442-CD9F82957575}"/>
              </a:ext>
            </a:extLst>
          </p:cNvPr>
          <p:cNvGraphicFramePr>
            <a:graphicFrameLocks/>
          </p:cNvGraphicFramePr>
          <p:nvPr>
            <p:extLst>
              <p:ext uri="{D42A27DB-BD31-4B8C-83A1-F6EECF244321}">
                <p14:modId xmlns:p14="http://schemas.microsoft.com/office/powerpoint/2010/main" val="3344473439"/>
              </p:ext>
            </p:extLst>
          </p:nvPr>
        </p:nvGraphicFramePr>
        <p:xfrm>
          <a:off x="111760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4986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(xx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spTree>
    <p:extLst>
      <p:ext uri="{BB962C8B-B14F-4D97-AF65-F5344CB8AC3E}">
        <p14:creationId xmlns:p14="http://schemas.microsoft.com/office/powerpoint/2010/main" val="1656213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spTree>
    <p:extLst>
      <p:ext uri="{BB962C8B-B14F-4D97-AF65-F5344CB8AC3E}">
        <p14:creationId xmlns:p14="http://schemas.microsoft.com/office/powerpoint/2010/main" val="1113109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DDGAN model</a:t>
            </a:r>
          </a:p>
        </p:txBody>
      </p:sp>
    </p:spTree>
    <p:extLst>
      <p:ext uri="{BB962C8B-B14F-4D97-AF65-F5344CB8AC3E}">
        <p14:creationId xmlns:p14="http://schemas.microsoft.com/office/powerpoint/2010/main" val="2570246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Architecture</a:t>
            </a:r>
          </a:p>
        </p:txBody>
      </p:sp>
      <p:pic>
        <p:nvPicPr>
          <p:cNvPr id="3" name="Picture 2">
            <a:extLst>
              <a:ext uri="{FF2B5EF4-FFF2-40B4-BE49-F238E27FC236}">
                <a16:creationId xmlns:a16="http://schemas.microsoft.com/office/drawing/2014/main" id="{9F2369A1-CC39-6758-96D0-930A4E3C27FB}"/>
              </a:ext>
            </a:extLst>
          </p:cNvPr>
          <p:cNvPicPr>
            <a:picLocks noChangeAspect="1"/>
          </p:cNvPicPr>
          <p:nvPr/>
        </p:nvPicPr>
        <p:blipFill>
          <a:blip r:embed="rId2"/>
          <a:stretch>
            <a:fillRect/>
          </a:stretch>
        </p:blipFill>
        <p:spPr>
          <a:xfrm>
            <a:off x="2516192" y="1045802"/>
            <a:ext cx="7399967" cy="4766395"/>
          </a:xfrm>
          <a:prstGeom prst="rect">
            <a:avLst/>
          </a:prstGeom>
        </p:spPr>
      </p:pic>
      <p:sp>
        <p:nvSpPr>
          <p:cNvPr id="4" name="TextBox 3">
            <a:extLst>
              <a:ext uri="{FF2B5EF4-FFF2-40B4-BE49-F238E27FC236}">
                <a16:creationId xmlns:a16="http://schemas.microsoft.com/office/drawing/2014/main" id="{9BE1CB57-8017-E705-8077-75BF4A2F1E51}"/>
              </a:ext>
            </a:extLst>
          </p:cNvPr>
          <p:cNvSpPr txBox="1"/>
          <p:nvPr/>
        </p:nvSpPr>
        <p:spPr>
          <a:xfrm>
            <a:off x="193040" y="5963920"/>
            <a:ext cx="10414000" cy="369332"/>
          </a:xfrm>
          <a:prstGeom prst="rect">
            <a:avLst/>
          </a:prstGeom>
          <a:noFill/>
        </p:spPr>
        <p:txBody>
          <a:bodyPr wrap="square" rtlCol="0">
            <a:spAutoFit/>
          </a:bodyPr>
          <a:lstStyle/>
          <a:p>
            <a:r>
              <a:rPr lang="en-IN" dirty="0"/>
              <a:t>Source: Xiao et. al, </a:t>
            </a:r>
            <a:r>
              <a:rPr lang="en-US" dirty="0"/>
              <a:t>Tackling the Generative Learning Trilemma with Denoising Diffusion GANs, ICLR - 2022</a:t>
            </a:r>
            <a:endParaRPr lang="en-IN" dirty="0"/>
          </a:p>
        </p:txBody>
      </p:sp>
    </p:spTree>
    <p:extLst>
      <p:ext uri="{BB962C8B-B14F-4D97-AF65-F5344CB8AC3E}">
        <p14:creationId xmlns:p14="http://schemas.microsoft.com/office/powerpoint/2010/main" val="2272852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Generated output (2949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8" name="Chart 7">
            <a:extLst>
              <a:ext uri="{FF2B5EF4-FFF2-40B4-BE49-F238E27FC236}">
                <a16:creationId xmlns:a16="http://schemas.microsoft.com/office/drawing/2014/main" id="{692EB575-F22E-EFEF-AE92-81F5359D0519}"/>
              </a:ext>
            </a:extLst>
          </p:cNvPr>
          <p:cNvGraphicFramePr>
            <a:graphicFrameLocks/>
          </p:cNvGraphicFramePr>
          <p:nvPr>
            <p:extLst>
              <p:ext uri="{D42A27DB-BD31-4B8C-83A1-F6EECF244321}">
                <p14:modId xmlns:p14="http://schemas.microsoft.com/office/powerpoint/2010/main" val="2108648846"/>
              </p:ext>
            </p:extLst>
          </p:nvPr>
        </p:nvGraphicFramePr>
        <p:xfrm>
          <a:off x="115243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A9187EB-8DB5-2168-F7EC-AA92A011F956}"/>
              </a:ext>
            </a:extLst>
          </p:cNvPr>
          <p:cNvGraphicFramePr>
            <a:graphicFrameLocks/>
          </p:cNvGraphicFramePr>
          <p:nvPr>
            <p:extLst>
              <p:ext uri="{D42A27DB-BD31-4B8C-83A1-F6EECF244321}">
                <p14:modId xmlns:p14="http://schemas.microsoft.com/office/powerpoint/2010/main" val="3403303318"/>
              </p:ext>
            </p:extLst>
          </p:nvPr>
        </p:nvGraphicFramePr>
        <p:xfrm>
          <a:off x="6142443" y="90786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18E36AC-140F-5421-8742-8F4795016FCB}"/>
              </a:ext>
            </a:extLst>
          </p:cNvPr>
          <p:cNvGraphicFramePr>
            <a:graphicFrameLocks/>
          </p:cNvGraphicFramePr>
          <p:nvPr>
            <p:extLst>
              <p:ext uri="{D42A27DB-BD31-4B8C-83A1-F6EECF244321}">
                <p14:modId xmlns:p14="http://schemas.microsoft.com/office/powerpoint/2010/main" val="699162442"/>
              </p:ext>
            </p:extLst>
          </p:nvPr>
        </p:nvGraphicFramePr>
        <p:xfrm>
          <a:off x="3771536" y="392611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16520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3" name="Chart 2">
            <a:extLst>
              <a:ext uri="{FF2B5EF4-FFF2-40B4-BE49-F238E27FC236}">
                <a16:creationId xmlns:a16="http://schemas.microsoft.com/office/drawing/2014/main" id="{DB156F3D-39BE-A07B-F6E0-3FBB43044703}"/>
              </a:ext>
            </a:extLst>
          </p:cNvPr>
          <p:cNvGraphicFramePr>
            <a:graphicFrameLocks/>
          </p:cNvGraphicFramePr>
          <p:nvPr>
            <p:extLst>
              <p:ext uri="{D42A27DB-BD31-4B8C-83A1-F6EECF244321}">
                <p14:modId xmlns:p14="http://schemas.microsoft.com/office/powerpoint/2010/main" val="2703119307"/>
              </p:ext>
            </p:extLst>
          </p:nvPr>
        </p:nvGraphicFramePr>
        <p:xfrm>
          <a:off x="654304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FA59D3DB-3FAD-A0D2-0E1B-299234FE4EFA}"/>
              </a:ext>
            </a:extLst>
          </p:cNvPr>
          <p:cNvGraphicFramePr>
            <a:graphicFrameLocks/>
          </p:cNvGraphicFramePr>
          <p:nvPr>
            <p:extLst>
              <p:ext uri="{D42A27DB-BD31-4B8C-83A1-F6EECF244321}">
                <p14:modId xmlns:p14="http://schemas.microsoft.com/office/powerpoint/2010/main" val="3902096995"/>
              </p:ext>
            </p:extLst>
          </p:nvPr>
        </p:nvGraphicFramePr>
        <p:xfrm>
          <a:off x="93472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7477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705089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1976301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61949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(6235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8" name="Chart 7">
            <a:extLst>
              <a:ext uri="{FF2B5EF4-FFF2-40B4-BE49-F238E27FC236}">
                <a16:creationId xmlns:a16="http://schemas.microsoft.com/office/drawing/2014/main" id="{98570BF3-4F5F-B7F3-7A94-1A6C6C5C5B0E}"/>
              </a:ext>
            </a:extLst>
          </p:cNvPr>
          <p:cNvGraphicFramePr>
            <a:graphicFrameLocks/>
          </p:cNvGraphicFramePr>
          <p:nvPr>
            <p:extLst>
              <p:ext uri="{D42A27DB-BD31-4B8C-83A1-F6EECF244321}">
                <p14:modId xmlns:p14="http://schemas.microsoft.com/office/powerpoint/2010/main" val="1124757946"/>
              </p:ext>
            </p:extLst>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04ED2FDE-A827-0898-5AB3-6FB9444E9819}"/>
              </a:ext>
            </a:extLst>
          </p:cNvPr>
          <p:cNvGraphicFramePr>
            <a:graphicFrameLocks/>
          </p:cNvGraphicFramePr>
          <p:nvPr>
            <p:extLst>
              <p:ext uri="{D42A27DB-BD31-4B8C-83A1-F6EECF244321}">
                <p14:modId xmlns:p14="http://schemas.microsoft.com/office/powerpoint/2010/main" val="576921807"/>
              </p:ext>
            </p:extLst>
          </p:nvPr>
        </p:nvGraphicFramePr>
        <p:xfrm>
          <a:off x="6096000" y="99887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09DBF609-9544-1454-706B-7D19C99EDF01}"/>
              </a:ext>
            </a:extLst>
          </p:cNvPr>
          <p:cNvGraphicFramePr>
            <a:graphicFrameLocks/>
          </p:cNvGraphicFramePr>
          <p:nvPr>
            <p:extLst>
              <p:ext uri="{D42A27DB-BD31-4B8C-83A1-F6EECF244321}">
                <p14:modId xmlns:p14="http://schemas.microsoft.com/office/powerpoint/2010/main" val="951354164"/>
              </p:ext>
            </p:extLst>
          </p:nvPr>
        </p:nvGraphicFramePr>
        <p:xfrm>
          <a:off x="3510634" y="390579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4543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172823E9-37FA-CACD-B205-0A2E1B74245E}"/>
              </a:ext>
            </a:extLst>
          </p:cNvPr>
          <p:cNvGraphicFramePr>
            <a:graphicFrameLocks/>
          </p:cNvGraphicFramePr>
          <p:nvPr>
            <p:extLst>
              <p:ext uri="{D42A27DB-BD31-4B8C-83A1-F6EECF244321}">
                <p14:modId xmlns:p14="http://schemas.microsoft.com/office/powerpoint/2010/main" val="3265267615"/>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E54442C-D6A9-76E4-D0C4-924AEE061483}"/>
              </a:ext>
            </a:extLst>
          </p:cNvPr>
          <p:cNvGraphicFramePr>
            <a:graphicFrameLocks/>
          </p:cNvGraphicFramePr>
          <p:nvPr>
            <p:extLst>
              <p:ext uri="{D42A27DB-BD31-4B8C-83A1-F6EECF244321}">
                <p14:modId xmlns:p14="http://schemas.microsoft.com/office/powerpoint/2010/main" val="2605241376"/>
              </p:ext>
            </p:extLst>
          </p:nvPr>
        </p:nvGraphicFramePr>
        <p:xfrm>
          <a:off x="106680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51113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CelebA</a:t>
            </a:r>
            <a:r>
              <a:rPr lang="en-IN" dirty="0"/>
              <a:t>-HQ dataset</a:t>
            </a:r>
          </a:p>
        </p:txBody>
      </p:sp>
    </p:spTree>
    <p:extLst>
      <p:ext uri="{BB962C8B-B14F-4D97-AF65-F5344CB8AC3E}">
        <p14:creationId xmlns:p14="http://schemas.microsoft.com/office/powerpoint/2010/main" val="4031981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10" name="TextBox 9">
            <a:extLst>
              <a:ext uri="{FF2B5EF4-FFF2-40B4-BE49-F238E27FC236}">
                <a16:creationId xmlns:a16="http://schemas.microsoft.com/office/drawing/2014/main" id="{67C95C17-8519-C442-B6D2-2AB931828790}"/>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11" name="TextBox 10">
            <a:extLst>
              <a:ext uri="{FF2B5EF4-FFF2-40B4-BE49-F238E27FC236}">
                <a16:creationId xmlns:a16="http://schemas.microsoft.com/office/drawing/2014/main" id="{2AB1F630-3908-A1D9-D31A-14E612F3B706}"/>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5B8A6534-15CB-E85E-5566-5B5AFCFFB9EE}"/>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7F078B71-4A0F-B8F9-B7D8-F852339BDAEC}"/>
              </a:ext>
            </a:extLst>
          </p:cNvPr>
          <p:cNvSpPr txBox="1"/>
          <p:nvPr/>
        </p:nvSpPr>
        <p:spPr>
          <a:xfrm>
            <a:off x="4826002" y="3952800"/>
            <a:ext cx="3566160" cy="369332"/>
          </a:xfrm>
          <a:prstGeom prst="rect">
            <a:avLst/>
          </a:prstGeom>
          <a:noFill/>
        </p:spPr>
        <p:txBody>
          <a:bodyPr wrap="square" rtlCol="0">
            <a:spAutoFit/>
          </a:bodyPr>
          <a:lstStyle/>
          <a:p>
            <a:r>
              <a:rPr lang="en-IN" dirty="0"/>
              <a:t>Generated Data – Stable Diffusion</a:t>
            </a:r>
          </a:p>
        </p:txBody>
      </p:sp>
      <p:sp>
        <p:nvSpPr>
          <p:cNvPr id="9" name="TextBox 8"/>
          <p:cNvSpPr txBox="1"/>
          <p:nvPr/>
        </p:nvSpPr>
        <p:spPr>
          <a:xfrm>
            <a:off x="8253548" y="808307"/>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83% White faces which is maintained in DDGAN and more generated in DDPM and Stable Diffusion</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Asian, Indian, and black facial images are less generated by DDPM and Stable Diffusion models</a:t>
            </a:r>
          </a:p>
        </p:txBody>
      </p:sp>
      <p:graphicFrame>
        <p:nvGraphicFramePr>
          <p:cNvPr id="12" name="Chart 11">
            <a:extLst>
              <a:ext uri="{FF2B5EF4-FFF2-40B4-BE49-F238E27FC236}">
                <a16:creationId xmlns:a16="http://schemas.microsoft.com/office/drawing/2014/main" id="{FD004466-8840-ECD8-2DEC-A774D494297F}"/>
              </a:ext>
            </a:extLst>
          </p:cNvPr>
          <p:cNvGraphicFramePr>
            <a:graphicFrameLocks/>
          </p:cNvGraphicFramePr>
          <p:nvPr>
            <p:extLst>
              <p:ext uri="{D42A27DB-BD31-4B8C-83A1-F6EECF244321}">
                <p14:modId xmlns:p14="http://schemas.microsoft.com/office/powerpoint/2010/main" val="3240074362"/>
              </p:ext>
            </p:extLst>
          </p:nvPr>
        </p:nvGraphicFramePr>
        <p:xfrm>
          <a:off x="824774" y="11788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96E4EE72-43E2-FC9C-52AF-6998BC4242B8}"/>
              </a:ext>
            </a:extLst>
          </p:cNvPr>
          <p:cNvGraphicFramePr>
            <a:graphicFrameLocks/>
          </p:cNvGraphicFramePr>
          <p:nvPr>
            <p:extLst>
              <p:ext uri="{D42A27DB-BD31-4B8C-83A1-F6EECF244321}">
                <p14:modId xmlns:p14="http://schemas.microsoft.com/office/powerpoint/2010/main" val="1689640328"/>
              </p:ext>
            </p:extLst>
          </p:nvPr>
        </p:nvGraphicFramePr>
        <p:xfrm>
          <a:off x="4192454" y="11800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7D9894D5-3167-6AE5-EDA7-021680783031}"/>
              </a:ext>
            </a:extLst>
          </p:cNvPr>
          <p:cNvGraphicFramePr>
            <a:graphicFrameLocks/>
          </p:cNvGraphicFramePr>
          <p:nvPr>
            <p:extLst>
              <p:ext uri="{D42A27DB-BD31-4B8C-83A1-F6EECF244321}">
                <p14:modId xmlns:p14="http://schemas.microsoft.com/office/powerpoint/2010/main" val="2641177407"/>
              </p:ext>
            </p:extLst>
          </p:nvPr>
        </p:nvGraphicFramePr>
        <p:xfrm>
          <a:off x="4202612" y="431274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p:cNvGraphicFramePr>
            <a:graphicFrameLocks/>
          </p:cNvGraphicFramePr>
          <p:nvPr>
            <p:extLst>
              <p:ext uri="{D42A27DB-BD31-4B8C-83A1-F6EECF244321}">
                <p14:modId xmlns:p14="http://schemas.microsoft.com/office/powerpoint/2010/main" val="396425896"/>
              </p:ext>
            </p:extLst>
          </p:nvPr>
        </p:nvGraphicFramePr>
        <p:xfrm>
          <a:off x="526508" y="435169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92657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10" name="Chart 9">
            <a:extLst>
              <a:ext uri="{FF2B5EF4-FFF2-40B4-BE49-F238E27FC236}">
                <a16:creationId xmlns:a16="http://schemas.microsoft.com/office/drawing/2014/main" id="{BBBBC829-7944-B449-618E-73E24D6605A9}"/>
              </a:ext>
            </a:extLst>
          </p:cNvPr>
          <p:cNvGraphicFramePr>
            <a:graphicFrameLocks/>
          </p:cNvGraphicFramePr>
          <p:nvPr>
            <p:extLst>
              <p:ext uri="{D42A27DB-BD31-4B8C-83A1-F6EECF244321}">
                <p14:modId xmlns:p14="http://schemas.microsoft.com/office/powerpoint/2010/main" val="798511618"/>
              </p:ext>
            </p:extLst>
          </p:nvPr>
        </p:nvGraphicFramePr>
        <p:xfrm>
          <a:off x="868680" y="916638"/>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01862405-784D-F2AC-416F-BFF4E75BC35B}"/>
              </a:ext>
            </a:extLst>
          </p:cNvPr>
          <p:cNvGraphicFramePr>
            <a:graphicFrameLocks/>
          </p:cNvGraphicFramePr>
          <p:nvPr>
            <p:extLst>
              <p:ext uri="{D42A27DB-BD31-4B8C-83A1-F6EECF244321}">
                <p14:modId xmlns:p14="http://schemas.microsoft.com/office/powerpoint/2010/main" val="2354400329"/>
              </p:ext>
            </p:extLst>
          </p:nvPr>
        </p:nvGraphicFramePr>
        <p:xfrm>
          <a:off x="4109720" y="93381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678CF604-E17C-71EB-269E-D0ED096AF67A}"/>
              </a:ext>
            </a:extLst>
          </p:cNvPr>
          <p:cNvGraphicFramePr>
            <a:graphicFrameLocks/>
          </p:cNvGraphicFramePr>
          <p:nvPr>
            <p:extLst>
              <p:ext uri="{D42A27DB-BD31-4B8C-83A1-F6EECF244321}">
                <p14:modId xmlns:p14="http://schemas.microsoft.com/office/powerpoint/2010/main" val="2637686484"/>
              </p:ext>
            </p:extLst>
          </p:nvPr>
        </p:nvGraphicFramePr>
        <p:xfrm>
          <a:off x="4099560" y="413578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23FAF7BE-7640-25E6-7250-2D5B7CEFB38C}"/>
              </a:ext>
            </a:extLst>
          </p:cNvPr>
          <p:cNvSpPr txBox="1"/>
          <p:nvPr/>
        </p:nvSpPr>
        <p:spPr>
          <a:xfrm>
            <a:off x="8253548" y="808307"/>
            <a:ext cx="3034212" cy="2308324"/>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female facial images, which is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females</a:t>
            </a:r>
          </a:p>
        </p:txBody>
      </p:sp>
      <p:sp>
        <p:nvSpPr>
          <p:cNvPr id="5" name="TextBox 4">
            <a:extLst>
              <a:ext uri="{FF2B5EF4-FFF2-40B4-BE49-F238E27FC236}">
                <a16:creationId xmlns:a16="http://schemas.microsoft.com/office/drawing/2014/main" id="{04AAF833-5699-ABEF-0468-7ADC127EAA54}"/>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7" name="TextBox 6">
            <a:extLst>
              <a:ext uri="{FF2B5EF4-FFF2-40B4-BE49-F238E27FC236}">
                <a16:creationId xmlns:a16="http://schemas.microsoft.com/office/drawing/2014/main" id="{153D910B-39C6-1082-5EEE-460F6CEAE572}"/>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8" name="TextBox 7">
            <a:extLst>
              <a:ext uri="{FF2B5EF4-FFF2-40B4-BE49-F238E27FC236}">
                <a16:creationId xmlns:a16="http://schemas.microsoft.com/office/drawing/2014/main" id="{47918E4A-C4A8-749D-1FE4-17D38D0141B9}"/>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9" name="TextBox 8">
            <a:extLst>
              <a:ext uri="{FF2B5EF4-FFF2-40B4-BE49-F238E27FC236}">
                <a16:creationId xmlns:a16="http://schemas.microsoft.com/office/drawing/2014/main" id="{316C6AC7-C2A0-3677-E934-2CD1C53329BA}"/>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graphicFrame>
        <p:nvGraphicFramePr>
          <p:cNvPr id="13" name="Chart 12"/>
          <p:cNvGraphicFramePr>
            <a:graphicFrameLocks/>
          </p:cNvGraphicFramePr>
          <p:nvPr>
            <p:extLst>
              <p:ext uri="{D42A27DB-BD31-4B8C-83A1-F6EECF244321}">
                <p14:modId xmlns:p14="http://schemas.microsoft.com/office/powerpoint/2010/main" val="2637162177"/>
              </p:ext>
            </p:extLst>
          </p:nvPr>
        </p:nvGraphicFramePr>
        <p:xfrm>
          <a:off x="565332" y="413578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2450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13" name="Chart 12">
            <a:extLst>
              <a:ext uri="{FF2B5EF4-FFF2-40B4-BE49-F238E27FC236}">
                <a16:creationId xmlns:a16="http://schemas.microsoft.com/office/drawing/2014/main" id="{1CE1A145-380E-B9D6-34A3-7CC074F82CD0}"/>
              </a:ext>
            </a:extLst>
          </p:cNvPr>
          <p:cNvGraphicFramePr>
            <a:graphicFrameLocks/>
          </p:cNvGraphicFramePr>
          <p:nvPr>
            <p:extLst>
              <p:ext uri="{D42A27DB-BD31-4B8C-83A1-F6EECF244321}">
                <p14:modId xmlns:p14="http://schemas.microsoft.com/office/powerpoint/2010/main" val="3914104982"/>
              </p:ext>
            </p:extLst>
          </p:nvPr>
        </p:nvGraphicFramePr>
        <p:xfrm>
          <a:off x="734426" y="109974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12D5C51A-4075-BD4C-522D-1158A55BD239}"/>
              </a:ext>
            </a:extLst>
          </p:cNvPr>
          <p:cNvGraphicFramePr>
            <a:graphicFrameLocks/>
          </p:cNvGraphicFramePr>
          <p:nvPr>
            <p:extLst>
              <p:ext uri="{D42A27DB-BD31-4B8C-83A1-F6EECF244321}">
                <p14:modId xmlns:p14="http://schemas.microsoft.com/office/powerpoint/2010/main" val="4076243277"/>
              </p:ext>
            </p:extLst>
          </p:nvPr>
        </p:nvGraphicFramePr>
        <p:xfrm>
          <a:off x="4050936" y="109974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489046BA-5E56-A259-A538-25789080B079}"/>
              </a:ext>
            </a:extLst>
          </p:cNvPr>
          <p:cNvGraphicFramePr>
            <a:graphicFrameLocks/>
          </p:cNvGraphicFramePr>
          <p:nvPr>
            <p:extLst>
              <p:ext uri="{D42A27DB-BD31-4B8C-83A1-F6EECF244321}">
                <p14:modId xmlns:p14="http://schemas.microsoft.com/office/powerpoint/2010/main" val="786124934"/>
              </p:ext>
            </p:extLst>
          </p:nvPr>
        </p:nvGraphicFramePr>
        <p:xfrm>
          <a:off x="4040776" y="4326259"/>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FF967707-A47F-1A21-C045-EC806D885A96}"/>
              </a:ext>
            </a:extLst>
          </p:cNvPr>
          <p:cNvSpPr txBox="1"/>
          <p:nvPr/>
        </p:nvSpPr>
        <p:spPr>
          <a:xfrm>
            <a:off x="8253548" y="808307"/>
            <a:ext cx="3034212" cy="3693319"/>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young faces, which is almost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young faces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Diffusion models trained on </a:t>
            </a:r>
            <a:r>
              <a:rPr lang="en-IN" dirty="0" err="1">
                <a:solidFill>
                  <a:schemeClr val="accent1">
                    <a:lumMod val="75000"/>
                  </a:schemeClr>
                </a:solidFill>
              </a:rPr>
              <a:t>CelebA</a:t>
            </a:r>
            <a:r>
              <a:rPr lang="en-IN" dirty="0">
                <a:solidFill>
                  <a:schemeClr val="accent1">
                    <a:lumMod val="75000"/>
                  </a:schemeClr>
                </a:solidFill>
              </a:rPr>
              <a:t>-HQ faces are biased to generate young white female facial images</a:t>
            </a:r>
          </a:p>
        </p:txBody>
      </p:sp>
      <p:sp>
        <p:nvSpPr>
          <p:cNvPr id="4" name="TextBox 3">
            <a:extLst>
              <a:ext uri="{FF2B5EF4-FFF2-40B4-BE49-F238E27FC236}">
                <a16:creationId xmlns:a16="http://schemas.microsoft.com/office/drawing/2014/main" id="{9B2B092F-7125-9E5D-760C-701D82C63B7D}"/>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5" name="TextBox 4">
            <a:extLst>
              <a:ext uri="{FF2B5EF4-FFF2-40B4-BE49-F238E27FC236}">
                <a16:creationId xmlns:a16="http://schemas.microsoft.com/office/drawing/2014/main" id="{6F6D0C9D-09AF-75B4-A763-C160D245650E}"/>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14227F2C-5F4C-6C74-E6C4-B68A88D32C06}"/>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12" name="TextBox 11">
            <a:extLst>
              <a:ext uri="{FF2B5EF4-FFF2-40B4-BE49-F238E27FC236}">
                <a16:creationId xmlns:a16="http://schemas.microsoft.com/office/drawing/2014/main" id="{6965F4AD-A6AF-AF6A-CB84-22C6CD9A8D01}"/>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graphicFrame>
        <p:nvGraphicFramePr>
          <p:cNvPr id="16" name="Chart 15"/>
          <p:cNvGraphicFramePr>
            <a:graphicFrameLocks/>
          </p:cNvGraphicFramePr>
          <p:nvPr>
            <p:extLst>
              <p:ext uri="{D42A27DB-BD31-4B8C-83A1-F6EECF244321}">
                <p14:modId xmlns:p14="http://schemas.microsoft.com/office/powerpoint/2010/main" val="2511519603"/>
              </p:ext>
            </p:extLst>
          </p:nvPr>
        </p:nvGraphicFramePr>
        <p:xfrm>
          <a:off x="414384" y="431467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64906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Racial imbalance in Gender</a:t>
            </a:r>
          </a:p>
        </p:txBody>
      </p:sp>
      <p:sp>
        <p:nvSpPr>
          <p:cNvPr id="12" name="TextBox 11">
            <a:extLst>
              <a:ext uri="{FF2B5EF4-FFF2-40B4-BE49-F238E27FC236}">
                <a16:creationId xmlns:a16="http://schemas.microsoft.com/office/drawing/2014/main" id="{152251DE-6A8F-C52A-0DD7-28910A9002F8}"/>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13" name="TextBox 12">
            <a:extLst>
              <a:ext uri="{FF2B5EF4-FFF2-40B4-BE49-F238E27FC236}">
                <a16:creationId xmlns:a16="http://schemas.microsoft.com/office/drawing/2014/main" id="{2DB2FF21-7A4E-5B87-A1AC-D7B53011CA6C}"/>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4" name="TextBox 13">
            <a:extLst>
              <a:ext uri="{FF2B5EF4-FFF2-40B4-BE49-F238E27FC236}">
                <a16:creationId xmlns:a16="http://schemas.microsoft.com/office/drawing/2014/main" id="{B71EDE5C-8A2C-F395-B6D3-B9C379880489}"/>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85F3EC8-52E1-8761-EF86-21A4D94CF26D}"/>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26C02B2B-0F5A-3C67-2341-518D46237106}"/>
              </a:ext>
            </a:extLst>
          </p:cNvPr>
          <p:cNvGraphicFramePr>
            <a:graphicFrameLocks/>
          </p:cNvGraphicFramePr>
          <p:nvPr>
            <p:extLst>
              <p:ext uri="{D42A27DB-BD31-4B8C-83A1-F6EECF244321}">
                <p14:modId xmlns:p14="http://schemas.microsoft.com/office/powerpoint/2010/main" val="1507927803"/>
              </p:ext>
            </p:extLst>
          </p:nvPr>
        </p:nvGraphicFramePr>
        <p:xfrm>
          <a:off x="625204" y="112945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0C7A91F6-B71D-AFAF-B28E-DF856D33537B}"/>
              </a:ext>
            </a:extLst>
          </p:cNvPr>
          <p:cNvGraphicFramePr>
            <a:graphicFrameLocks/>
          </p:cNvGraphicFramePr>
          <p:nvPr>
            <p:extLst>
              <p:ext uri="{D42A27DB-BD31-4B8C-83A1-F6EECF244321}">
                <p14:modId xmlns:p14="http://schemas.microsoft.com/office/powerpoint/2010/main" val="3453625848"/>
              </p:ext>
            </p:extLst>
          </p:nvPr>
        </p:nvGraphicFramePr>
        <p:xfrm>
          <a:off x="4685548" y="112945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1D5C298-C7CB-9597-2F08-1D5583DCB61E}"/>
              </a:ext>
            </a:extLst>
          </p:cNvPr>
          <p:cNvGraphicFramePr>
            <a:graphicFrameLocks/>
          </p:cNvGraphicFramePr>
          <p:nvPr>
            <p:extLst>
              <p:ext uri="{D42A27DB-BD31-4B8C-83A1-F6EECF244321}">
                <p14:modId xmlns:p14="http://schemas.microsoft.com/office/powerpoint/2010/main" val="470093407"/>
              </p:ext>
            </p:extLst>
          </p:nvPr>
        </p:nvGraphicFramePr>
        <p:xfrm>
          <a:off x="4765204" y="4215617"/>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19">
            <a:extLst>
              <a:ext uri="{FF2B5EF4-FFF2-40B4-BE49-F238E27FC236}">
                <a16:creationId xmlns:a16="http://schemas.microsoft.com/office/drawing/2014/main" id="{04A11384-EF20-A3E0-3866-5DC16788A449}"/>
              </a:ext>
            </a:extLst>
          </p:cNvPr>
          <p:cNvGraphicFramePr>
            <a:graphicFrameLocks/>
          </p:cNvGraphicFramePr>
          <p:nvPr>
            <p:extLst>
              <p:ext uri="{D42A27DB-BD31-4B8C-83A1-F6EECF244321}">
                <p14:modId xmlns:p14="http://schemas.microsoft.com/office/powerpoint/2010/main" val="3421566184"/>
              </p:ext>
            </p:extLst>
          </p:nvPr>
        </p:nvGraphicFramePr>
        <p:xfrm>
          <a:off x="625204"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4D71ADFF-1023-8BB4-B647-A64524224C6C}"/>
              </a:ext>
            </a:extLst>
          </p:cNvPr>
          <p:cNvSpPr txBox="1"/>
          <p:nvPr/>
        </p:nvSpPr>
        <p:spPr>
          <a:xfrm>
            <a:off x="8791700" y="854741"/>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In training data, even across gender (male &amp; female), White faces are more predominant</a:t>
            </a:r>
          </a:p>
          <a:p>
            <a:pPr marL="285750" indent="-285750" algn="just">
              <a:buFont typeface="Arial" panose="020B0604020202020204" pitchFamily="34" charset="0"/>
              <a:buChar char="•"/>
            </a:pPr>
            <a:endParaRPr lang="en-IN" sz="1800" dirty="0">
              <a:solidFill>
                <a:schemeClr val="accent1">
                  <a:lumMod val="75000"/>
                </a:schemeClr>
              </a:solidFill>
            </a:endParaRPr>
          </a:p>
          <a:p>
            <a:pPr marL="285750" indent="-285750" algn="just">
              <a:buFont typeface="Arial" panose="020B0604020202020204" pitchFamily="34" charset="0"/>
              <a:buChar char="•"/>
            </a:pPr>
            <a:r>
              <a:rPr lang="en-IN" sz="1800" dirty="0">
                <a:solidFill>
                  <a:schemeClr val="accent1">
                    <a:lumMod val="75000"/>
                  </a:schemeClr>
                </a:solidFill>
              </a:rPr>
              <a:t>All models almost maintains the same bias across races in gender as of the training data</a:t>
            </a:r>
          </a:p>
          <a:p>
            <a:pPr marL="285750" indent="-285750" algn="just">
              <a:buFont typeface="Arial" panose="020B0604020202020204" pitchFamily="34" charset="0"/>
              <a:buChar char="•"/>
            </a:pPr>
            <a:endParaRPr lang="en-IN" sz="1800" dirty="0">
              <a:solidFill>
                <a:schemeClr val="accent1">
                  <a:lumMod val="75000"/>
                </a:schemeClr>
              </a:solidFill>
            </a:endParaRPr>
          </a:p>
        </p:txBody>
      </p:sp>
    </p:spTree>
    <p:extLst>
      <p:ext uri="{BB962C8B-B14F-4D97-AF65-F5344CB8AC3E}">
        <p14:creationId xmlns:p14="http://schemas.microsoft.com/office/powerpoint/2010/main" val="3602797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graphicFrame>
        <p:nvGraphicFramePr>
          <p:cNvPr id="9" name="Chart 8">
            <a:extLst>
              <a:ext uri="{FF2B5EF4-FFF2-40B4-BE49-F238E27FC236}">
                <a16:creationId xmlns:a16="http://schemas.microsoft.com/office/drawing/2014/main" id="{B99F3EC4-B0C9-FACF-8772-E420CD7DBE5E}"/>
              </a:ext>
            </a:extLst>
          </p:cNvPr>
          <p:cNvGraphicFramePr>
            <a:graphicFrameLocks/>
          </p:cNvGraphicFramePr>
          <p:nvPr>
            <p:extLst>
              <p:ext uri="{D42A27DB-BD31-4B8C-83A1-F6EECF244321}">
                <p14:modId xmlns:p14="http://schemas.microsoft.com/office/powerpoint/2010/main" val="190572099"/>
              </p:ext>
            </p:extLst>
          </p:nvPr>
        </p:nvGraphicFramePr>
        <p:xfrm>
          <a:off x="583473" y="1141619"/>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1AEE4FF-3C02-DAE2-2A92-456DD49B01DE}"/>
              </a:ext>
            </a:extLst>
          </p:cNvPr>
          <p:cNvGraphicFramePr>
            <a:graphicFrameLocks/>
          </p:cNvGraphicFramePr>
          <p:nvPr>
            <p:extLst>
              <p:ext uri="{D42A27DB-BD31-4B8C-83A1-F6EECF244321}">
                <p14:modId xmlns:p14="http://schemas.microsoft.com/office/powerpoint/2010/main" val="3355775092"/>
              </p:ext>
            </p:extLst>
          </p:nvPr>
        </p:nvGraphicFramePr>
        <p:xfrm>
          <a:off x="4719117" y="1141619"/>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CEF95F7B-A60A-2658-EB7A-92470E5AB990}"/>
              </a:ext>
            </a:extLst>
          </p:cNvPr>
          <p:cNvGraphicFramePr>
            <a:graphicFrameLocks/>
          </p:cNvGraphicFramePr>
          <p:nvPr>
            <p:extLst>
              <p:ext uri="{D42A27DB-BD31-4B8C-83A1-F6EECF244321}">
                <p14:modId xmlns:p14="http://schemas.microsoft.com/office/powerpoint/2010/main" val="2225296806"/>
              </p:ext>
            </p:extLst>
          </p:nvPr>
        </p:nvGraphicFramePr>
        <p:xfrm>
          <a:off x="4719117" y="4214834"/>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C4C56DE-7D78-3F5E-A121-E5F4A1603443}"/>
              </a:ext>
            </a:extLst>
          </p:cNvPr>
          <p:cNvGraphicFramePr>
            <a:graphicFrameLocks/>
          </p:cNvGraphicFramePr>
          <p:nvPr>
            <p:extLst>
              <p:ext uri="{D42A27DB-BD31-4B8C-83A1-F6EECF244321}">
                <p14:modId xmlns:p14="http://schemas.microsoft.com/office/powerpoint/2010/main" val="3279777905"/>
              </p:ext>
            </p:extLst>
          </p:nvPr>
        </p:nvGraphicFramePr>
        <p:xfrm>
          <a:off x="579117" y="4214834"/>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0BAF65D6-C05B-84D0-1C5F-38C6DCBD098B}"/>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65887FF5-B07D-54DE-6F42-DBA4EBE23FFF}"/>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2" name="TextBox 11">
            <a:extLst>
              <a:ext uri="{FF2B5EF4-FFF2-40B4-BE49-F238E27FC236}">
                <a16:creationId xmlns:a16="http://schemas.microsoft.com/office/drawing/2014/main" id="{E8E078DE-7900-C01E-76B7-B5BC6770D984}"/>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DB355F4-8543-1027-2FDF-EF8F1258E195}"/>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sp>
        <p:nvSpPr>
          <p:cNvPr id="16" name="TextBox 15">
            <a:extLst>
              <a:ext uri="{FF2B5EF4-FFF2-40B4-BE49-F238E27FC236}">
                <a16:creationId xmlns:a16="http://schemas.microsoft.com/office/drawing/2014/main" id="{0DE69B9B-569D-B9A0-EE26-CFEB97F1BF6E}"/>
              </a:ext>
            </a:extLst>
          </p:cNvPr>
          <p:cNvSpPr txBox="1"/>
          <p:nvPr/>
        </p:nvSpPr>
        <p:spPr>
          <a:xfrm>
            <a:off x="8791700" y="854741"/>
            <a:ext cx="3034212" cy="36933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x</a:t>
            </a:r>
          </a:p>
        </p:txBody>
      </p:sp>
    </p:spTree>
    <p:extLst>
      <p:ext uri="{BB962C8B-B14F-4D97-AF65-F5344CB8AC3E}">
        <p14:creationId xmlns:p14="http://schemas.microsoft.com/office/powerpoint/2010/main" val="737586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dataset</a:t>
            </a:r>
          </a:p>
        </p:txBody>
      </p:sp>
    </p:spTree>
    <p:extLst>
      <p:ext uri="{BB962C8B-B14F-4D97-AF65-F5344CB8AC3E}">
        <p14:creationId xmlns:p14="http://schemas.microsoft.com/office/powerpoint/2010/main" val="930369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01117595-5CAB-71EC-46DA-0BF2E9C9B085}"/>
              </a:ext>
            </a:extLst>
          </p:cNvPr>
          <p:cNvGraphicFramePr>
            <a:graphicFrameLocks/>
          </p:cNvGraphicFramePr>
          <p:nvPr>
            <p:extLst>
              <p:ext uri="{D42A27DB-BD31-4B8C-83A1-F6EECF244321}">
                <p14:modId xmlns:p14="http://schemas.microsoft.com/office/powerpoint/2010/main" val="3054484890"/>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BABD944A-F459-7D12-84FE-BDA3DA46388B}"/>
              </a:ext>
            </a:extLst>
          </p:cNvPr>
          <p:cNvGraphicFramePr>
            <a:graphicFrameLocks/>
          </p:cNvGraphicFramePr>
          <p:nvPr>
            <p:extLst>
              <p:ext uri="{D42A27DB-BD31-4B8C-83A1-F6EECF244321}">
                <p14:modId xmlns:p14="http://schemas.microsoft.com/office/powerpoint/2010/main" val="2928320010"/>
              </p:ext>
            </p:extLst>
          </p:nvPr>
        </p:nvGraphicFramePr>
        <p:xfrm>
          <a:off x="5767614" y="84473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A7B4D78F-19D0-56F0-C444-1A6B5D839ED7}"/>
              </a:ext>
            </a:extLst>
          </p:cNvPr>
          <p:cNvGraphicFramePr>
            <a:graphicFrameLocks/>
          </p:cNvGraphicFramePr>
          <p:nvPr>
            <p:extLst>
              <p:ext uri="{D42A27DB-BD31-4B8C-83A1-F6EECF244321}">
                <p14:modId xmlns:p14="http://schemas.microsoft.com/office/powerpoint/2010/main" val="2660502509"/>
              </p:ext>
            </p:extLst>
          </p:nvPr>
        </p:nvGraphicFramePr>
        <p:xfrm>
          <a:off x="1930400" y="4070956"/>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788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B622E20C-5C02-8DA3-6B2E-9D45A6B385D6}"/>
              </a:ext>
            </a:extLst>
          </p:cNvPr>
          <p:cNvGraphicFramePr>
            <a:graphicFrameLocks/>
          </p:cNvGraphicFramePr>
          <p:nvPr>
            <p:extLst>
              <p:ext uri="{D42A27DB-BD31-4B8C-83A1-F6EECF244321}">
                <p14:modId xmlns:p14="http://schemas.microsoft.com/office/powerpoint/2010/main" val="2439166518"/>
              </p:ext>
            </p:extLst>
          </p:nvPr>
        </p:nvGraphicFramePr>
        <p:xfrm>
          <a:off x="2129244" y="97857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A0D1E244-E85C-56E1-4DAC-4B6B145078DA}"/>
              </a:ext>
            </a:extLst>
          </p:cNvPr>
          <p:cNvGraphicFramePr>
            <a:graphicFrameLocks/>
          </p:cNvGraphicFramePr>
          <p:nvPr>
            <p:extLst>
              <p:ext uri="{D42A27DB-BD31-4B8C-83A1-F6EECF244321}">
                <p14:modId xmlns:p14="http://schemas.microsoft.com/office/powerpoint/2010/main" val="2363724619"/>
              </p:ext>
            </p:extLst>
          </p:nvPr>
        </p:nvGraphicFramePr>
        <p:xfrm>
          <a:off x="5770880" y="96301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67167423-EB61-8931-D390-D6D18F8C0C54}"/>
              </a:ext>
            </a:extLst>
          </p:cNvPr>
          <p:cNvGraphicFramePr>
            <a:graphicFrameLocks/>
          </p:cNvGraphicFramePr>
          <p:nvPr>
            <p:extLst>
              <p:ext uri="{D42A27DB-BD31-4B8C-83A1-F6EECF244321}">
                <p14:modId xmlns:p14="http://schemas.microsoft.com/office/powerpoint/2010/main" val="83343032"/>
              </p:ext>
            </p:extLst>
          </p:nvPr>
        </p:nvGraphicFramePr>
        <p:xfrm>
          <a:off x="1798322" y="405998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97854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D2655726-653F-C2A8-1B39-521130101D75}"/>
              </a:ext>
            </a:extLst>
          </p:cNvPr>
          <p:cNvGraphicFramePr>
            <a:graphicFrameLocks/>
          </p:cNvGraphicFramePr>
          <p:nvPr>
            <p:extLst>
              <p:ext uri="{D42A27DB-BD31-4B8C-83A1-F6EECF244321}">
                <p14:modId xmlns:p14="http://schemas.microsoft.com/office/powerpoint/2010/main" val="1996361566"/>
              </p:ext>
            </p:extLst>
          </p:nvPr>
        </p:nvGraphicFramePr>
        <p:xfrm>
          <a:off x="2209800" y="109881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7D7FF751-CB33-4D49-360A-1DC9CB8A08C3}"/>
              </a:ext>
            </a:extLst>
          </p:cNvPr>
          <p:cNvGraphicFramePr>
            <a:graphicFrameLocks/>
          </p:cNvGraphicFramePr>
          <p:nvPr>
            <p:extLst>
              <p:ext uri="{D42A27DB-BD31-4B8C-83A1-F6EECF244321}">
                <p14:modId xmlns:p14="http://schemas.microsoft.com/office/powerpoint/2010/main" val="3672524602"/>
              </p:ext>
            </p:extLst>
          </p:nvPr>
        </p:nvGraphicFramePr>
        <p:xfrm>
          <a:off x="5703388" y="109881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2174F4B2-A369-CBD6-6DA9-DAB4329E6CDF}"/>
              </a:ext>
            </a:extLst>
          </p:cNvPr>
          <p:cNvGraphicFramePr>
            <a:graphicFrameLocks/>
          </p:cNvGraphicFramePr>
          <p:nvPr>
            <p:extLst>
              <p:ext uri="{D42A27DB-BD31-4B8C-83A1-F6EECF244321}">
                <p14:modId xmlns:p14="http://schemas.microsoft.com/office/powerpoint/2010/main" val="3480112543"/>
              </p:ext>
            </p:extLst>
          </p:nvPr>
        </p:nvGraphicFramePr>
        <p:xfrm>
          <a:off x="195072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8457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4" name="Chart 13">
            <a:extLst>
              <a:ext uri="{FF2B5EF4-FFF2-40B4-BE49-F238E27FC236}">
                <a16:creationId xmlns:a16="http://schemas.microsoft.com/office/drawing/2014/main" id="{68F85B42-0D6B-A63D-E14C-C7040716B9C1}"/>
              </a:ext>
            </a:extLst>
          </p:cNvPr>
          <p:cNvGraphicFramePr>
            <a:graphicFrameLocks/>
          </p:cNvGraphicFramePr>
          <p:nvPr>
            <p:extLst>
              <p:ext uri="{D42A27DB-BD31-4B8C-83A1-F6EECF244321}">
                <p14:modId xmlns:p14="http://schemas.microsoft.com/office/powerpoint/2010/main" val="1776202527"/>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a:extLst>
              <a:ext uri="{FF2B5EF4-FFF2-40B4-BE49-F238E27FC236}">
                <a16:creationId xmlns:a16="http://schemas.microsoft.com/office/drawing/2014/main" id="{62DEEC70-C092-8DC1-D2AB-DA2DB76D7038}"/>
              </a:ext>
            </a:extLst>
          </p:cNvPr>
          <p:cNvGraphicFramePr>
            <a:graphicFrameLocks/>
          </p:cNvGraphicFramePr>
          <p:nvPr>
            <p:extLst>
              <p:ext uri="{D42A27DB-BD31-4B8C-83A1-F6EECF244321}">
                <p14:modId xmlns:p14="http://schemas.microsoft.com/office/powerpoint/2010/main" val="4095053659"/>
              </p:ext>
            </p:extLst>
          </p:nvPr>
        </p:nvGraphicFramePr>
        <p:xfrm>
          <a:off x="6569343" y="1326285"/>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0B06D846-F376-30D8-5E12-EB8F88591D76}"/>
              </a:ext>
            </a:extLst>
          </p:cNvPr>
          <p:cNvGraphicFramePr>
            <a:graphicFrameLocks/>
          </p:cNvGraphicFramePr>
          <p:nvPr>
            <p:extLst>
              <p:ext uri="{D42A27DB-BD31-4B8C-83A1-F6EECF244321}">
                <p14:modId xmlns:p14="http://schemas.microsoft.com/office/powerpoint/2010/main" val="3533611867"/>
              </p:ext>
            </p:extLst>
          </p:nvPr>
        </p:nvGraphicFramePr>
        <p:xfrm>
          <a:off x="1482659" y="4235154"/>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4475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0" name="Chart 9">
            <a:extLst>
              <a:ext uri="{FF2B5EF4-FFF2-40B4-BE49-F238E27FC236}">
                <a16:creationId xmlns:a16="http://schemas.microsoft.com/office/drawing/2014/main" id="{08786F0C-9FCC-809E-B8C3-6F1F703894C6}"/>
              </a:ext>
            </a:extLst>
          </p:cNvPr>
          <p:cNvGraphicFramePr>
            <a:graphicFrameLocks/>
          </p:cNvGraphicFramePr>
          <p:nvPr>
            <p:extLst>
              <p:ext uri="{D42A27DB-BD31-4B8C-83A1-F6EECF244321}">
                <p14:modId xmlns:p14="http://schemas.microsoft.com/office/powerpoint/2010/main" val="2710920666"/>
              </p:ext>
            </p:extLst>
          </p:nvPr>
        </p:nvGraphicFramePr>
        <p:xfrm>
          <a:off x="1557821"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8F92A8E1-14BE-AAD6-823F-B3A4993D6E7C}"/>
              </a:ext>
            </a:extLst>
          </p:cNvPr>
          <p:cNvGraphicFramePr>
            <a:graphicFrameLocks/>
          </p:cNvGraphicFramePr>
          <p:nvPr>
            <p:extLst>
              <p:ext uri="{D42A27DB-BD31-4B8C-83A1-F6EECF244321}">
                <p14:modId xmlns:p14="http://schemas.microsoft.com/office/powerpoint/2010/main" val="1568915454"/>
              </p:ext>
            </p:extLst>
          </p:nvPr>
        </p:nvGraphicFramePr>
        <p:xfrm>
          <a:off x="6494179" y="116057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BF58D71A-9BE3-9F12-71A1-8F4E409B7AE9}"/>
              </a:ext>
            </a:extLst>
          </p:cNvPr>
          <p:cNvGraphicFramePr>
            <a:graphicFrameLocks/>
          </p:cNvGraphicFramePr>
          <p:nvPr>
            <p:extLst>
              <p:ext uri="{D42A27DB-BD31-4B8C-83A1-F6EECF244321}">
                <p14:modId xmlns:p14="http://schemas.microsoft.com/office/powerpoint/2010/main" val="1843012704"/>
              </p:ext>
            </p:extLst>
          </p:nvPr>
        </p:nvGraphicFramePr>
        <p:xfrm>
          <a:off x="1557821" y="4327057"/>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12503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balanced </a:t>
            </a:r>
            <a:r>
              <a:rPr lang="en-IN"/>
              <a:t>(race + gender</a:t>
            </a:r>
            <a:r>
              <a:rPr lang="en-IN" dirty="0"/>
              <a:t>) dataset</a:t>
            </a:r>
          </a:p>
        </p:txBody>
      </p:sp>
    </p:spTree>
    <p:extLst>
      <p:ext uri="{BB962C8B-B14F-4D97-AF65-F5344CB8AC3E}">
        <p14:creationId xmlns:p14="http://schemas.microsoft.com/office/powerpoint/2010/main" val="2612237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5E519C08-145F-9E37-01A7-E5E72D88EE0A}"/>
              </a:ext>
            </a:extLst>
          </p:cNvPr>
          <p:cNvGraphicFramePr>
            <a:graphicFrameLocks/>
          </p:cNvGraphicFramePr>
          <p:nvPr>
            <p:extLst>
              <p:ext uri="{D42A27DB-BD31-4B8C-83A1-F6EECF244321}">
                <p14:modId xmlns:p14="http://schemas.microsoft.com/office/powerpoint/2010/main" val="1901798024"/>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17EF42D-1639-42F9-5D1B-4DAAFAB80530}"/>
              </a:ext>
            </a:extLst>
          </p:cNvPr>
          <p:cNvGraphicFramePr>
            <a:graphicFrameLocks/>
          </p:cNvGraphicFramePr>
          <p:nvPr>
            <p:extLst>
              <p:ext uri="{D42A27DB-BD31-4B8C-83A1-F6EECF244321}">
                <p14:modId xmlns:p14="http://schemas.microsoft.com/office/powerpoint/2010/main" val="2038508988"/>
              </p:ext>
            </p:extLst>
          </p:nvPr>
        </p:nvGraphicFramePr>
        <p:xfrm>
          <a:off x="5777774"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352DB522-0E8F-8993-4C61-36ADF3098C89}"/>
              </a:ext>
            </a:extLst>
          </p:cNvPr>
          <p:cNvGraphicFramePr>
            <a:graphicFrameLocks/>
          </p:cNvGraphicFramePr>
          <p:nvPr>
            <p:extLst>
              <p:ext uri="{D42A27DB-BD31-4B8C-83A1-F6EECF244321}">
                <p14:modId xmlns:p14="http://schemas.microsoft.com/office/powerpoint/2010/main" val="2908005002"/>
              </p:ext>
            </p:extLst>
          </p:nvPr>
        </p:nvGraphicFramePr>
        <p:xfrm>
          <a:off x="1879600" y="404803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291671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84176838-CBB3-5E52-E809-90BAABF9D3B1}"/>
              </a:ext>
            </a:extLst>
          </p:cNvPr>
          <p:cNvGraphicFramePr>
            <a:graphicFrameLocks/>
          </p:cNvGraphicFramePr>
          <p:nvPr>
            <p:extLst>
              <p:ext uri="{D42A27DB-BD31-4B8C-83A1-F6EECF244321}">
                <p14:modId xmlns:p14="http://schemas.microsoft.com/office/powerpoint/2010/main" val="3533147532"/>
              </p:ext>
            </p:extLst>
          </p:nvPr>
        </p:nvGraphicFramePr>
        <p:xfrm>
          <a:off x="2129244" y="97553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293782F-034D-7DEC-866E-1705F461BA24}"/>
              </a:ext>
            </a:extLst>
          </p:cNvPr>
          <p:cNvGraphicFramePr>
            <a:graphicFrameLocks/>
          </p:cNvGraphicFramePr>
          <p:nvPr>
            <p:extLst>
              <p:ext uri="{D42A27DB-BD31-4B8C-83A1-F6EECF244321}">
                <p14:modId xmlns:p14="http://schemas.microsoft.com/office/powerpoint/2010/main" val="1988209238"/>
              </p:ext>
            </p:extLst>
          </p:nvPr>
        </p:nvGraphicFramePr>
        <p:xfrm>
          <a:off x="5770880" y="1002246"/>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D819D70-7AAF-A399-9B50-CE59FE49B111}"/>
              </a:ext>
            </a:extLst>
          </p:cNvPr>
          <p:cNvGraphicFramePr>
            <a:graphicFrameLocks/>
          </p:cNvGraphicFramePr>
          <p:nvPr>
            <p:extLst>
              <p:ext uri="{D42A27DB-BD31-4B8C-83A1-F6EECF244321}">
                <p14:modId xmlns:p14="http://schemas.microsoft.com/office/powerpoint/2010/main" val="2089500000"/>
              </p:ext>
            </p:extLst>
          </p:nvPr>
        </p:nvGraphicFramePr>
        <p:xfrm>
          <a:off x="1879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80748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D6632804-FB31-7398-95A1-266D47C0F132}"/>
              </a:ext>
            </a:extLst>
          </p:cNvPr>
          <p:cNvGraphicFramePr>
            <a:graphicFrameLocks/>
          </p:cNvGraphicFramePr>
          <p:nvPr>
            <p:extLst>
              <p:ext uri="{D42A27DB-BD31-4B8C-83A1-F6EECF244321}">
                <p14:modId xmlns:p14="http://schemas.microsoft.com/office/powerpoint/2010/main" val="1577724565"/>
              </p:ext>
            </p:extLst>
          </p:nvPr>
        </p:nvGraphicFramePr>
        <p:xfrm>
          <a:off x="2209800" y="109149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535C6E0-8F51-BD63-9DD8-D76E203B124F}"/>
              </a:ext>
            </a:extLst>
          </p:cNvPr>
          <p:cNvGraphicFramePr>
            <a:graphicFrameLocks/>
          </p:cNvGraphicFramePr>
          <p:nvPr>
            <p:extLst>
              <p:ext uri="{D42A27DB-BD31-4B8C-83A1-F6EECF244321}">
                <p14:modId xmlns:p14="http://schemas.microsoft.com/office/powerpoint/2010/main" val="1233179794"/>
              </p:ext>
            </p:extLst>
          </p:nvPr>
        </p:nvGraphicFramePr>
        <p:xfrm>
          <a:off x="5703388" y="112111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E40A3F3F-051D-D697-CEB1-9F1B17AEE38D}"/>
              </a:ext>
            </a:extLst>
          </p:cNvPr>
          <p:cNvGraphicFramePr>
            <a:graphicFrameLocks/>
          </p:cNvGraphicFramePr>
          <p:nvPr>
            <p:extLst>
              <p:ext uri="{D42A27DB-BD31-4B8C-83A1-F6EECF244321}">
                <p14:modId xmlns:p14="http://schemas.microsoft.com/office/powerpoint/2010/main" val="2690440423"/>
              </p:ext>
            </p:extLst>
          </p:nvPr>
        </p:nvGraphicFramePr>
        <p:xfrm>
          <a:off x="1930400" y="41819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24923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7D68F342-D383-4A46-FC47-86FCB1560A9C}"/>
              </a:ext>
            </a:extLst>
          </p:cNvPr>
          <p:cNvGraphicFramePr>
            <a:graphicFrameLocks/>
          </p:cNvGraphicFramePr>
          <p:nvPr>
            <p:extLst>
              <p:ext uri="{D42A27DB-BD31-4B8C-83A1-F6EECF244321}">
                <p14:modId xmlns:p14="http://schemas.microsoft.com/office/powerpoint/2010/main" val="2997083114"/>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74234C2B-511F-B28A-8C7C-F43A5F7C1C02}"/>
              </a:ext>
            </a:extLst>
          </p:cNvPr>
          <p:cNvGraphicFramePr>
            <a:graphicFrameLocks/>
          </p:cNvGraphicFramePr>
          <p:nvPr>
            <p:extLst>
              <p:ext uri="{D42A27DB-BD31-4B8C-83A1-F6EECF244321}">
                <p14:modId xmlns:p14="http://schemas.microsoft.com/office/powerpoint/2010/main" val="3842809798"/>
              </p:ext>
            </p:extLst>
          </p:nvPr>
        </p:nvGraphicFramePr>
        <p:xfrm>
          <a:off x="6356019" y="1220917"/>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96389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8CDB0823-A4D0-D9B5-7051-0363FF21FDA6}"/>
              </a:ext>
            </a:extLst>
          </p:cNvPr>
          <p:cNvGraphicFramePr>
            <a:graphicFrameLocks/>
          </p:cNvGraphicFramePr>
          <p:nvPr>
            <p:extLst>
              <p:ext uri="{D42A27DB-BD31-4B8C-83A1-F6EECF244321}">
                <p14:modId xmlns:p14="http://schemas.microsoft.com/office/powerpoint/2010/main" val="2351593700"/>
              </p:ext>
            </p:extLst>
          </p:nvPr>
        </p:nvGraphicFramePr>
        <p:xfrm>
          <a:off x="1567982"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25B2E119-74AC-62BA-8ECE-BF8AEF57C686}"/>
              </a:ext>
            </a:extLst>
          </p:cNvPr>
          <p:cNvGraphicFramePr>
            <a:graphicFrameLocks/>
          </p:cNvGraphicFramePr>
          <p:nvPr>
            <p:extLst>
              <p:ext uri="{D42A27DB-BD31-4B8C-83A1-F6EECF244321}">
                <p14:modId xmlns:p14="http://schemas.microsoft.com/office/powerpoint/2010/main" val="441060954"/>
              </p:ext>
            </p:extLst>
          </p:nvPr>
        </p:nvGraphicFramePr>
        <p:xfrm>
          <a:off x="6484018" y="1168400"/>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920298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2A8A0C-0754-E422-B5F7-51B3627A332F}"/>
              </a:ext>
            </a:extLst>
          </p:cNvPr>
          <p:cNvPicPr>
            <a:picLocks noChangeAspect="1"/>
          </p:cNvPicPr>
          <p:nvPr/>
        </p:nvPicPr>
        <p:blipFill>
          <a:blip r:embed="rId2"/>
          <a:stretch>
            <a:fillRect/>
          </a:stretch>
        </p:blipFill>
        <p:spPr>
          <a:xfrm>
            <a:off x="1754413" y="558143"/>
            <a:ext cx="3562533" cy="844593"/>
          </a:xfrm>
          <a:prstGeom prst="rect">
            <a:avLst/>
          </a:prstGeom>
        </p:spPr>
      </p:pic>
      <p:pic>
        <p:nvPicPr>
          <p:cNvPr id="5" name="Picture 4">
            <a:extLst>
              <a:ext uri="{FF2B5EF4-FFF2-40B4-BE49-F238E27FC236}">
                <a16:creationId xmlns:a16="http://schemas.microsoft.com/office/drawing/2014/main" id="{67C24720-4167-8739-0B75-581BCD04E4E8}"/>
              </a:ext>
            </a:extLst>
          </p:cNvPr>
          <p:cNvPicPr>
            <a:picLocks noChangeAspect="1"/>
          </p:cNvPicPr>
          <p:nvPr/>
        </p:nvPicPr>
        <p:blipFill>
          <a:blip r:embed="rId3"/>
          <a:stretch>
            <a:fillRect/>
          </a:stretch>
        </p:blipFill>
        <p:spPr>
          <a:xfrm>
            <a:off x="1754413" y="1584266"/>
            <a:ext cx="4616687" cy="2267067"/>
          </a:xfrm>
          <a:prstGeom prst="rect">
            <a:avLst/>
          </a:prstGeom>
        </p:spPr>
      </p:pic>
    </p:spTree>
    <p:extLst>
      <p:ext uri="{BB962C8B-B14F-4D97-AF65-F5344CB8AC3E}">
        <p14:creationId xmlns:p14="http://schemas.microsoft.com/office/powerpoint/2010/main" val="23255466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Tree>
    <p:extLst>
      <p:ext uri="{BB962C8B-B14F-4D97-AF65-F5344CB8AC3E}">
        <p14:creationId xmlns:p14="http://schemas.microsoft.com/office/powerpoint/2010/main" val="3982072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3036</TotalTime>
  <Words>1236</Words>
  <Application>Microsoft Office PowerPoint</Application>
  <PresentationFormat>Widescreen</PresentationFormat>
  <Paragraphs>224</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Identification of 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on DDPM model</vt:lpstr>
      <vt:lpstr>PowerPoint Presentation</vt:lpstr>
      <vt:lpstr>PowerPoint Presentation</vt:lpstr>
      <vt:lpstr>PowerPoint Presentation</vt:lpstr>
      <vt:lpstr>PowerPoint Presentation</vt:lpstr>
      <vt:lpstr>PowerPoint Presentation</vt:lpstr>
      <vt:lpstr>Analysis on Stable Diffusion model</vt:lpstr>
      <vt:lpstr>PowerPoint Presentation</vt:lpstr>
      <vt:lpstr>PowerPoint Presentation</vt:lpstr>
      <vt:lpstr>PowerPoint Presentation</vt:lpstr>
      <vt:lpstr>PowerPoint Presentation</vt:lpstr>
      <vt:lpstr>PowerPoint Presentation</vt:lpstr>
      <vt:lpstr>Analysis on DDGAN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CelebA-HQ dataset</vt:lpstr>
      <vt:lpstr>PowerPoint Presentation</vt:lpstr>
      <vt:lpstr>PowerPoint Presentation</vt:lpstr>
      <vt:lpstr>PowerPoint Presentation</vt:lpstr>
      <vt:lpstr>PowerPoint Presentation</vt:lpstr>
      <vt:lpstr>PowerPoint Presentation</vt:lpstr>
      <vt:lpstr>Fairface dataset</vt:lpstr>
      <vt:lpstr>PowerPoint Presentation</vt:lpstr>
      <vt:lpstr>PowerPoint Presentation</vt:lpstr>
      <vt:lpstr>PowerPoint Presentation</vt:lpstr>
      <vt:lpstr>PowerPoint Presentation</vt:lpstr>
      <vt:lpstr>PowerPoint Presentation</vt:lpstr>
      <vt:lpstr>Fairface balanced (race + gender)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Subir Parida</cp:lastModifiedBy>
  <cp:revision>40</cp:revision>
  <dcterms:created xsi:type="dcterms:W3CDTF">2023-12-11T11:15:53Z</dcterms:created>
  <dcterms:modified xsi:type="dcterms:W3CDTF">2024-02-04T16:34:32Z</dcterms:modified>
</cp:coreProperties>
</file>