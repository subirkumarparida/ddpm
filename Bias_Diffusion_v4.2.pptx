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1.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2.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3.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4.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charts/chart43.xml" ContentType="application/vnd.openxmlformats-officedocument.drawingml.chart+xml"/>
  <Override PartName="/ppt/charts/style43.xml" ContentType="application/vnd.ms-office.chartstyle+xml"/>
  <Override PartName="/ppt/charts/colors43.xml" ContentType="application/vnd.ms-office.chartcolorstyle+xml"/>
  <Override PartName="/ppt/charts/chart44.xml" ContentType="application/vnd.openxmlformats-officedocument.drawingml.chart+xml"/>
  <Override PartName="/ppt/charts/style44.xml" ContentType="application/vnd.ms-office.chartstyle+xml"/>
  <Override PartName="/ppt/charts/colors44.xml" ContentType="application/vnd.ms-office.chartcolorstyle+xml"/>
  <Override PartName="/ppt/charts/chart45.xml" ContentType="application/vnd.openxmlformats-officedocument.drawingml.chart+xml"/>
  <Override PartName="/ppt/charts/style45.xml" ContentType="application/vnd.ms-office.chartstyle+xml"/>
  <Override PartName="/ppt/charts/colors45.xml" ContentType="application/vnd.ms-office.chartcolorstyle+xml"/>
  <Override PartName="/ppt/charts/chart46.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47.xml" ContentType="application/vnd.openxmlformats-officedocument.drawingml.chart+xml"/>
  <Override PartName="/ppt/charts/style47.xml" ContentType="application/vnd.ms-office.chartstyle+xml"/>
  <Override PartName="/ppt/charts/colors47.xml" ContentType="application/vnd.ms-office.chartcolorstyle+xml"/>
  <Override PartName="/ppt/charts/chart48.xml" ContentType="application/vnd.openxmlformats-officedocument.drawingml.chart+xml"/>
  <Override PartName="/ppt/charts/style48.xml" ContentType="application/vnd.ms-office.chartstyle+xml"/>
  <Override PartName="/ppt/charts/colors48.xml" ContentType="application/vnd.ms-office.chartcolorstyle+xml"/>
  <Override PartName="/ppt/charts/chart49.xml" ContentType="application/vnd.openxmlformats-officedocument.drawingml.chart+xml"/>
  <Override PartName="/ppt/charts/style49.xml" ContentType="application/vnd.ms-office.chartstyle+xml"/>
  <Override PartName="/ppt/charts/colors49.xml" ContentType="application/vnd.ms-office.chartcolorstyle+xml"/>
  <Override PartName="/ppt/charts/chart50.xml" ContentType="application/vnd.openxmlformats-officedocument.drawingml.chart+xml"/>
  <Override PartName="/ppt/charts/style50.xml" ContentType="application/vnd.ms-office.chartstyle+xml"/>
  <Override PartName="/ppt/charts/colors50.xml" ContentType="application/vnd.ms-office.chartcolorstyle+xml"/>
  <Override PartName="/ppt/charts/chart51.xml" ContentType="application/vnd.openxmlformats-officedocument.drawingml.chart+xml"/>
  <Override PartName="/ppt/charts/style51.xml" ContentType="application/vnd.ms-office.chartstyle+xml"/>
  <Override PartName="/ppt/charts/colors51.xml" ContentType="application/vnd.ms-office.chartcolorstyle+xml"/>
  <Override PartName="/ppt/charts/chart52.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3.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4.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55.xml" ContentType="application/vnd.openxmlformats-officedocument.drawingml.chart+xml"/>
  <Override PartName="/ppt/charts/style55.xml" ContentType="application/vnd.ms-office.chartstyle+xml"/>
  <Override PartName="/ppt/charts/colors55.xml" ContentType="application/vnd.ms-office.chartcolorstyle+xml"/>
  <Override PartName="/ppt/charts/chart56.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57.xml" ContentType="application/vnd.openxmlformats-officedocument.drawingml.chart+xml"/>
  <Override PartName="/ppt/charts/style57.xml" ContentType="application/vnd.ms-office.chartstyle+xml"/>
  <Override PartName="/ppt/charts/colors57.xml" ContentType="application/vnd.ms-office.chartcolorstyle+xml"/>
  <Override PartName="/ppt/charts/chart58.xml" ContentType="application/vnd.openxmlformats-officedocument.drawingml.chart+xml"/>
  <Override PartName="/ppt/charts/style58.xml" ContentType="application/vnd.ms-office.chartstyle+xml"/>
  <Override PartName="/ppt/charts/colors58.xml" ContentType="application/vnd.ms-office.chartcolorstyle+xml"/>
  <Override PartName="/ppt/charts/chart59.xml" ContentType="application/vnd.openxmlformats-officedocument.drawingml.chart+xml"/>
  <Override PartName="/ppt/charts/style59.xml" ContentType="application/vnd.ms-office.chartstyle+xml"/>
  <Override PartName="/ppt/charts/colors59.xml" ContentType="application/vnd.ms-office.chartcolorstyle+xml"/>
  <Override PartName="/ppt/charts/chart60.xml" ContentType="application/vnd.openxmlformats-officedocument.drawingml.chart+xml"/>
  <Override PartName="/ppt/charts/style60.xml" ContentType="application/vnd.ms-office.chartstyle+xml"/>
  <Override PartName="/ppt/charts/colors60.xml" ContentType="application/vnd.ms-office.chartcolorstyle+xml"/>
  <Override PartName="/ppt/charts/chart61.xml" ContentType="application/vnd.openxmlformats-officedocument.drawingml.chart+xml"/>
  <Override PartName="/ppt/charts/style61.xml" ContentType="application/vnd.ms-office.chartstyle+xml"/>
  <Override PartName="/ppt/charts/colors61.xml" ContentType="application/vnd.ms-office.chartcolorstyle+xml"/>
  <Override PartName="/ppt/charts/chart62.xml" ContentType="application/vnd.openxmlformats-officedocument.drawingml.chart+xml"/>
  <Override PartName="/ppt/charts/style62.xml" ContentType="application/vnd.ms-office.chartstyle+xml"/>
  <Override PartName="/ppt/charts/colors62.xml" ContentType="application/vnd.ms-office.chartcolorstyle+xml"/>
  <Override PartName="/ppt/charts/chart63.xml" ContentType="application/vnd.openxmlformats-officedocument.drawingml.chart+xml"/>
  <Override PartName="/ppt/charts/style63.xml" ContentType="application/vnd.ms-office.chartstyle+xml"/>
  <Override PartName="/ppt/charts/colors63.xml" ContentType="application/vnd.ms-office.chartcolorstyle+xml"/>
  <Override PartName="/ppt/charts/chart64.xml" ContentType="application/vnd.openxmlformats-officedocument.drawingml.chart+xml"/>
  <Override PartName="/ppt/charts/style64.xml" ContentType="application/vnd.ms-office.chartstyle+xml"/>
  <Override PartName="/ppt/charts/colors64.xml" ContentType="application/vnd.ms-office.chartcolorstyle+xml"/>
  <Override PartName="/ppt/charts/chart65.xml" ContentType="application/vnd.openxmlformats-officedocument.drawingml.chart+xml"/>
  <Override PartName="/ppt/charts/style65.xml" ContentType="application/vnd.ms-office.chartstyle+xml"/>
  <Override PartName="/ppt/charts/colors65.xml" ContentType="application/vnd.ms-office.chartcolorstyle+xml"/>
  <Override PartName="/ppt/charts/chart66.xml" ContentType="application/vnd.openxmlformats-officedocument.drawingml.chart+xml"/>
  <Override PartName="/ppt/charts/style66.xml" ContentType="application/vnd.ms-office.chartstyle+xml"/>
  <Override PartName="/ppt/charts/colors66.xml" ContentType="application/vnd.ms-office.chartcolorstyle+xml"/>
  <Override PartName="/ppt/charts/chart67.xml" ContentType="application/vnd.openxmlformats-officedocument.drawingml.chart+xml"/>
  <Override PartName="/ppt/charts/style67.xml" ContentType="application/vnd.ms-office.chartstyle+xml"/>
  <Override PartName="/ppt/charts/colors67.xml" ContentType="application/vnd.ms-office.chartcolorstyle+xml"/>
  <Override PartName="/ppt/charts/chart68.xml" ContentType="application/vnd.openxmlformats-officedocument.drawingml.chart+xml"/>
  <Override PartName="/ppt/charts/style68.xml" ContentType="application/vnd.ms-office.chartstyle+xml"/>
  <Override PartName="/ppt/charts/colors68.xml" ContentType="application/vnd.ms-office.chartcolorstyle+xml"/>
  <Override PartName="/ppt/charts/chart69.xml" ContentType="application/vnd.openxmlformats-officedocument.drawingml.chart+xml"/>
  <Override PartName="/ppt/charts/style69.xml" ContentType="application/vnd.ms-office.chartstyle+xml"/>
  <Override PartName="/ppt/charts/colors69.xml" ContentType="application/vnd.ms-office.chartcolorstyle+xml"/>
  <Override PartName="/ppt/charts/chart70.xml" ContentType="application/vnd.openxmlformats-officedocument.drawingml.chart+xml"/>
  <Override PartName="/ppt/charts/style70.xml" ContentType="application/vnd.ms-office.chartstyle+xml"/>
  <Override PartName="/ppt/charts/colors70.xml" ContentType="application/vnd.ms-office.chartcolorstyle+xml"/>
  <Override PartName="/ppt/charts/chart71.xml" ContentType="application/vnd.openxmlformats-officedocument.drawingml.chart+xml"/>
  <Override PartName="/ppt/charts/style71.xml" ContentType="application/vnd.ms-office.chartstyle+xml"/>
  <Override PartName="/ppt/charts/colors71.xml" ContentType="application/vnd.ms-office.chartcolorstyle+xml"/>
  <Override PartName="/ppt/charts/chart72.xml" ContentType="application/vnd.openxmlformats-officedocument.drawingml.chart+xml"/>
  <Override PartName="/ppt/charts/style72.xml" ContentType="application/vnd.ms-office.chartstyle+xml"/>
  <Override PartName="/ppt/charts/colors72.xml" ContentType="application/vnd.ms-office.chartcolorstyle+xml"/>
  <Override PartName="/ppt/charts/chart73.xml" ContentType="application/vnd.openxmlformats-officedocument.drawingml.chart+xml"/>
  <Override PartName="/ppt/charts/style73.xml" ContentType="application/vnd.ms-office.chartstyle+xml"/>
  <Override PartName="/ppt/charts/colors73.xml" ContentType="application/vnd.ms-office.chartcolorstyle+xml"/>
  <Override PartName="/ppt/charts/chart74.xml" ContentType="application/vnd.openxmlformats-officedocument.drawingml.chart+xml"/>
  <Override PartName="/ppt/charts/style74.xml" ContentType="application/vnd.ms-office.chartstyle+xml"/>
  <Override PartName="/ppt/charts/colors74.xml" ContentType="application/vnd.ms-office.chartcolorstyle+xml"/>
  <Override PartName="/ppt/charts/chart75.xml" ContentType="application/vnd.openxmlformats-officedocument.drawingml.chart+xml"/>
  <Override PartName="/ppt/charts/style75.xml" ContentType="application/vnd.ms-office.chartstyle+xml"/>
  <Override PartName="/ppt/charts/colors75.xml" ContentType="application/vnd.ms-office.chartcolorstyle+xml"/>
  <Override PartName="/ppt/charts/chart76.xml" ContentType="application/vnd.openxmlformats-officedocument.drawingml.chart+xml"/>
  <Override PartName="/ppt/charts/style76.xml" ContentType="application/vnd.ms-office.chartstyle+xml"/>
  <Override PartName="/ppt/charts/colors76.xml" ContentType="application/vnd.ms-office.chartcolorstyle+xml"/>
  <Override PartName="/ppt/charts/chart77.xml" ContentType="application/vnd.openxmlformats-officedocument.drawingml.chart+xml"/>
  <Override PartName="/ppt/charts/style77.xml" ContentType="application/vnd.ms-office.chartstyle+xml"/>
  <Override PartName="/ppt/charts/colors77.xml" ContentType="application/vnd.ms-office.chartcolorstyle+xml"/>
  <Override PartName="/ppt/charts/chart78.xml" ContentType="application/vnd.openxmlformats-officedocument.drawingml.chart+xml"/>
  <Override PartName="/ppt/charts/style78.xml" ContentType="application/vnd.ms-office.chartstyle+xml"/>
  <Override PartName="/ppt/charts/colors78.xml" ContentType="application/vnd.ms-office.chartcolorstyle+xml"/>
  <Override PartName="/ppt/charts/chart79.xml" ContentType="application/vnd.openxmlformats-officedocument.drawingml.chart+xml"/>
  <Override PartName="/ppt/charts/style79.xml" ContentType="application/vnd.ms-office.chartstyle+xml"/>
  <Override PartName="/ppt/charts/colors79.xml" ContentType="application/vnd.ms-office.chartcolorstyle+xml"/>
  <Override PartName="/ppt/charts/chart80.xml" ContentType="application/vnd.openxmlformats-officedocument.drawingml.chart+xml"/>
  <Override PartName="/ppt/charts/style80.xml" ContentType="application/vnd.ms-office.chartstyle+xml"/>
  <Override PartName="/ppt/charts/colors80.xml" ContentType="application/vnd.ms-office.chartcolorstyle+xml"/>
  <Override PartName="/ppt/charts/chart81.xml" ContentType="application/vnd.openxmlformats-officedocument.drawingml.chart+xml"/>
  <Override PartName="/ppt/charts/style81.xml" ContentType="application/vnd.ms-office.chartstyle+xml"/>
  <Override PartName="/ppt/charts/colors81.xml" ContentType="application/vnd.ms-office.chartcolorstyle+xml"/>
  <Override PartName="/ppt/charts/chart82.xml" ContentType="application/vnd.openxmlformats-officedocument.drawingml.chart+xml"/>
  <Override PartName="/ppt/charts/style82.xml" ContentType="application/vnd.ms-office.chartstyle+xml"/>
  <Override PartName="/ppt/charts/colors82.xml" ContentType="application/vnd.ms-office.chartcolorstyle+xml"/>
  <Override PartName="/ppt/charts/chart83.xml" ContentType="application/vnd.openxmlformats-officedocument.drawingml.chart+xml"/>
  <Override PartName="/ppt/charts/style83.xml" ContentType="application/vnd.ms-office.chartstyle+xml"/>
  <Override PartName="/ppt/charts/colors83.xml" ContentType="application/vnd.ms-office.chartcolorstyle+xml"/>
  <Override PartName="/ppt/charts/chart84.xml" ContentType="application/vnd.openxmlformats-officedocument.drawingml.chart+xml"/>
  <Override PartName="/ppt/charts/style84.xml" ContentType="application/vnd.ms-office.chartstyle+xml"/>
  <Override PartName="/ppt/charts/colors84.xml" ContentType="application/vnd.ms-office.chartcolorstyle+xml"/>
  <Override PartName="/ppt/charts/chart85.xml" ContentType="application/vnd.openxmlformats-officedocument.drawingml.chart+xml"/>
  <Override PartName="/ppt/charts/style85.xml" ContentType="application/vnd.ms-office.chartstyle+xml"/>
  <Override PartName="/ppt/charts/colors85.xml" ContentType="application/vnd.ms-office.chartcolorstyle+xml"/>
  <Override PartName="/ppt/charts/chart86.xml" ContentType="application/vnd.openxmlformats-officedocument.drawingml.chart+xml"/>
  <Override PartName="/ppt/charts/style86.xml" ContentType="application/vnd.ms-office.chartstyle+xml"/>
  <Override PartName="/ppt/charts/colors86.xml" ContentType="application/vnd.ms-office.chartcolorstyle+xml"/>
  <Override PartName="/ppt/charts/chart87.xml" ContentType="application/vnd.openxmlformats-officedocument.drawingml.chart+xml"/>
  <Override PartName="/ppt/charts/style87.xml" ContentType="application/vnd.ms-office.chartstyle+xml"/>
  <Override PartName="/ppt/charts/colors87.xml" ContentType="application/vnd.ms-office.chartcolorstyle+xml"/>
  <Override PartName="/ppt/charts/chart88.xml" ContentType="application/vnd.openxmlformats-officedocument.drawingml.chart+xml"/>
  <Override PartName="/ppt/charts/style88.xml" ContentType="application/vnd.ms-office.chartstyle+xml"/>
  <Override PartName="/ppt/charts/colors88.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80" r:id="rId5"/>
    <p:sldId id="257" r:id="rId6"/>
    <p:sldId id="312" r:id="rId7"/>
    <p:sldId id="272" r:id="rId8"/>
    <p:sldId id="274" r:id="rId9"/>
    <p:sldId id="323" r:id="rId10"/>
    <p:sldId id="324" r:id="rId11"/>
    <p:sldId id="278" r:id="rId12"/>
    <p:sldId id="279" r:id="rId13"/>
    <p:sldId id="331" r:id="rId14"/>
    <p:sldId id="282" r:id="rId15"/>
    <p:sldId id="297" r:id="rId16"/>
    <p:sldId id="290" r:id="rId17"/>
    <p:sldId id="302" r:id="rId18"/>
    <p:sldId id="285" r:id="rId19"/>
    <p:sldId id="313" r:id="rId20"/>
    <p:sldId id="292" r:id="rId21"/>
    <p:sldId id="314" r:id="rId22"/>
    <p:sldId id="298" r:id="rId23"/>
    <p:sldId id="303" r:id="rId24"/>
    <p:sldId id="299" r:id="rId25"/>
    <p:sldId id="315" r:id="rId26"/>
    <p:sldId id="300" r:id="rId27"/>
    <p:sldId id="316" r:id="rId28"/>
    <p:sldId id="273" r:id="rId29"/>
    <p:sldId id="301" r:id="rId30"/>
    <p:sldId id="258" r:id="rId31"/>
    <p:sldId id="317" r:id="rId32"/>
    <p:sldId id="266" r:id="rId33"/>
    <p:sldId id="267" r:id="rId34"/>
    <p:sldId id="283" r:id="rId35"/>
    <p:sldId id="268" r:id="rId36"/>
    <p:sldId id="318" r:id="rId37"/>
    <p:sldId id="281" r:id="rId38"/>
    <p:sldId id="294" r:id="rId39"/>
    <p:sldId id="295" r:id="rId40"/>
    <p:sldId id="296" r:id="rId41"/>
    <p:sldId id="319" r:id="rId42"/>
    <p:sldId id="320" r:id="rId43"/>
    <p:sldId id="311" r:id="rId44"/>
    <p:sldId id="269" r:id="rId45"/>
    <p:sldId id="270" r:id="rId46"/>
    <p:sldId id="271" r:id="rId47"/>
    <p:sldId id="321" r:id="rId48"/>
    <p:sldId id="322" r:id="rId49"/>
    <p:sldId id="325" r:id="rId50"/>
    <p:sldId id="326" r:id="rId51"/>
    <p:sldId id="327" r:id="rId52"/>
    <p:sldId id="328" r:id="rId53"/>
    <p:sldId id="329" r:id="rId54"/>
    <p:sldId id="330" r:id="rId55"/>
    <p:sldId id="332" r:id="rId56"/>
    <p:sldId id="264"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51D4FC-1B35-46AE-8CF6-9EF467B00A4D}" v="9" dt="2024-02-04T16:34:24.9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94660"/>
  </p:normalViewPr>
  <p:slideViewPr>
    <p:cSldViewPr snapToGrid="0">
      <p:cViewPr varScale="1">
        <p:scale>
          <a:sx n="88" d="100"/>
          <a:sy n="88" d="100"/>
        </p:scale>
        <p:origin x="10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sldOrd">
      <pc:chgData name="Subir Parida" userId="5adae42a5ff17c16" providerId="LiveId" clId="{2570E06C-6CDE-4131-A690-3FA8836EEC55}" dt="2024-01-29T05:47:36.147" v="3531"/>
      <pc:docMkLst>
        <pc:docMk/>
      </pc:docMkLst>
      <pc:sldChg chg="add">
        <pc:chgData name="Subir Parida" userId="5adae42a5ff17c16" providerId="LiveId" clId="{2570E06C-6CDE-4131-A690-3FA8836EEC55}" dt="2024-01-25T10:11:46.871" v="3444"/>
        <pc:sldMkLst>
          <pc:docMk/>
          <pc:sldMk cId="1560635309" sldId="257"/>
        </pc:sldMkLst>
      </pc:sldChg>
      <pc:sldChg chg="addSp delSp modSp del mod">
        <pc:chgData name="Subir Parida" userId="5adae42a5ff17c16" providerId="LiveId" clId="{2570E06C-6CDE-4131-A690-3FA8836EEC55}" dt="2024-01-25T10:11:40.750" v="3443" actId="2696"/>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
        <pc:chgData name="Subir Parida" userId="5adae42a5ff17c16" providerId="LiveId" clId="{2570E06C-6CDE-4131-A690-3FA8836EEC55}" dt="2024-01-25T10:11:46.871" v="3444"/>
        <pc:sldMkLst>
          <pc:docMk/>
          <pc:sldMk cId="2795034914" sldId="272"/>
        </pc:sldMkLst>
      </pc:sldChg>
      <pc:sldChg chg="addSp delSp modSp del mod">
        <pc:chgData name="Subir Parida" userId="5adae42a5ff17c16" providerId="LiveId" clId="{2570E06C-6CDE-4131-A690-3FA8836EEC55}" dt="2024-01-25T10:11:40.750" v="3443" actId="2696"/>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del mod">
        <pc:chgData name="Subir Parida" userId="5adae42a5ff17c16" providerId="LiveId" clId="{2570E06C-6CDE-4131-A690-3FA8836EEC55}" dt="2024-01-25T10:11:40.750" v="3443" actId="2696"/>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1446150742" sldId="274"/>
        </pc:sldMkLst>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ord">
        <pc:chgData name="Subir Parida" userId="5adae42a5ff17c16" providerId="LiveId" clId="{2570E06C-6CDE-4131-A690-3FA8836EEC55}" dt="2024-01-25T10:10:14.166" v="3421" actId="20577"/>
        <pc:sldMkLst>
          <pc:docMk/>
          <pc:sldMk cId="2695453843" sldId="280"/>
        </pc:sldMkLst>
        <pc:spChg chg="mod">
          <ac:chgData name="Subir Parida" userId="5adae42a5ff17c16" providerId="LiveId" clId="{2570E06C-6CDE-4131-A690-3FA8836EEC55}" dt="2024-01-25T10:10:14.166" v="3421" actId="20577"/>
          <ac:spMkLst>
            <pc:docMk/>
            <pc:sldMk cId="2695453843" sldId="280"/>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mod">
        <pc:chgData name="Subir Parida" userId="5adae42a5ff17c16" providerId="LiveId" clId="{2570E06C-6CDE-4131-A690-3FA8836EEC55}" dt="2024-01-25T10:01:36.789" v="3375" actId="1076"/>
        <pc:sldMkLst>
          <pc:docMk/>
          <pc:sldMk cId="2272852544" sldId="301"/>
        </pc:sldMkLst>
        <pc:spChg chg="add mod">
          <ac:chgData name="Subir Parida" userId="5adae42a5ff17c16" providerId="LiveId" clId="{2570E06C-6CDE-4131-A690-3FA8836EEC55}" dt="2024-01-25T10:01:27.449" v="3373" actId="14100"/>
          <ac:spMkLst>
            <pc:docMk/>
            <pc:sldMk cId="2272852544" sldId="301"/>
            <ac:spMk id="4" creationId="{9BE1CB57-8017-E705-8077-75BF4A2F1E51}"/>
          </ac:spMkLst>
        </pc:spChg>
        <pc:picChg chg="add mod">
          <ac:chgData name="Subir Parida" userId="5adae42a5ff17c16" providerId="LiveId" clId="{2570E06C-6CDE-4131-A690-3FA8836EEC55}" dt="2024-01-25T10:01:36.789" v="3375" actId="1076"/>
          <ac:picMkLst>
            <pc:docMk/>
            <pc:sldMk cId="2272852544" sldId="301"/>
            <ac:picMk id="3" creationId="{9F2369A1-CC39-6758-96D0-930A4E3C27FB}"/>
          </ac:picMkLst>
        </pc:picChg>
      </pc:sldChg>
      <pc:sldChg chg="addSp delSp modSp mod modAnim">
        <pc:chgData name="Subir Parida" userId="5adae42a5ff17c16" providerId="LiveId" clId="{2570E06C-6CDE-4131-A690-3FA8836EEC55}" dt="2024-01-25T10:02:50.237" v="3381" actId="478"/>
        <pc:sldMkLst>
          <pc:docMk/>
          <pc:sldMk cId="2008402149" sldId="302"/>
        </pc:sldMkLst>
        <pc:spChg chg="add mod">
          <ac:chgData name="Subir Parida" userId="5adae42a5ff17c16" providerId="LiveId" clId="{2570E06C-6CDE-4131-A690-3FA8836EEC55}" dt="2024-01-25T09:58:38.646" v="3313" actId="20577"/>
          <ac:spMkLst>
            <pc:docMk/>
            <pc:sldMk cId="2008402149" sldId="302"/>
            <ac:spMk id="4" creationId="{32CDE003-B851-ECBE-FEF7-6BC92C377E20}"/>
          </ac:spMkLst>
        </pc:spChg>
        <pc:picChg chg="add del mod">
          <ac:chgData name="Subir Parida" userId="5adae42a5ff17c16" providerId="LiveId" clId="{2570E06C-6CDE-4131-A690-3FA8836EEC55}" dt="2024-01-25T10:02:50.237" v="3381" actId="478"/>
          <ac:picMkLst>
            <pc:docMk/>
            <pc:sldMk cId="2008402149" sldId="302"/>
            <ac:picMk id="3" creationId="{180253F8-C816-2188-7638-5948064B029D}"/>
          </ac:picMkLst>
        </pc:picChg>
        <pc:picChg chg="add mod">
          <ac:chgData name="Subir Parida" userId="5adae42a5ff17c16" providerId="LiveId" clId="{2570E06C-6CDE-4131-A690-3FA8836EEC55}" dt="2024-01-25T10:02:48.511" v="3380" actId="1076"/>
          <ac:picMkLst>
            <pc:docMk/>
            <pc:sldMk cId="2008402149" sldId="302"/>
            <ac:picMk id="6" creationId="{87F4127A-3AF2-80D3-B4FE-B8C341C77898}"/>
          </ac:picMkLst>
        </pc:picChg>
        <pc:picChg chg="add mod">
          <ac:chgData name="Subir Parida" userId="5adae42a5ff17c16" providerId="LiveId" clId="{2570E06C-6CDE-4131-A690-3FA8836EEC55}" dt="2024-01-25T10:02:48.511" v="3380" actId="1076"/>
          <ac:picMkLst>
            <pc:docMk/>
            <pc:sldMk cId="2008402149" sldId="302"/>
            <ac:picMk id="7" creationId="{E28DCE6A-BAE1-455B-81EB-2F81B9273DFB}"/>
          </ac:picMkLst>
        </pc:picChg>
      </pc:sldChg>
      <pc:sldChg chg="addSp modSp mod">
        <pc:chgData name="Subir Parida" userId="5adae42a5ff17c16" providerId="LiveId" clId="{2570E06C-6CDE-4131-A690-3FA8836EEC55}" dt="2024-01-25T10:00:30.561" v="3330" actId="1076"/>
        <pc:sldMkLst>
          <pc:docMk/>
          <pc:sldMk cId="1378165757" sldId="303"/>
        </pc:sldMkLst>
        <pc:spChg chg="add mod">
          <ac:chgData name="Subir Parida" userId="5adae42a5ff17c16" providerId="LiveId" clId="{2570E06C-6CDE-4131-A690-3FA8836EEC55}" dt="2024-01-25T09:59:38.933" v="3327" actId="14100"/>
          <ac:spMkLst>
            <pc:docMk/>
            <pc:sldMk cId="1378165757" sldId="303"/>
            <ac:spMk id="2" creationId="{54122658-31C2-C339-853B-13A3CE5222DB}"/>
          </ac:spMkLst>
        </pc:spChg>
        <pc:picChg chg="add mod">
          <ac:chgData name="Subir Parida" userId="5adae42a5ff17c16" providerId="LiveId" clId="{2570E06C-6CDE-4131-A690-3FA8836EEC55}" dt="2024-01-25T10:00:30.561" v="3330" actId="1076"/>
          <ac:picMkLst>
            <pc:docMk/>
            <pc:sldMk cId="1378165757" sldId="303"/>
            <ac:picMk id="4" creationId="{5DF3F92C-43FC-6DDE-6E20-2325B7DC75BD}"/>
          </ac:picMkLst>
        </pc:pic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
        <pc:chgData name="Subir Parida" userId="5adae42a5ff17c16" providerId="LiveId" clId="{2570E06C-6CDE-4131-A690-3FA8836EEC55}" dt="2024-01-25T10:11:46.871" v="3444"/>
        <pc:sldMkLst>
          <pc:docMk/>
          <pc:sldMk cId="3474444675" sldId="312"/>
        </pc:sldMkLst>
      </pc:sldChg>
      <pc:sldChg chg="addSp delSp modSp del mod">
        <pc:chgData name="Subir Parida" userId="5adae42a5ff17c16" providerId="LiveId" clId="{2570E06C-6CDE-4131-A690-3FA8836EEC55}" dt="2024-01-25T10:11:40.750" v="3443" actId="2696"/>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
        <pc:chgData name="Subir Parida" userId="5adae42a5ff17c16" providerId="LiveId" clId="{2570E06C-6CDE-4131-A690-3FA8836EEC55}" dt="2024-01-25T10:11:46.871" v="3444"/>
        <pc:sldMkLst>
          <pc:docMk/>
          <pc:sldMk cId="1105541541" sldId="323"/>
        </pc:sldMkLst>
      </pc:sldChg>
      <pc:sldChg chg="addSp delSp modSp add del mod">
        <pc:chgData name="Subir Parida" userId="5adae42a5ff17c16" providerId="LiveId" clId="{2570E06C-6CDE-4131-A690-3FA8836EEC55}" dt="2024-01-25T10:11:40.750" v="3443" actId="2696"/>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del mod">
        <pc:chgData name="Subir Parida" userId="5adae42a5ff17c16" providerId="LiveId" clId="{2570E06C-6CDE-4131-A690-3FA8836EEC55}" dt="2024-01-25T10:11:40.750" v="3443" actId="269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3650051788" sldId="324"/>
        </pc:sldMkLst>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5T18:27:09.970" v="3452"/>
        <pc:sldMkLst>
          <pc:docMk/>
          <pc:sldMk cId="1929167127" sldId="326"/>
        </pc:sldMkLst>
        <pc:graphicFrameChg chg="add del mod">
          <ac:chgData name="Subir Parida" userId="5adae42a5ff17c16" providerId="LiveId" clId="{2570E06C-6CDE-4131-A690-3FA8836EEC55}" dt="2024-01-25T18:27:07.773" v="3449" actId="21"/>
          <ac:graphicFrameMkLst>
            <pc:docMk/>
            <pc:sldMk cId="1929167127" sldId="326"/>
            <ac:graphicFrameMk id="3" creationId="{117EF42D-1639-42F9-5D1B-4DAAFAB80530}"/>
          </ac:graphicFrameMkLst>
        </pc:graphicFrameChg>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4T05:19:25.259" v="3200" actId="21"/>
          <ac:graphicFrameMkLst>
            <pc:docMk/>
            <pc:sldMk cId="1929167127" sldId="326"/>
            <ac:graphicFrameMk id="3" creationId="{711248C3-9498-A88C-5C36-AFE3E0312586}"/>
          </ac:graphicFrameMkLst>
        </pc:graphicFrameChg>
        <pc:graphicFrameChg chg="add del mod">
          <ac:chgData name="Subir Parida" userId="5adae42a5ff17c16" providerId="LiveId" clId="{2570E06C-6CDE-4131-A690-3FA8836EEC55}" dt="2024-01-25T06:07:28.801" v="3229" actId="21"/>
          <ac:graphicFrameMkLst>
            <pc:docMk/>
            <pc:sldMk cId="1929167127" sldId="326"/>
            <ac:graphicFrameMk id="3" creationId="{81CA8887-B1EA-A308-6EC6-7E5616A725A9}"/>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5T18:27:09.970" v="3452"/>
          <ac:graphicFrameMkLst>
            <pc:docMk/>
            <pc:sldMk cId="1929167127" sldId="326"/>
            <ac:graphicFrameMk id="7" creationId="{117EF42D-1639-42F9-5D1B-4DAAFAB80530}"/>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del mod">
          <ac:chgData name="Subir Parida" userId="5adae42a5ff17c16" providerId="LiveId" clId="{2570E06C-6CDE-4131-A690-3FA8836EEC55}" dt="2024-01-25T06:07:30.396" v="3230" actId="478"/>
          <ac:graphicFrameMkLst>
            <pc:docMk/>
            <pc:sldMk cId="1929167127" sldId="326"/>
            <ac:graphicFrameMk id="7" creationId="{711248C3-9498-A88C-5C36-AFE3E0312586}"/>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del">
          <ac:chgData name="Subir Parida" userId="5adae42a5ff17c16" providerId="LiveId" clId="{2570E06C-6CDE-4131-A690-3FA8836EEC55}" dt="2024-01-24T05:19:27.402" v="3201" actId="478"/>
          <ac:graphicFrameMkLst>
            <pc:docMk/>
            <pc:sldMk cId="1929167127" sldId="326"/>
            <ac:graphicFrameMk id="8" creationId="{7C6BEC72-70B4-0C0E-34AD-6338A2971DA8}"/>
          </ac:graphicFrameMkLst>
        </pc:graphicFrameChg>
        <pc:graphicFrameChg chg="add del mod">
          <ac:chgData name="Subir Parida" userId="5adae42a5ff17c16" providerId="LiveId" clId="{2570E06C-6CDE-4131-A690-3FA8836EEC55}" dt="2024-01-25T18:27:09.499" v="3450" actId="478"/>
          <ac:graphicFrameMkLst>
            <pc:docMk/>
            <pc:sldMk cId="1929167127" sldId="326"/>
            <ac:graphicFrameMk id="8" creationId="{81CA8887-B1EA-A308-6EC6-7E5616A725A9}"/>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5T18:27:48.946" v="3459"/>
        <pc:sldMkLst>
          <pc:docMk/>
          <pc:sldMk cId="1280748637" sldId="327"/>
        </pc:sldMkLst>
        <pc:graphicFrameChg chg="add del mod">
          <ac:chgData name="Subir Parida" userId="5adae42a5ff17c16" providerId="LiveId" clId="{2570E06C-6CDE-4131-A690-3FA8836EEC55}" dt="2024-01-24T05:19:39.996" v="3207" actId="21"/>
          <ac:graphicFrameMkLst>
            <pc:docMk/>
            <pc:sldMk cId="1280748637" sldId="327"/>
            <ac:graphicFrameMk id="4" creationId="{08A90534-BEE8-71C3-F528-A9C2A9921BA7}"/>
          </ac:graphicFrameMkLst>
        </pc:graphicFrameChg>
        <pc:graphicFrameChg chg="add del mod">
          <ac:chgData name="Subir Parida" userId="5adae42a5ff17c16" providerId="LiveId" clId="{2570E06C-6CDE-4131-A690-3FA8836EEC55}" dt="2024-01-25T18:27:47.281" v="3456" actId="21"/>
          <ac:graphicFrameMkLst>
            <pc:docMk/>
            <pc:sldMk cId="1280748637" sldId="327"/>
            <ac:graphicFrameMk id="4" creationId="{1293782F-034D-7DEC-866E-1705F461BA24}"/>
          </ac:graphicFrameMkLst>
        </pc:graphicFrameChg>
        <pc:graphicFrameChg chg="add del mod">
          <ac:chgData name="Subir Parida" userId="5adae42a5ff17c16" providerId="LiveId" clId="{2570E06C-6CDE-4131-A690-3FA8836EEC55}" dt="2024-01-25T06:06:54.585" v="3221" actId="21"/>
          <ac:graphicFrameMkLst>
            <pc:docMk/>
            <pc:sldMk cId="1280748637" sldId="327"/>
            <ac:graphicFrameMk id="4" creationId="{41CCD6A3-891D-EEA8-9B0A-908F831AED19}"/>
          </ac:graphicFrameMkLst>
        </pc:graphicFrameChg>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add del mod">
          <ac:chgData name="Subir Parida" userId="5adae42a5ff17c16" providerId="LiveId" clId="{2570E06C-6CDE-4131-A690-3FA8836EEC55}" dt="2024-01-25T18:27:48.538" v="3457" actId="478"/>
          <ac:graphicFrameMkLst>
            <pc:docMk/>
            <pc:sldMk cId="1280748637" sldId="327"/>
            <ac:graphicFrameMk id="5" creationId="{41CCD6A3-891D-EEA8-9B0A-908F831AED19}"/>
          </ac:graphicFrameMkLst>
        </pc:graphicFrameChg>
        <pc:graphicFrameChg chg="del">
          <ac:chgData name="Subir Parida" userId="5adae42a5ff17c16" providerId="LiveId" clId="{2570E06C-6CDE-4131-A690-3FA8836EEC55}" dt="2024-01-24T05:19:41.913" v="3208" actId="478"/>
          <ac:graphicFrameMkLst>
            <pc:docMk/>
            <pc:sldMk cId="1280748637" sldId="327"/>
            <ac:graphicFrameMk id="5" creationId="{B170F1EF-C441-A57D-6ABC-08E5713F70FB}"/>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del mod">
          <ac:chgData name="Subir Parida" userId="5adae42a5ff17c16" providerId="LiveId" clId="{2570E06C-6CDE-4131-A690-3FA8836EEC55}" dt="2024-01-25T06:06:56.142" v="3222" actId="478"/>
          <ac:graphicFrameMkLst>
            <pc:docMk/>
            <pc:sldMk cId="1280748637" sldId="327"/>
            <ac:graphicFrameMk id="7" creationId="{08A90534-BEE8-71C3-F528-A9C2A9921BA7}"/>
          </ac:graphicFrameMkLst>
        </pc:graphicFrameChg>
        <pc:graphicFrameChg chg="add mod">
          <ac:chgData name="Subir Parida" userId="5adae42a5ff17c16" providerId="LiveId" clId="{2570E06C-6CDE-4131-A690-3FA8836EEC55}" dt="2024-01-25T18:27:48.946" v="3459"/>
          <ac:graphicFrameMkLst>
            <pc:docMk/>
            <pc:sldMk cId="1280748637" sldId="327"/>
            <ac:graphicFrameMk id="7" creationId="{1293782F-034D-7DEC-866E-1705F461BA24}"/>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5T18:29:08.096" v="3466"/>
        <pc:sldMkLst>
          <pc:docMk/>
          <pc:sldMk cId="172492322" sldId="328"/>
        </pc:sldMkLst>
        <pc:graphicFrameChg chg="add del mod">
          <ac:chgData name="Subir Parida" userId="5adae42a5ff17c16" providerId="LiveId" clId="{2570E06C-6CDE-4131-A690-3FA8836EEC55}" dt="2024-01-24T05:19:55.509" v="3214" actId="21"/>
          <ac:graphicFrameMkLst>
            <pc:docMk/>
            <pc:sldMk cId="172492322" sldId="328"/>
            <ac:graphicFrameMk id="4" creationId="{074D08EF-9388-BE3C-E488-C33B877435F8}"/>
          </ac:graphicFrameMkLst>
        </pc:graphicFrameChg>
        <pc:graphicFrameChg chg="add del mod">
          <ac:chgData name="Subir Parida" userId="5adae42a5ff17c16" providerId="LiveId" clId="{2570E06C-6CDE-4131-A690-3FA8836EEC55}" dt="2024-01-25T06:08:36.035" v="3236" actId="21"/>
          <ac:graphicFrameMkLst>
            <pc:docMk/>
            <pc:sldMk cId="172492322" sldId="328"/>
            <ac:graphicFrameMk id="4" creationId="{07B6BC36-BA4E-5EFA-8632-600DF8CC1A42}"/>
          </ac:graphicFrameMkLst>
        </pc:graphicFrameChg>
        <pc:graphicFrameChg chg="add del mod">
          <ac:chgData name="Subir Parida" userId="5adae42a5ff17c16" providerId="LiveId" clId="{2570E06C-6CDE-4131-A690-3FA8836EEC55}" dt="2024-01-25T18:29:05.295" v="3463" actId="21"/>
          <ac:graphicFrameMkLst>
            <pc:docMk/>
            <pc:sldMk cId="172492322" sldId="328"/>
            <ac:graphicFrameMk id="4" creationId="{6535C6E0-8F51-BD63-9DD8-D76E203B124F}"/>
          </ac:graphicFrameMkLst>
        </pc:graphicFrameChg>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add del mod">
          <ac:chgData name="Subir Parida" userId="5adae42a5ff17c16" providerId="LiveId" clId="{2570E06C-6CDE-4131-A690-3FA8836EEC55}" dt="2024-01-25T18:29:07.520" v="3464" actId="478"/>
          <ac:graphicFrameMkLst>
            <pc:docMk/>
            <pc:sldMk cId="172492322" sldId="328"/>
            <ac:graphicFrameMk id="5" creationId="{07B6BC36-BA4E-5EFA-8632-600DF8CC1A42}"/>
          </ac:graphicFrameMkLst>
        </pc:graphicFrameChg>
        <pc:graphicFrameChg chg="del">
          <ac:chgData name="Subir Parida" userId="5adae42a5ff17c16" providerId="LiveId" clId="{2570E06C-6CDE-4131-A690-3FA8836EEC55}" dt="2024-01-24T05:19:57.016" v="3215" actId="478"/>
          <ac:graphicFrameMkLst>
            <pc:docMk/>
            <pc:sldMk cId="172492322" sldId="328"/>
            <ac:graphicFrameMk id="5" creationId="{1143C51A-5E17-F58E-42C8-E516EF186E16}"/>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del mod">
          <ac:chgData name="Subir Parida" userId="5adae42a5ff17c16" providerId="LiveId" clId="{2570E06C-6CDE-4131-A690-3FA8836EEC55}" dt="2024-01-25T06:08:37.625" v="3237" actId="478"/>
          <ac:graphicFrameMkLst>
            <pc:docMk/>
            <pc:sldMk cId="172492322" sldId="328"/>
            <ac:graphicFrameMk id="7" creationId="{074D08EF-9388-BE3C-E488-C33B877435F8}"/>
          </ac:graphicFrameMkLst>
        </pc:graphicFrameChg>
        <pc:graphicFrameChg chg="add mod">
          <ac:chgData name="Subir Parida" userId="5adae42a5ff17c16" providerId="LiveId" clId="{2570E06C-6CDE-4131-A690-3FA8836EEC55}" dt="2024-01-25T18:29:08.096" v="3466"/>
          <ac:graphicFrameMkLst>
            <pc:docMk/>
            <pc:sldMk cId="172492322" sldId="328"/>
            <ac:graphicFrameMk id="7" creationId="{6535C6E0-8F51-BD63-9DD8-D76E203B124F}"/>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5T18:31:00.305" v="3524"/>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del mod">
          <ac:chgData name="Subir Parida" userId="5adae42a5ff17c16" providerId="LiveId" clId="{2570E06C-6CDE-4131-A690-3FA8836EEC55}" dt="2024-01-25T18:30:57.884" v="3521" actId="21"/>
          <ac:graphicFrameMkLst>
            <pc:docMk/>
            <pc:sldMk cId="2296389575" sldId="329"/>
            <ac:graphicFrameMk id="7" creationId="{74234C2B-511F-B28A-8C7C-F43A5F7C1C02}"/>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del">
          <ac:chgData name="Subir Parida" userId="5adae42a5ff17c16" providerId="LiveId" clId="{2570E06C-6CDE-4131-A690-3FA8836EEC55}" dt="2024-01-25T18:30:59.768" v="3522" actId="478"/>
          <ac:graphicFrameMkLst>
            <pc:docMk/>
            <pc:sldMk cId="2296389575" sldId="329"/>
            <ac:graphicFrameMk id="9" creationId="{78D77647-6044-750A-CEC5-01CA12E45AFF}"/>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mod">
          <ac:chgData name="Subir Parida" userId="5adae42a5ff17c16" providerId="LiveId" clId="{2570E06C-6CDE-4131-A690-3FA8836EEC55}" dt="2024-01-25T18:31:00.305" v="3524"/>
          <ac:graphicFrameMkLst>
            <pc:docMk/>
            <pc:sldMk cId="2296389575" sldId="329"/>
            <ac:graphicFrameMk id="10" creationId="{74234C2B-511F-B28A-8C7C-F43A5F7C1C02}"/>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5T18:30:13.727" v="3497" actId="207"/>
        <pc:sldMkLst>
          <pc:docMk/>
          <pc:sldMk cId="4092029813" sldId="330"/>
        </pc:sldMkLst>
        <pc:graphicFrameChg chg="add del mod">
          <ac:chgData name="Subir Parida" userId="5adae42a5ff17c16" providerId="LiveId" clId="{2570E06C-6CDE-4131-A690-3FA8836EEC55}" dt="2024-01-25T18:30:07.095" v="3493" actId="21"/>
          <ac:graphicFrameMkLst>
            <pc:docMk/>
            <pc:sldMk cId="4092029813" sldId="330"/>
            <ac:graphicFrameMk id="7" creationId="{25B2E119-74AC-62BA-8ECE-BF8AEF57C686}"/>
          </ac:graphicFrameMkLst>
        </pc:graphicFrameChg>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del">
          <ac:chgData name="Subir Parida" userId="5adae42a5ff17c16" providerId="LiveId" clId="{2570E06C-6CDE-4131-A690-3FA8836EEC55}" dt="2024-01-25T18:30:09.199" v="3494" actId="478"/>
          <ac:graphicFrameMkLst>
            <pc:docMk/>
            <pc:sldMk cId="4092029813" sldId="330"/>
            <ac:graphicFrameMk id="8" creationId="{5281A1BF-D9CE-B5F5-4A3E-4139975FE293}"/>
          </ac:graphicFrameMkLst>
        </pc:graphicFrameChg>
        <pc:graphicFrameChg chg="add mod">
          <ac:chgData name="Subir Parida" userId="5adae42a5ff17c16" providerId="LiveId" clId="{2570E06C-6CDE-4131-A690-3FA8836EEC55}" dt="2024-01-25T18:30:13.727" v="3497" actId="207"/>
          <ac:graphicFrameMkLst>
            <pc:docMk/>
            <pc:sldMk cId="4092029813" sldId="330"/>
            <ac:graphicFrameMk id="9" creationId="{25B2E119-74AC-62BA-8ECE-BF8AEF57C686}"/>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sldChg chg="modSp add mod">
        <pc:chgData name="Subir Parida" userId="5adae42a5ff17c16" providerId="LiveId" clId="{2570E06C-6CDE-4131-A690-3FA8836EEC55}" dt="2024-01-25T10:10:32.261" v="3442" actId="20577"/>
        <pc:sldMkLst>
          <pc:docMk/>
          <pc:sldMk cId="839791897" sldId="331"/>
        </pc:sldMkLst>
        <pc:spChg chg="mod">
          <ac:chgData name="Subir Parida" userId="5adae42a5ff17c16" providerId="LiveId" clId="{2570E06C-6CDE-4131-A690-3FA8836EEC55}" dt="2024-01-25T10:10:32.261" v="3442" actId="20577"/>
          <ac:spMkLst>
            <pc:docMk/>
            <pc:sldMk cId="839791897" sldId="331"/>
            <ac:spMk id="3" creationId="{9DD463F7-D779-AD99-8658-63E73DF978AB}"/>
          </ac:spMkLst>
        </pc:spChg>
      </pc:sldChg>
      <pc:sldChg chg="addSp modSp new mod ord">
        <pc:chgData name="Subir Parida" userId="5adae42a5ff17c16" providerId="LiveId" clId="{2570E06C-6CDE-4131-A690-3FA8836EEC55}" dt="2024-01-29T05:47:36.147" v="3531"/>
        <pc:sldMkLst>
          <pc:docMk/>
          <pc:sldMk cId="2325546674" sldId="332"/>
        </pc:sldMkLst>
        <pc:picChg chg="add mod">
          <ac:chgData name="Subir Parida" userId="5adae42a5ff17c16" providerId="LiveId" clId="{2570E06C-6CDE-4131-A690-3FA8836EEC55}" dt="2024-01-29T05:47:16.105" v="3527" actId="1076"/>
          <ac:picMkLst>
            <pc:docMk/>
            <pc:sldMk cId="2325546674" sldId="332"/>
            <ac:picMk id="3" creationId="{672A8A0C-0754-E422-B5F7-51B3627A332F}"/>
          </ac:picMkLst>
        </pc:picChg>
        <pc:picChg chg="add mod">
          <ac:chgData name="Subir Parida" userId="5adae42a5ff17c16" providerId="LiveId" clId="{2570E06C-6CDE-4131-A690-3FA8836EEC55}" dt="2024-01-29T05:47:33.816" v="3529" actId="1076"/>
          <ac:picMkLst>
            <pc:docMk/>
            <pc:sldMk cId="2325546674" sldId="332"/>
            <ac:picMk id="5" creationId="{67C24720-4167-8739-0B75-581BCD04E4E8}"/>
          </ac:picMkLst>
        </pc:pic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docChgLst>
    <pc:chgData name="Subir Parida" userId="5adae42a5ff17c16" providerId="LiveId" clId="{3151D4FC-1B35-46AE-8CF6-9EF467B00A4D}"/>
    <pc:docChg chg="modSld">
      <pc:chgData name="Subir Parida" userId="5adae42a5ff17c16" providerId="LiveId" clId="{3151D4FC-1B35-46AE-8CF6-9EF467B00A4D}" dt="2024-02-04T16:34:30.993" v="11" actId="1037"/>
      <pc:docMkLst>
        <pc:docMk/>
      </pc:docMkLst>
      <pc:sldChg chg="addSp modSp mod">
        <pc:chgData name="Subir Parida" userId="5adae42a5ff17c16" providerId="LiveId" clId="{3151D4FC-1B35-46AE-8CF6-9EF467B00A4D}" dt="2024-02-04T16:33:16.563" v="2" actId="1076"/>
        <pc:sldMkLst>
          <pc:docMk/>
          <pc:sldMk cId="1929167127" sldId="326"/>
        </pc:sldMkLst>
        <pc:graphicFrameChg chg="add mod">
          <ac:chgData name="Subir Parida" userId="5adae42a5ff17c16" providerId="LiveId" clId="{3151D4FC-1B35-46AE-8CF6-9EF467B00A4D}" dt="2024-02-04T16:33:16.563" v="2" actId="1076"/>
          <ac:graphicFrameMkLst>
            <pc:docMk/>
            <pc:sldMk cId="1929167127" sldId="326"/>
            <ac:graphicFrameMk id="3" creationId="{352DB522-0E8F-8993-4C61-36ADF3098C89}"/>
          </ac:graphicFrameMkLst>
        </pc:graphicFrameChg>
      </pc:sldChg>
      <pc:sldChg chg="addSp modSp mod">
        <pc:chgData name="Subir Parida" userId="5adae42a5ff17c16" providerId="LiveId" clId="{3151D4FC-1B35-46AE-8CF6-9EF467B00A4D}" dt="2024-02-04T16:34:05.096" v="5" actId="1076"/>
        <pc:sldMkLst>
          <pc:docMk/>
          <pc:sldMk cId="1280748637" sldId="327"/>
        </pc:sldMkLst>
        <pc:graphicFrameChg chg="add mod">
          <ac:chgData name="Subir Parida" userId="5adae42a5ff17c16" providerId="LiveId" clId="{3151D4FC-1B35-46AE-8CF6-9EF467B00A4D}" dt="2024-02-04T16:34:05.096" v="5" actId="1076"/>
          <ac:graphicFrameMkLst>
            <pc:docMk/>
            <pc:sldMk cId="1280748637" sldId="327"/>
            <ac:graphicFrameMk id="4" creationId="{7D819D70-7AAF-A399-9B50-CE59FE49B111}"/>
          </ac:graphicFrameMkLst>
        </pc:graphicFrameChg>
      </pc:sldChg>
      <pc:sldChg chg="addSp modSp mod">
        <pc:chgData name="Subir Parida" userId="5adae42a5ff17c16" providerId="LiveId" clId="{3151D4FC-1B35-46AE-8CF6-9EF467B00A4D}" dt="2024-02-04T16:34:30.993" v="11" actId="1037"/>
        <pc:sldMkLst>
          <pc:docMk/>
          <pc:sldMk cId="172492322" sldId="328"/>
        </pc:sldMkLst>
        <pc:graphicFrameChg chg="add mod">
          <ac:chgData name="Subir Parida" userId="5adae42a5ff17c16" providerId="LiveId" clId="{3151D4FC-1B35-46AE-8CF6-9EF467B00A4D}" dt="2024-02-04T16:34:30.993" v="11" actId="1037"/>
          <ac:graphicFrameMkLst>
            <pc:docMk/>
            <pc:sldMk cId="172492322" sldId="328"/>
            <ac:graphicFrameMk id="4" creationId="{E40A3F3F-051D-D697-CEB1-9F1B17AEE38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0.xml"/><Relationship Id="rId1" Type="http://schemas.microsoft.com/office/2011/relationships/chartStyle" Target="style30.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1.xml"/><Relationship Id="rId1" Type="http://schemas.microsoft.com/office/2011/relationships/chartStyle" Target="style31.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2.xml"/><Relationship Id="rId1" Type="http://schemas.microsoft.com/office/2011/relationships/chartStyle" Target="style32.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3.xml"/><Relationship Id="rId1" Type="http://schemas.microsoft.com/office/2011/relationships/chartStyle" Target="style33.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3.xml"/><Relationship Id="rId1" Type="http://schemas.microsoft.com/office/2011/relationships/chartStyle" Target="style43.xml"/></Relationships>
</file>

<file path=ppt/charts/_rels/chart44.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44.xml"/><Relationship Id="rId1" Type="http://schemas.microsoft.com/office/2011/relationships/chartStyle" Target="style44.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5.xml"/><Relationship Id="rId1" Type="http://schemas.microsoft.com/office/2011/relationships/chartStyle" Target="style45.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46.xml"/><Relationship Id="rId1" Type="http://schemas.microsoft.com/office/2011/relationships/chartStyle" Target="style46.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47.xml"/><Relationship Id="rId1" Type="http://schemas.microsoft.com/office/2011/relationships/chartStyle" Target="style47.xml"/></Relationships>
</file>

<file path=ppt/charts/_rels/chart48.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48.xml"/><Relationship Id="rId1" Type="http://schemas.microsoft.com/office/2011/relationships/chartStyle" Target="style48.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49.xml"/><Relationship Id="rId1" Type="http://schemas.microsoft.com/office/2011/relationships/chartStyle" Target="style49.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0.xml"/><Relationship Id="rId1" Type="http://schemas.microsoft.com/office/2011/relationships/chartStyle" Target="style50.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1.xml"/><Relationship Id="rId1" Type="http://schemas.microsoft.com/office/2011/relationships/chartStyle" Target="style51.xml"/></Relationships>
</file>

<file path=ppt/charts/_rels/chart52.xml.rels><?xml version="1.0" encoding="UTF-8" standalone="yes"?>
<Relationships xmlns="http://schemas.openxmlformats.org/package/2006/relationships"><Relationship Id="rId3" Type="http://schemas.openxmlformats.org/officeDocument/2006/relationships/oleObject" Target="file:///H:\subir\celeba_gen_ddpm_ema_dlib2.xlsx" TargetMode="External"/><Relationship Id="rId2" Type="http://schemas.microsoft.com/office/2011/relationships/chartColorStyle" Target="colors52.xml"/><Relationship Id="rId1" Type="http://schemas.microsoft.com/office/2011/relationships/chartStyle" Target="style52.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3.xml"/><Relationship Id="rId1" Type="http://schemas.microsoft.com/office/2011/relationships/chartStyle" Target="style53.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4.xml"/><Relationship Id="rId1" Type="http://schemas.microsoft.com/office/2011/relationships/chartStyle" Target="style54.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5.xml"/><Relationship Id="rId1" Type="http://schemas.microsoft.com/office/2011/relationships/chartStyle" Target="style55.xml"/></Relationships>
</file>

<file path=ppt/charts/_rels/chart56.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56.xml"/><Relationship Id="rId1" Type="http://schemas.microsoft.com/office/2011/relationships/chartStyle" Target="style56.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7.xml"/><Relationship Id="rId1" Type="http://schemas.microsoft.com/office/2011/relationships/chartStyle" Target="style57.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58.xml"/><Relationship Id="rId1" Type="http://schemas.microsoft.com/office/2011/relationships/chartStyle" Target="style58.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59.xml"/><Relationship Id="rId1" Type="http://schemas.microsoft.com/office/2011/relationships/chartStyle" Target="style59.xml"/></Relationships>
</file>

<file path=ppt/charts/_rels/chart60.xml.rels><?xml version="1.0" encoding="UTF-8" standalone="yes"?>
<Relationships xmlns="http://schemas.openxmlformats.org/package/2006/relationships"><Relationship Id="rId3" Type="http://schemas.openxmlformats.org/officeDocument/2006/relationships/oleObject" Target="file:///H:\subir\celeba_gen_ddpm_ema_dlib.xlsx" TargetMode="External"/><Relationship Id="rId2" Type="http://schemas.microsoft.com/office/2011/relationships/chartColorStyle" Target="colors60.xml"/><Relationship Id="rId1" Type="http://schemas.microsoft.com/office/2011/relationships/chartStyle" Target="style60.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1.xml"/><Relationship Id="rId1" Type="http://schemas.microsoft.com/office/2011/relationships/chartStyle" Target="style61.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2.xml"/><Relationship Id="rId1" Type="http://schemas.microsoft.com/office/2011/relationships/chartStyle" Target="style62.xml"/></Relationships>
</file>

<file path=ppt/charts/_rels/chart63.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63.xml"/><Relationship Id="rId1" Type="http://schemas.microsoft.com/office/2011/relationships/chartStyle" Target="style63.xml"/></Relationships>
</file>

<file path=ppt/charts/_rels/chart64.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4.xml"/><Relationship Id="rId1" Type="http://schemas.microsoft.com/office/2011/relationships/chartStyle" Target="style64.xml"/></Relationships>
</file>

<file path=ppt/charts/_rels/chart65.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5.xml"/><Relationship Id="rId1" Type="http://schemas.microsoft.com/office/2011/relationships/chartStyle" Target="style65.xml"/></Relationships>
</file>

<file path=ppt/charts/_rels/chart66.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66.xml"/><Relationship Id="rId1" Type="http://schemas.microsoft.com/office/2011/relationships/chartStyle" Target="style66.xml"/></Relationships>
</file>

<file path=ppt/charts/_rels/chart6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67.xml"/><Relationship Id="rId1" Type="http://schemas.microsoft.com/office/2011/relationships/chartStyle" Target="style67.xml"/></Relationships>
</file>

<file path=ppt/charts/_rels/chart68.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68.xml"/><Relationship Id="rId1" Type="http://schemas.microsoft.com/office/2011/relationships/chartStyle" Target="style68.xml"/></Relationships>
</file>

<file path=ppt/charts/_rels/chart69.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69.xml"/><Relationship Id="rId1" Type="http://schemas.microsoft.com/office/2011/relationships/chartStyle" Target="style69.xml"/></Relationships>
</file>

<file path=ppt/charts/_rels/chart70.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0.xml"/><Relationship Id="rId1" Type="http://schemas.microsoft.com/office/2011/relationships/chartStyle" Target="style70.xml"/></Relationships>
</file>

<file path=ppt/charts/_rels/chart71.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1.xml"/><Relationship Id="rId1" Type="http://schemas.microsoft.com/office/2011/relationships/chartStyle" Target="style71.xml"/></Relationships>
</file>

<file path=ppt/charts/_rels/chart72.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72.xml"/><Relationship Id="rId1" Type="http://schemas.microsoft.com/office/2011/relationships/chartStyle" Target="style72.xml"/></Relationships>
</file>

<file path=ppt/charts/_rels/chart73.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73.xml"/><Relationship Id="rId1" Type="http://schemas.microsoft.com/office/2011/relationships/chartStyle" Target="style73.xml"/></Relationships>
</file>

<file path=ppt/charts/_rels/chart74.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74.xml"/><Relationship Id="rId1" Type="http://schemas.microsoft.com/office/2011/relationships/chartStyle" Target="style74.xml"/></Relationships>
</file>

<file path=ppt/charts/_rels/chart75.xml.rels><?xml version="1.0" encoding="UTF-8" standalone="yes"?>
<Relationships xmlns="http://schemas.openxmlformats.org/package/2006/relationships"><Relationship Id="rId3" Type="http://schemas.openxmlformats.org/officeDocument/2006/relationships/oleObject" Target="file:///H:\subir\fairface_gen_ddpm_ema_dlib.xlsx" TargetMode="External"/><Relationship Id="rId2" Type="http://schemas.microsoft.com/office/2011/relationships/chartColorStyle" Target="colors75.xml"/><Relationship Id="rId1" Type="http://schemas.microsoft.com/office/2011/relationships/chartStyle" Target="style75.xml"/></Relationships>
</file>

<file path=ppt/charts/_rels/chart76.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6.xml"/><Relationship Id="rId1" Type="http://schemas.microsoft.com/office/2011/relationships/chartStyle" Target="style76.xml"/></Relationships>
</file>

<file path=ppt/charts/_rels/chart77.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77.xml"/><Relationship Id="rId1" Type="http://schemas.microsoft.com/office/2011/relationships/chartStyle" Target="style77.xml"/></Relationships>
</file>

<file path=ppt/charts/_rels/chart78.xml.rels><?xml version="1.0" encoding="UTF-8" standalone="yes"?>
<Relationships xmlns="http://schemas.openxmlformats.org/package/2006/relationships"><Relationship Id="rId3" Type="http://schemas.openxmlformats.org/officeDocument/2006/relationships/oleObject" Target="file:///C:\Users\subir\Downloads\github_large\attribute\ddpm-fairface_bal-gen\Book1.xlsx" TargetMode="External"/><Relationship Id="rId2" Type="http://schemas.microsoft.com/office/2011/relationships/chartColorStyle" Target="colors78.xml"/><Relationship Id="rId1" Type="http://schemas.microsoft.com/office/2011/relationships/chartStyle" Target="style78.xml"/></Relationships>
</file>

<file path=ppt/charts/_rels/chart7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79.xml"/><Relationship Id="rId1" Type="http://schemas.microsoft.com/office/2011/relationships/chartStyle" Target="style79.xml"/></Relationships>
</file>

<file path=ppt/charts/_rels/chart80.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0.xml"/><Relationship Id="rId1" Type="http://schemas.microsoft.com/office/2011/relationships/chartStyle" Target="style80.xml"/></Relationships>
</file>

<file path=ppt/charts/_rels/chart81.xml.rels><?xml version="1.0" encoding="UTF-8" standalone="yes"?>
<Relationships xmlns="http://schemas.openxmlformats.org/package/2006/relationships"><Relationship Id="rId3" Type="http://schemas.openxmlformats.org/officeDocument/2006/relationships/oleObject" Target="file:///C:\Users\subir\Downloads\github_large\attribute\ddpm-fairface_bal-gen\Book1.xlsx" TargetMode="External"/><Relationship Id="rId2" Type="http://schemas.microsoft.com/office/2011/relationships/chartColorStyle" Target="colors81.xml"/><Relationship Id="rId1" Type="http://schemas.microsoft.com/office/2011/relationships/chartStyle" Target="style81.xml"/></Relationships>
</file>

<file path=ppt/charts/_rels/chart8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2.xml"/><Relationship Id="rId1" Type="http://schemas.microsoft.com/office/2011/relationships/chartStyle" Target="style82.xml"/></Relationships>
</file>

<file path=ppt/charts/_rels/chart83.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3.xml"/><Relationship Id="rId1" Type="http://schemas.microsoft.com/office/2011/relationships/chartStyle" Target="style83.xml"/></Relationships>
</file>

<file path=ppt/charts/_rels/chart84.xml.rels><?xml version="1.0" encoding="UTF-8" standalone="yes"?>
<Relationships xmlns="http://schemas.openxmlformats.org/package/2006/relationships"><Relationship Id="rId3" Type="http://schemas.openxmlformats.org/officeDocument/2006/relationships/oleObject" Target="file:///C:\Users\subir\Downloads\github_large\attribute\ddpm-fairface_bal-gen\Book1.xlsx" TargetMode="External"/><Relationship Id="rId2" Type="http://schemas.microsoft.com/office/2011/relationships/chartColorStyle" Target="colors84.xml"/><Relationship Id="rId1" Type="http://schemas.microsoft.com/office/2011/relationships/chartStyle" Target="style84.xml"/></Relationships>
</file>

<file path=ppt/charts/_rels/chart8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5.xml"/><Relationship Id="rId1" Type="http://schemas.microsoft.com/office/2011/relationships/chartStyle" Target="style85.xml"/></Relationships>
</file>

<file path=ppt/charts/_rels/chart86.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6.xml"/><Relationship Id="rId1" Type="http://schemas.microsoft.com/office/2011/relationships/chartStyle" Target="style86.xml"/></Relationships>
</file>

<file path=ppt/charts/_rels/chart8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87.xml"/><Relationship Id="rId1" Type="http://schemas.microsoft.com/office/2011/relationships/chartStyle" Target="style87.xml"/></Relationships>
</file>

<file path=ppt/charts/_rels/chart88.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88.xml"/><Relationship Id="rId1" Type="http://schemas.microsoft.com/office/2011/relationships/chartStyle" Target="style8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0-771C-4D49-A5B7-30DFB14DA7A0}"/>
            </c:ext>
          </c:extLst>
        </c:ser>
        <c:dLbls>
          <c:showLegendKey val="0"/>
          <c:showVal val="0"/>
          <c:showCatName val="0"/>
          <c:showSerName val="0"/>
          <c:showPercent val="0"/>
          <c:showBubbleSize val="0"/>
        </c:dLbls>
        <c:gapWidth val="219"/>
        <c:overlap val="-27"/>
        <c:axId val="1231446880"/>
        <c:axId val="2011756288"/>
      </c:barChart>
      <c:catAx>
        <c:axId val="1231446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6288"/>
        <c:crosses val="autoZero"/>
        <c:auto val="1"/>
        <c:lblAlgn val="ctr"/>
        <c:lblOffset val="100"/>
        <c:noMultiLvlLbl val="0"/>
      </c:catAx>
      <c:valAx>
        <c:axId val="20117562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14468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0-E6D4-4D69-A560-26BBBECD76AF}"/>
            </c:ext>
          </c:extLst>
        </c:ser>
        <c:dLbls>
          <c:showLegendKey val="0"/>
          <c:showVal val="0"/>
          <c:showCatName val="0"/>
          <c:showSerName val="0"/>
          <c:showPercent val="0"/>
          <c:showBubbleSize val="0"/>
        </c:dLbls>
        <c:gapWidth val="219"/>
        <c:overlap val="-27"/>
        <c:axId val="2054732448"/>
        <c:axId val="2011759264"/>
      </c:barChart>
      <c:catAx>
        <c:axId val="20547324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11759264"/>
        <c:crosses val="autoZero"/>
        <c:auto val="1"/>
        <c:lblAlgn val="ctr"/>
        <c:lblOffset val="100"/>
        <c:noMultiLvlLbl val="0"/>
      </c:catAx>
      <c:valAx>
        <c:axId val="20117592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324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00-59DF-4B95-B0A1-9A55F419ABA7}"/>
            </c:ext>
          </c:extLst>
        </c:ser>
        <c:dLbls>
          <c:showLegendKey val="0"/>
          <c:showVal val="0"/>
          <c:showCatName val="0"/>
          <c:showSerName val="0"/>
          <c:showPercent val="0"/>
          <c:showBubbleSize val="0"/>
        </c:dLbls>
        <c:gapWidth val="219"/>
        <c:overlap val="-27"/>
        <c:axId val="2054725248"/>
        <c:axId val="2033633360"/>
      </c:barChart>
      <c:catAx>
        <c:axId val="2054725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3633360"/>
        <c:crosses val="autoZero"/>
        <c:auto val="1"/>
        <c:lblAlgn val="ctr"/>
        <c:lblOffset val="100"/>
        <c:noMultiLvlLbl val="0"/>
      </c:catAx>
      <c:valAx>
        <c:axId val="2033633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252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2E7F-4E45-A95A-9F33DBA25339}"/>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5"/>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3190-4BB0-B78D-B3FC50083D41}"/>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0-FB34-4DCD-BE2F-E26C1AFD844B}"/>
            </c:ext>
          </c:extLst>
        </c:ser>
        <c:dLbls>
          <c:showLegendKey val="0"/>
          <c:showVal val="0"/>
          <c:showCatName val="0"/>
          <c:showSerName val="0"/>
          <c:showPercent val="0"/>
          <c:showBubbleSize val="0"/>
        </c:dLbls>
        <c:gapWidth val="219"/>
        <c:overlap val="-27"/>
        <c:axId val="1904463296"/>
        <c:axId val="1894320416"/>
      </c:barChart>
      <c:catAx>
        <c:axId val="19044632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20416"/>
        <c:crosses val="autoZero"/>
        <c:auto val="1"/>
        <c:lblAlgn val="ctr"/>
        <c:lblOffset val="100"/>
        <c:noMultiLvlLbl val="0"/>
      </c:catAx>
      <c:valAx>
        <c:axId val="18943204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6329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0-EC36-4851-AC12-E40C5662BE6B}"/>
            </c:ext>
          </c:extLst>
        </c:ser>
        <c:dLbls>
          <c:showLegendKey val="0"/>
          <c:showVal val="0"/>
          <c:showCatName val="0"/>
          <c:showSerName val="0"/>
          <c:showPercent val="0"/>
          <c:showBubbleSize val="0"/>
        </c:dLbls>
        <c:gapWidth val="219"/>
        <c:overlap val="-27"/>
        <c:axId val="1771634112"/>
        <c:axId val="1892358432"/>
      </c:barChart>
      <c:catAx>
        <c:axId val="17716341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2358432"/>
        <c:crosses val="autoZero"/>
        <c:auto val="1"/>
        <c:lblAlgn val="ctr"/>
        <c:lblOffset val="100"/>
        <c:noMultiLvlLbl val="0"/>
      </c:catAx>
      <c:valAx>
        <c:axId val="1892358432"/>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16341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00-8CF9-4E1B-96BE-3D4D9238FFB5}"/>
            </c:ext>
          </c:extLst>
        </c:ser>
        <c:dLbls>
          <c:showLegendKey val="0"/>
          <c:showVal val="0"/>
          <c:showCatName val="0"/>
          <c:showSerName val="0"/>
          <c:showPercent val="0"/>
          <c:showBubbleSize val="0"/>
        </c:dLbls>
        <c:gapWidth val="219"/>
        <c:overlap val="-27"/>
        <c:axId val="1904456576"/>
        <c:axId val="1855436208"/>
      </c:barChart>
      <c:catAx>
        <c:axId val="19044565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36208"/>
        <c:crosses val="autoZero"/>
        <c:auto val="1"/>
        <c:lblAlgn val="ctr"/>
        <c:lblOffset val="100"/>
        <c:noMultiLvlLbl val="0"/>
      </c:catAx>
      <c:valAx>
        <c:axId val="18554362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044565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7072-475E-84F2-64422627C40B}"/>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BC79-49CC-94C4-55214580397D}"/>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00-DE06-44AD-B6CF-07970F049393}"/>
            </c:ext>
          </c:extLst>
        </c:ser>
        <c:dLbls>
          <c:showLegendKey val="0"/>
          <c:showVal val="0"/>
          <c:showCatName val="0"/>
          <c:showSerName val="0"/>
          <c:showPercent val="0"/>
          <c:showBubbleSize val="0"/>
        </c:dLbls>
        <c:gapWidth val="219"/>
        <c:overlap val="-27"/>
        <c:axId val="832809216"/>
        <c:axId val="1444121712"/>
      </c:barChart>
      <c:catAx>
        <c:axId val="83280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121712"/>
        <c:crosses val="autoZero"/>
        <c:auto val="1"/>
        <c:lblAlgn val="ctr"/>
        <c:lblOffset val="100"/>
        <c:noMultiLvlLbl val="0"/>
      </c:catAx>
      <c:valAx>
        <c:axId val="144412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328092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0-E966-4EBB-8734-E07A809118DE}"/>
            </c:ext>
          </c:extLst>
        </c:ser>
        <c:dLbls>
          <c:showLegendKey val="0"/>
          <c:showVal val="0"/>
          <c:showCatName val="0"/>
          <c:showSerName val="0"/>
          <c:showPercent val="0"/>
          <c:showBubbleSize val="0"/>
        </c:dLbls>
        <c:gapWidth val="219"/>
        <c:overlap val="-27"/>
        <c:axId val="1238960656"/>
        <c:axId val="1184552288"/>
      </c:barChart>
      <c:catAx>
        <c:axId val="12389606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84552288"/>
        <c:crosses val="autoZero"/>
        <c:auto val="1"/>
        <c:lblAlgn val="ctr"/>
        <c:lblOffset val="100"/>
        <c:noMultiLvlLbl val="0"/>
      </c:catAx>
      <c:valAx>
        <c:axId val="118455228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6065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0-2119-45E9-8042-0612F7C009F7}"/>
            </c:ext>
          </c:extLst>
        </c:ser>
        <c:dLbls>
          <c:showLegendKey val="0"/>
          <c:showVal val="0"/>
          <c:showCatName val="0"/>
          <c:showSerName val="0"/>
          <c:showPercent val="0"/>
          <c:showBubbleSize val="0"/>
        </c:dLbls>
        <c:gapWidth val="219"/>
        <c:overlap val="-27"/>
        <c:axId val="1251717680"/>
        <c:axId val="1248140960"/>
      </c:barChart>
      <c:catAx>
        <c:axId val="125171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8140960"/>
        <c:crosses val="autoZero"/>
        <c:auto val="1"/>
        <c:lblAlgn val="ctr"/>
        <c:lblOffset val="100"/>
        <c:noMultiLvlLbl val="0"/>
      </c:catAx>
      <c:valAx>
        <c:axId val="1248140960"/>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51717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E2E5-41E9-849E-05AA471BB641}"/>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5BE4-43F2-A7B6-C5E8AFDAC6FF}"/>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Sheet5!$E$2</c:f>
              <c:strCache>
                <c:ptCount val="1"/>
                <c:pt idx="0">
                  <c:v>Age</c:v>
                </c:pt>
              </c:strCache>
            </c:strRef>
          </c:tx>
          <c:spPr>
            <a:solidFill>
              <a:schemeClr val="accent1"/>
            </a:solidFill>
            <a:ln>
              <a:noFill/>
            </a:ln>
            <a:effectLst/>
          </c:spPr>
          <c:invertIfNegative val="0"/>
          <c:cat>
            <c:strRef>
              <c:f>Sheet5!$D$3:$D$10</c:f>
              <c:strCache>
                <c:ptCount val="8"/>
                <c:pt idx="0">
                  <c:v>03-09_</c:v>
                </c:pt>
                <c:pt idx="1">
                  <c:v>10-19_</c:v>
                </c:pt>
                <c:pt idx="2">
                  <c:v>20-29</c:v>
                </c:pt>
                <c:pt idx="3">
                  <c:v>30-39</c:v>
                </c:pt>
                <c:pt idx="4">
                  <c:v>40-49</c:v>
                </c:pt>
                <c:pt idx="5">
                  <c:v>50-59</c:v>
                </c:pt>
                <c:pt idx="6">
                  <c:v>60-69</c:v>
                </c:pt>
                <c:pt idx="7">
                  <c:v>70+</c:v>
                </c:pt>
              </c:strCache>
            </c:strRef>
          </c:cat>
          <c:val>
            <c:numRef>
              <c:f>Sheet5!$E$3:$E$10</c:f>
              <c:numCache>
                <c:formatCode>General</c:formatCode>
                <c:ptCount val="8"/>
                <c:pt idx="0">
                  <c:v>7</c:v>
                </c:pt>
                <c:pt idx="1">
                  <c:v>54</c:v>
                </c:pt>
                <c:pt idx="2">
                  <c:v>1661</c:v>
                </c:pt>
                <c:pt idx="3">
                  <c:v>294</c:v>
                </c:pt>
                <c:pt idx="4">
                  <c:v>46</c:v>
                </c:pt>
                <c:pt idx="5">
                  <c:v>19</c:v>
                </c:pt>
                <c:pt idx="6">
                  <c:v>4</c:v>
                </c:pt>
                <c:pt idx="7">
                  <c:v>1</c:v>
                </c:pt>
              </c:numCache>
            </c:numRef>
          </c:val>
          <c:extLst>
            <c:ext xmlns:c16="http://schemas.microsoft.com/office/drawing/2014/chart" uri="{C3380CC4-5D6E-409C-BE32-E72D297353CC}">
              <c16:uniqueId val="{00000000-82AA-477C-BD91-9DABCDEA9DF0}"/>
            </c:ext>
          </c:extLst>
        </c:ser>
        <c:dLbls>
          <c:showLegendKey val="0"/>
          <c:showVal val="0"/>
          <c:showCatName val="0"/>
          <c:showSerName val="0"/>
          <c:showPercent val="0"/>
          <c:showBubbleSize val="0"/>
        </c:dLbls>
        <c:gapWidth val="219"/>
        <c:overlap val="-27"/>
        <c:axId val="1392458304"/>
        <c:axId val="1392461632"/>
      </c:barChart>
      <c:catAx>
        <c:axId val="13924583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2461632"/>
        <c:crosses val="autoZero"/>
        <c:auto val="1"/>
        <c:lblAlgn val="ctr"/>
        <c:lblOffset val="100"/>
        <c:noMultiLvlLbl val="0"/>
      </c:catAx>
      <c:valAx>
        <c:axId val="13924616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245830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3284711286089239"/>
          <c:y val="2.7777777777777776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1479</c:v>
                </c:pt>
                <c:pt idx="1">
                  <c:v>607</c:v>
                </c:pt>
              </c:numCache>
            </c:numRef>
          </c:val>
          <c:extLst>
            <c:ext xmlns:c16="http://schemas.microsoft.com/office/drawing/2014/chart" uri="{C3380CC4-5D6E-409C-BE32-E72D297353CC}">
              <c16:uniqueId val="{00000000-89E0-483F-8BA7-980767A92090}"/>
            </c:ext>
          </c:extLst>
        </c:ser>
        <c:dLbls>
          <c:showLegendKey val="0"/>
          <c:showVal val="0"/>
          <c:showCatName val="0"/>
          <c:showSerName val="0"/>
          <c:showPercent val="0"/>
          <c:showBubbleSize val="0"/>
        </c:dLbls>
        <c:gapWidth val="219"/>
        <c:overlap val="-27"/>
        <c:axId val="1424908800"/>
        <c:axId val="1424911296"/>
      </c:barChart>
      <c:catAx>
        <c:axId val="14249088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24911296"/>
        <c:crosses val="autoZero"/>
        <c:auto val="1"/>
        <c:lblAlgn val="ctr"/>
        <c:lblOffset val="100"/>
        <c:noMultiLvlLbl val="0"/>
      </c:catAx>
      <c:valAx>
        <c:axId val="14249112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2490880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106</c:v>
                </c:pt>
                <c:pt idx="1">
                  <c:v>77</c:v>
                </c:pt>
                <c:pt idx="2">
                  <c:v>43</c:v>
                </c:pt>
                <c:pt idx="3">
                  <c:v>1860</c:v>
                </c:pt>
              </c:numCache>
            </c:numRef>
          </c:val>
          <c:extLst>
            <c:ext xmlns:c16="http://schemas.microsoft.com/office/drawing/2014/chart" uri="{C3380CC4-5D6E-409C-BE32-E72D297353CC}">
              <c16:uniqueId val="{00000000-9FAF-4CDB-B2A6-998003127304}"/>
            </c:ext>
          </c:extLst>
        </c:ser>
        <c:dLbls>
          <c:showLegendKey val="0"/>
          <c:showVal val="0"/>
          <c:showCatName val="0"/>
          <c:showSerName val="0"/>
          <c:showPercent val="0"/>
          <c:showBubbleSize val="0"/>
        </c:dLbls>
        <c:gapWidth val="219"/>
        <c:overlap val="-27"/>
        <c:axId val="1391882704"/>
        <c:axId val="1391885616"/>
      </c:barChart>
      <c:catAx>
        <c:axId val="13918827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1885616"/>
        <c:crosses val="autoZero"/>
        <c:auto val="1"/>
        <c:lblAlgn val="ctr"/>
        <c:lblOffset val="100"/>
        <c:noMultiLvlLbl val="0"/>
      </c:catAx>
      <c:valAx>
        <c:axId val="13918856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9188270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[celeba_gen_ddpm_ema_dlib.xlsx]Sheet7!PivotTable2</c:name>
    <c:fmtId val="5"/>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81</c:v>
                </c:pt>
                <c:pt idx="1">
                  <c:v>25</c:v>
                </c:pt>
                <c:pt idx="2">
                  <c:v>32</c:v>
                </c:pt>
                <c:pt idx="3">
                  <c:v>45</c:v>
                </c:pt>
                <c:pt idx="4">
                  <c:v>23</c:v>
                </c:pt>
                <c:pt idx="5">
                  <c:v>20</c:v>
                </c:pt>
                <c:pt idx="6">
                  <c:v>1343</c:v>
                </c:pt>
                <c:pt idx="7">
                  <c:v>517</c:v>
                </c:pt>
              </c:numCache>
            </c:numRef>
          </c:val>
          <c:extLst>
            <c:ext xmlns:c16="http://schemas.microsoft.com/office/drawing/2014/chart" uri="{C3380CC4-5D6E-409C-BE32-E72D297353CC}">
              <c16:uniqueId val="{00000000-4D20-4310-9154-DFAC1CBC0AE2}"/>
            </c:ext>
          </c:extLst>
        </c:ser>
        <c:dLbls>
          <c:showLegendKey val="0"/>
          <c:showVal val="0"/>
          <c:showCatName val="0"/>
          <c:showSerName val="0"/>
          <c:showPercent val="0"/>
          <c:showBubbleSize val="0"/>
        </c:dLbls>
        <c:gapWidth val="219"/>
        <c:overlap val="-27"/>
        <c:axId val="71286352"/>
        <c:axId val="71288432"/>
      </c:barChart>
      <c:catAx>
        <c:axId val="7128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8432"/>
        <c:crosses val="autoZero"/>
        <c:auto val="1"/>
        <c:lblAlgn val="ctr"/>
        <c:lblOffset val="100"/>
        <c:noMultiLvlLbl val="0"/>
      </c:catAx>
      <c:valAx>
        <c:axId val="712884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63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[celeba_gen_ddpm_ema_dlib.xlsx]Sheet6!PivotTable1</c:name>
    <c:fmtId val="6"/>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81</c:v>
                </c:pt>
                <c:pt idx="1">
                  <c:v>32</c:v>
                </c:pt>
                <c:pt idx="2">
                  <c:v>23</c:v>
                </c:pt>
                <c:pt idx="3">
                  <c:v>1343</c:v>
                </c:pt>
                <c:pt idx="4">
                  <c:v>25</c:v>
                </c:pt>
                <c:pt idx="5">
                  <c:v>45</c:v>
                </c:pt>
                <c:pt idx="6">
                  <c:v>20</c:v>
                </c:pt>
                <c:pt idx="7">
                  <c:v>517</c:v>
                </c:pt>
              </c:numCache>
            </c:numRef>
          </c:val>
          <c:extLst>
            <c:ext xmlns:c16="http://schemas.microsoft.com/office/drawing/2014/chart" uri="{C3380CC4-5D6E-409C-BE32-E72D297353CC}">
              <c16:uniqueId val="{00000000-9749-4C3B-98A5-208BB29C48DF}"/>
            </c:ext>
          </c:extLst>
        </c:ser>
        <c:dLbls>
          <c:showLegendKey val="0"/>
          <c:showVal val="0"/>
          <c:showCatName val="0"/>
          <c:showSerName val="0"/>
          <c:showPercent val="0"/>
          <c:showBubbleSize val="0"/>
        </c:dLbls>
        <c:gapWidth val="219"/>
        <c:overlap val="-27"/>
        <c:axId val="71291760"/>
        <c:axId val="71290928"/>
      </c:barChart>
      <c:catAx>
        <c:axId val="712917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0928"/>
        <c:crosses val="autoZero"/>
        <c:auto val="1"/>
        <c:lblAlgn val="ctr"/>
        <c:lblOffset val="100"/>
        <c:noMultiLvlLbl val="0"/>
      </c:catAx>
      <c:valAx>
        <c:axId val="712909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176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[fairface_gen_ddpm_ema_dlib.xlsx]Sheet2!PivotTable1</c:name>
    <c:fmtId val="1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Race4</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Sheet2!$B$3</c:f>
              <c:strCache>
                <c:ptCount val="1"/>
                <c:pt idx="0">
                  <c:v>Total</c:v>
                </c:pt>
              </c:strCache>
            </c:strRef>
          </c:tx>
          <c:spPr>
            <a:solidFill>
              <a:schemeClr val="accent1"/>
            </a:solidFill>
            <a:ln>
              <a:noFill/>
            </a:ln>
            <a:effectLst/>
          </c:spPr>
          <c:invertIfNegative val="0"/>
          <c:cat>
            <c:strRef>
              <c:f>Sheet2!$A$4:$A$8</c:f>
              <c:strCache>
                <c:ptCount val="4"/>
                <c:pt idx="0">
                  <c:v>Asian</c:v>
                </c:pt>
                <c:pt idx="1">
                  <c:v>Black</c:v>
                </c:pt>
                <c:pt idx="2">
                  <c:v>Indian</c:v>
                </c:pt>
                <c:pt idx="3">
                  <c:v>White</c:v>
                </c:pt>
              </c:strCache>
            </c:strRef>
          </c:cat>
          <c:val>
            <c:numRef>
              <c:f>Sheet2!$B$4:$B$8</c:f>
              <c:numCache>
                <c:formatCode>General</c:formatCode>
                <c:ptCount val="4"/>
                <c:pt idx="0">
                  <c:v>415</c:v>
                </c:pt>
                <c:pt idx="1">
                  <c:v>92</c:v>
                </c:pt>
                <c:pt idx="2">
                  <c:v>107</c:v>
                </c:pt>
                <c:pt idx="3">
                  <c:v>632</c:v>
                </c:pt>
              </c:numCache>
            </c:numRef>
          </c:val>
          <c:extLst>
            <c:ext xmlns:c16="http://schemas.microsoft.com/office/drawing/2014/chart" uri="{C3380CC4-5D6E-409C-BE32-E72D297353CC}">
              <c16:uniqueId val="{00000000-E1C8-4197-86FB-0FEDFCBDBE56}"/>
            </c:ext>
          </c:extLst>
        </c:ser>
        <c:dLbls>
          <c:showLegendKey val="0"/>
          <c:showVal val="0"/>
          <c:showCatName val="0"/>
          <c:showSerName val="0"/>
          <c:showPercent val="0"/>
          <c:showBubbleSize val="0"/>
        </c:dLbls>
        <c:gapWidth val="219"/>
        <c:overlap val="-27"/>
        <c:axId val="573494047"/>
        <c:axId val="573496959"/>
      </c:barChart>
      <c:catAx>
        <c:axId val="5734940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3496959"/>
        <c:crosses val="autoZero"/>
        <c:auto val="1"/>
        <c:lblAlgn val="ctr"/>
        <c:lblOffset val="100"/>
        <c:noMultiLvlLbl val="0"/>
      </c:catAx>
      <c:valAx>
        <c:axId val="57349695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349404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[fairface_gen_ddpm_ema_dlib.xlsx]Sheet3!PivotTable2</c:name>
    <c:fmtId val="14"/>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Gender</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strRef>
              <c:f>Sheet3!$A$4:$A$6</c:f>
              <c:strCache>
                <c:ptCount val="2"/>
                <c:pt idx="0">
                  <c:v>Female</c:v>
                </c:pt>
                <c:pt idx="1">
                  <c:v>Male</c:v>
                </c:pt>
              </c:strCache>
            </c:strRef>
          </c:cat>
          <c:val>
            <c:numRef>
              <c:f>Sheet3!$B$4:$B$6</c:f>
              <c:numCache>
                <c:formatCode>General</c:formatCode>
                <c:ptCount val="2"/>
                <c:pt idx="0">
                  <c:v>727</c:v>
                </c:pt>
                <c:pt idx="1">
                  <c:v>519</c:v>
                </c:pt>
              </c:numCache>
            </c:numRef>
          </c:val>
          <c:extLst>
            <c:ext xmlns:c16="http://schemas.microsoft.com/office/drawing/2014/chart" uri="{C3380CC4-5D6E-409C-BE32-E72D297353CC}">
              <c16:uniqueId val="{00000000-9A36-49D4-976F-90E6B6C70F22}"/>
            </c:ext>
          </c:extLst>
        </c:ser>
        <c:dLbls>
          <c:showLegendKey val="0"/>
          <c:showVal val="0"/>
          <c:showCatName val="0"/>
          <c:showSerName val="0"/>
          <c:showPercent val="0"/>
          <c:showBubbleSize val="0"/>
        </c:dLbls>
        <c:gapWidth val="219"/>
        <c:overlap val="-27"/>
        <c:axId val="573496127"/>
        <c:axId val="573502367"/>
      </c:barChart>
      <c:catAx>
        <c:axId val="57349612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3502367"/>
        <c:crosses val="autoZero"/>
        <c:auto val="1"/>
        <c:lblAlgn val="ctr"/>
        <c:lblOffset val="100"/>
        <c:noMultiLvlLbl val="0"/>
      </c:catAx>
      <c:valAx>
        <c:axId val="57350236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349612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[fairface_gen_ddpm_ema_dlib.xlsx]Sheet4!PivotTable3</c:name>
    <c:fmtId val="1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Sheet4!$B$3</c:f>
              <c:strCache>
                <c:ptCount val="1"/>
                <c:pt idx="0">
                  <c:v>Total</c:v>
                </c:pt>
              </c:strCache>
            </c:strRef>
          </c:tx>
          <c:spPr>
            <a:solidFill>
              <a:schemeClr val="accent1"/>
            </a:solidFill>
            <a:ln>
              <a:noFill/>
            </a:ln>
            <a:effectLst/>
          </c:spPr>
          <c:invertIfNegative val="0"/>
          <c:cat>
            <c:strRef>
              <c:f>Sheet4!$A$4:$A$13</c:f>
              <c:strCache>
                <c:ptCount val="9"/>
                <c:pt idx="0">
                  <c:v>0-2</c:v>
                </c:pt>
                <c:pt idx="1">
                  <c:v>10-19</c:v>
                </c:pt>
                <c:pt idx="2">
                  <c:v>20-29</c:v>
                </c:pt>
                <c:pt idx="3">
                  <c:v>30-39</c:v>
                </c:pt>
                <c:pt idx="4">
                  <c:v>3-9</c:v>
                </c:pt>
                <c:pt idx="5">
                  <c:v>40-49</c:v>
                </c:pt>
                <c:pt idx="6">
                  <c:v>50-59</c:v>
                </c:pt>
                <c:pt idx="7">
                  <c:v>60-69</c:v>
                </c:pt>
                <c:pt idx="8">
                  <c:v>70+</c:v>
                </c:pt>
              </c:strCache>
            </c:strRef>
          </c:cat>
          <c:val>
            <c:numRef>
              <c:f>Sheet4!$B$4:$B$13</c:f>
              <c:numCache>
                <c:formatCode>General</c:formatCode>
                <c:ptCount val="9"/>
                <c:pt idx="0">
                  <c:v>9</c:v>
                </c:pt>
                <c:pt idx="1">
                  <c:v>230</c:v>
                </c:pt>
                <c:pt idx="2">
                  <c:v>563</c:v>
                </c:pt>
                <c:pt idx="3">
                  <c:v>202</c:v>
                </c:pt>
                <c:pt idx="4">
                  <c:v>145</c:v>
                </c:pt>
                <c:pt idx="5">
                  <c:v>73</c:v>
                </c:pt>
                <c:pt idx="6">
                  <c:v>18</c:v>
                </c:pt>
                <c:pt idx="7">
                  <c:v>5</c:v>
                </c:pt>
                <c:pt idx="8">
                  <c:v>1</c:v>
                </c:pt>
              </c:numCache>
            </c:numRef>
          </c:val>
          <c:extLst>
            <c:ext xmlns:c16="http://schemas.microsoft.com/office/drawing/2014/chart" uri="{C3380CC4-5D6E-409C-BE32-E72D297353CC}">
              <c16:uniqueId val="{00000000-269F-483E-9CF3-1AC688FC022F}"/>
            </c:ext>
          </c:extLst>
        </c:ser>
        <c:dLbls>
          <c:showLegendKey val="0"/>
          <c:showVal val="0"/>
          <c:showCatName val="0"/>
          <c:showSerName val="0"/>
          <c:showPercent val="0"/>
          <c:showBubbleSize val="0"/>
        </c:dLbls>
        <c:gapWidth val="219"/>
        <c:overlap val="-27"/>
        <c:axId val="663773967"/>
        <c:axId val="663772303"/>
      </c:barChart>
      <c:catAx>
        <c:axId val="66377396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3772303"/>
        <c:crosses val="autoZero"/>
        <c:auto val="1"/>
        <c:lblAlgn val="ctr"/>
        <c:lblOffset val="100"/>
        <c:noMultiLvlLbl val="0"/>
      </c:catAx>
      <c:valAx>
        <c:axId val="66377230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377396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[fairface_gen_ddpm_ema_dlib.xlsx]Sheet5!PivotTable4</c:name>
    <c:fmtId val="14"/>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246</c:v>
                </c:pt>
                <c:pt idx="1">
                  <c:v>169</c:v>
                </c:pt>
                <c:pt idx="2">
                  <c:v>60</c:v>
                </c:pt>
                <c:pt idx="3">
                  <c:v>32</c:v>
                </c:pt>
                <c:pt idx="4">
                  <c:v>58</c:v>
                </c:pt>
                <c:pt idx="5">
                  <c:v>49</c:v>
                </c:pt>
                <c:pt idx="6">
                  <c:v>363</c:v>
                </c:pt>
                <c:pt idx="7">
                  <c:v>269</c:v>
                </c:pt>
              </c:numCache>
            </c:numRef>
          </c:val>
          <c:extLst>
            <c:ext xmlns:c16="http://schemas.microsoft.com/office/drawing/2014/chart" uri="{C3380CC4-5D6E-409C-BE32-E72D297353CC}">
              <c16:uniqueId val="{00000000-E534-4071-AC77-1779F9334DD7}"/>
            </c:ext>
          </c:extLst>
        </c:ser>
        <c:dLbls>
          <c:showLegendKey val="0"/>
          <c:showVal val="0"/>
          <c:showCatName val="0"/>
          <c:showSerName val="0"/>
          <c:showPercent val="0"/>
          <c:showBubbleSize val="0"/>
        </c:dLbls>
        <c:gapWidth val="219"/>
        <c:overlap val="-27"/>
        <c:axId val="87567920"/>
        <c:axId val="87577072"/>
      </c:barChart>
      <c:catAx>
        <c:axId val="87567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77072"/>
        <c:crosses val="autoZero"/>
        <c:auto val="1"/>
        <c:lblAlgn val="ctr"/>
        <c:lblOffset val="100"/>
        <c:noMultiLvlLbl val="0"/>
      </c:catAx>
      <c:valAx>
        <c:axId val="875770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679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[fairface_gen_ddpm_ema_dlib.xlsx]Sheet6!PivotTable5</c:name>
    <c:fmtId val="12"/>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246</c:v>
                </c:pt>
                <c:pt idx="1">
                  <c:v>60</c:v>
                </c:pt>
                <c:pt idx="2">
                  <c:v>58</c:v>
                </c:pt>
                <c:pt idx="3">
                  <c:v>363</c:v>
                </c:pt>
                <c:pt idx="4">
                  <c:v>169</c:v>
                </c:pt>
                <c:pt idx="5">
                  <c:v>32</c:v>
                </c:pt>
                <c:pt idx="6">
                  <c:v>49</c:v>
                </c:pt>
                <c:pt idx="7">
                  <c:v>269</c:v>
                </c:pt>
              </c:numCache>
            </c:numRef>
          </c:val>
          <c:extLst>
            <c:ext xmlns:c16="http://schemas.microsoft.com/office/drawing/2014/chart" uri="{C3380CC4-5D6E-409C-BE32-E72D297353CC}">
              <c16:uniqueId val="{00000000-9B60-4DD6-9374-8F9F25350297}"/>
            </c:ext>
          </c:extLst>
        </c:ser>
        <c:dLbls>
          <c:showLegendKey val="0"/>
          <c:showVal val="0"/>
          <c:showCatName val="0"/>
          <c:showSerName val="0"/>
          <c:showPercent val="0"/>
          <c:showBubbleSize val="0"/>
        </c:dLbls>
        <c:gapWidth val="219"/>
        <c:overlap val="-27"/>
        <c:axId val="159561664"/>
        <c:axId val="159563328"/>
      </c:barChart>
      <c:catAx>
        <c:axId val="159561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3328"/>
        <c:crosses val="autoZero"/>
        <c:auto val="1"/>
        <c:lblAlgn val="ctr"/>
        <c:lblOffset val="100"/>
        <c:noMultiLvlLbl val="0"/>
      </c:catAx>
      <c:valAx>
        <c:axId val="1595633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1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0-E7F7-4F1B-A72D-7453709C9F8B}"/>
            </c:ext>
          </c:extLst>
        </c:ser>
        <c:dLbls>
          <c:showLegendKey val="0"/>
          <c:showVal val="0"/>
          <c:showCatName val="0"/>
          <c:showSerName val="0"/>
          <c:showPercent val="0"/>
          <c:showBubbleSize val="0"/>
        </c:dLbls>
        <c:gapWidth val="219"/>
        <c:overlap val="-27"/>
        <c:axId val="238826080"/>
        <c:axId val="23787360"/>
      </c:barChart>
      <c:catAx>
        <c:axId val="238826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787360"/>
        <c:crosses val="autoZero"/>
        <c:auto val="1"/>
        <c:lblAlgn val="ctr"/>
        <c:lblOffset val="100"/>
        <c:noMultiLvlLbl val="0"/>
      </c:catAx>
      <c:valAx>
        <c:axId val="23787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60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0-8F25-4CCA-9C1A-571E144508BE}"/>
            </c:ext>
          </c:extLst>
        </c:ser>
        <c:dLbls>
          <c:showLegendKey val="0"/>
          <c:showVal val="0"/>
          <c:showCatName val="0"/>
          <c:showSerName val="0"/>
          <c:showPercent val="0"/>
          <c:showBubbleSize val="0"/>
        </c:dLbls>
        <c:gapWidth val="219"/>
        <c:overlap val="-27"/>
        <c:axId val="289955008"/>
        <c:axId val="288023680"/>
      </c:barChart>
      <c:catAx>
        <c:axId val="2899550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3680"/>
        <c:crosses val="autoZero"/>
        <c:auto val="1"/>
        <c:lblAlgn val="ctr"/>
        <c:lblOffset val="100"/>
        <c:noMultiLvlLbl val="0"/>
      </c:catAx>
      <c:valAx>
        <c:axId val="2880236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99550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00-1236-4A33-98DB-5380960E920B}"/>
            </c:ext>
          </c:extLst>
        </c:ser>
        <c:dLbls>
          <c:showLegendKey val="0"/>
          <c:showVal val="0"/>
          <c:showCatName val="0"/>
          <c:showSerName val="0"/>
          <c:showPercent val="0"/>
          <c:showBubbleSize val="0"/>
        </c:dLbls>
        <c:gapWidth val="219"/>
        <c:overlap val="-27"/>
        <c:axId val="238286336"/>
        <c:axId val="295404784"/>
      </c:barChart>
      <c:catAx>
        <c:axId val="238286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5404784"/>
        <c:crosses val="autoZero"/>
        <c:auto val="1"/>
        <c:lblAlgn val="ctr"/>
        <c:lblOffset val="100"/>
        <c:noMultiLvlLbl val="0"/>
      </c:catAx>
      <c:valAx>
        <c:axId val="2954047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633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F23-4AA0-862A-B65B96BB5595}"/>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4D4D-4840-BDB5-52A640C2DCAE}"/>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0-20A1-42EA-9DA5-B7048B90AA59}"/>
            </c:ext>
          </c:extLst>
        </c:ser>
        <c:dLbls>
          <c:showLegendKey val="0"/>
          <c:showVal val="0"/>
          <c:showCatName val="0"/>
          <c:showSerName val="0"/>
          <c:showPercent val="0"/>
          <c:showBubbleSize val="0"/>
        </c:dLbls>
        <c:gapWidth val="219"/>
        <c:overlap val="-27"/>
        <c:axId val="33305680"/>
        <c:axId val="1794010448"/>
      </c:barChart>
      <c:catAx>
        <c:axId val="33305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4010448"/>
        <c:crosses val="autoZero"/>
        <c:auto val="1"/>
        <c:lblAlgn val="ctr"/>
        <c:lblOffset val="100"/>
        <c:noMultiLvlLbl val="0"/>
      </c:catAx>
      <c:valAx>
        <c:axId val="17940104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3056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0-8862-4644-84F2-C6E045153E2A}"/>
            </c:ext>
          </c:extLst>
        </c:ser>
        <c:dLbls>
          <c:showLegendKey val="0"/>
          <c:showVal val="0"/>
          <c:showCatName val="0"/>
          <c:showSerName val="0"/>
          <c:showPercent val="0"/>
          <c:showBubbleSize val="0"/>
        </c:dLbls>
        <c:gapWidth val="219"/>
        <c:overlap val="-27"/>
        <c:axId val="1780615952"/>
        <c:axId val="1777863488"/>
      </c:barChart>
      <c:catAx>
        <c:axId val="1780615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7863488"/>
        <c:crosses val="autoZero"/>
        <c:auto val="1"/>
        <c:lblAlgn val="ctr"/>
        <c:lblOffset val="100"/>
        <c:noMultiLvlLbl val="0"/>
      </c:catAx>
      <c:valAx>
        <c:axId val="17778634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06159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00-111B-4C5C-9589-923CC0C316C6}"/>
            </c:ext>
          </c:extLst>
        </c:ser>
        <c:dLbls>
          <c:showLegendKey val="0"/>
          <c:showVal val="0"/>
          <c:showCatName val="0"/>
          <c:showSerName val="0"/>
          <c:showPercent val="0"/>
          <c:showBubbleSize val="0"/>
        </c:dLbls>
        <c:gapWidth val="219"/>
        <c:overlap val="-27"/>
        <c:axId val="97698016"/>
        <c:axId val="225988480"/>
      </c:barChart>
      <c:catAx>
        <c:axId val="97698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25988480"/>
        <c:crosses val="autoZero"/>
        <c:auto val="1"/>
        <c:lblAlgn val="ctr"/>
        <c:lblOffset val="100"/>
        <c:noMultiLvlLbl val="0"/>
      </c:catAx>
      <c:valAx>
        <c:axId val="225988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69801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004D-41BF-A429-65F774D3A8FA}"/>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B5EC-4676-AF8C-C9782C47CADB}"/>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0-9A5C-4666-AC38-E02D092BC19C}"/>
            </c:ext>
          </c:extLst>
        </c:ser>
        <c:dLbls>
          <c:showLegendKey val="0"/>
          <c:showVal val="0"/>
          <c:showCatName val="0"/>
          <c:showSerName val="0"/>
          <c:showPercent val="0"/>
          <c:showBubbleSize val="0"/>
        </c:dLbls>
        <c:gapWidth val="219"/>
        <c:overlap val="-27"/>
        <c:axId val="1580863792"/>
        <c:axId val="1669793536"/>
      </c:barChart>
      <c:catAx>
        <c:axId val="1580863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9793536"/>
        <c:crosses val="autoZero"/>
        <c:auto val="1"/>
        <c:lblAlgn val="ctr"/>
        <c:lblOffset val="100"/>
        <c:noMultiLvlLbl val="0"/>
      </c:catAx>
      <c:valAx>
        <c:axId val="16697935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08637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Gender</c:v>
                </c:pt>
              </c:strCache>
            </c:strRef>
          </c:tx>
          <c:spPr>
            <a:solidFill>
              <a:schemeClr val="accent1"/>
            </a:solidFill>
            <a:ln>
              <a:noFill/>
            </a:ln>
            <a:effectLst/>
          </c:spPr>
          <c:invertIfNegative val="0"/>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0-315E-40D9-A021-11F25437C841}"/>
            </c:ext>
          </c:extLst>
        </c:ser>
        <c:dLbls>
          <c:showLegendKey val="0"/>
          <c:showVal val="0"/>
          <c:showCatName val="0"/>
          <c:showSerName val="0"/>
          <c:showPercent val="0"/>
          <c:showBubbleSize val="0"/>
        </c:dLbls>
        <c:gapWidth val="219"/>
        <c:overlap val="-27"/>
        <c:axId val="1756099664"/>
        <c:axId val="1583397696"/>
      </c:barChart>
      <c:catAx>
        <c:axId val="1756099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397696"/>
        <c:crosses val="autoZero"/>
        <c:auto val="1"/>
        <c:lblAlgn val="ctr"/>
        <c:lblOffset val="100"/>
        <c:noMultiLvlLbl val="0"/>
      </c:catAx>
      <c:valAx>
        <c:axId val="15833976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6099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Age</c:v>
                </c:pt>
              </c:strCache>
            </c:strRef>
          </c:tx>
          <c:spPr>
            <a:solidFill>
              <a:schemeClr val="accent1"/>
            </a:solidFill>
            <a:ln>
              <a:noFill/>
            </a:ln>
            <a:effectLst/>
          </c:spPr>
          <c:invertIfNegative val="0"/>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00-E9DE-43B7-A818-EC4DACDFD691}"/>
            </c:ext>
          </c:extLst>
        </c:ser>
        <c:dLbls>
          <c:showLegendKey val="0"/>
          <c:showVal val="0"/>
          <c:showCatName val="0"/>
          <c:showSerName val="0"/>
          <c:showPercent val="0"/>
          <c:showBubbleSize val="0"/>
        </c:dLbls>
        <c:gapWidth val="219"/>
        <c:overlap val="-27"/>
        <c:axId val="1583194752"/>
        <c:axId val="1759019040"/>
      </c:barChart>
      <c:catAx>
        <c:axId val="15831947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59019040"/>
        <c:crosses val="autoZero"/>
        <c:auto val="1"/>
        <c:lblAlgn val="ctr"/>
        <c:lblOffset val="100"/>
        <c:noMultiLvlLbl val="0"/>
      </c:catAx>
      <c:valAx>
        <c:axId val="17590190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31947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BBB-4E95-8CC0-3DCA68B6ACDF}"/>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0EF8-43B8-A4F8-CC7F213EE9D6}"/>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93AC-4403-8AD5-6637FA24FC8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93AC-4403-8AD5-6637FA24FC8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93AC-4403-8AD5-6637FA24FC8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93AC-4403-8AD5-6637FA24FC8D}"/>
              </c:ext>
            </c:extLst>
          </c:dPt>
          <c:dLbls>
            <c:dLbl>
              <c:idx val="3"/>
              <c:layout>
                <c:manualLayout>
                  <c:x val="0.43611111111111112"/>
                  <c:y val="-0.17129629629629639"/>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 xmlns:r="http://schemas.openxmlformats.org/officeDocument/2006/relationships" xmlns:c16r2="http://schemas.microsoft.com/office/drawing/2015/06/chart"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1029"/>
                        <a:gd name="adj2" fmla="val -98830"/>
                      </a:avLst>
                    </a:prstGeom>
                    <a:noFill/>
                    <a:ln>
                      <a:noFill/>
                    </a:ln>
                  </c15:spPr>
                </c:ext>
                <c:ext xmlns:c16="http://schemas.microsoft.com/office/drawing/2014/chart" uri="{C3380CC4-5D6E-409C-BE32-E72D297353CC}">
                  <c16:uniqueId val="{00000007-93AC-4403-8AD5-6637FA24FC8D}"/>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1290</c:v>
                </c:pt>
                <c:pt idx="1">
                  <c:v>1834</c:v>
                </c:pt>
                <c:pt idx="2">
                  <c:v>1291</c:v>
                </c:pt>
                <c:pt idx="3">
                  <c:v>22679</c:v>
                </c:pt>
              </c:numCache>
            </c:numRef>
          </c:val>
          <c:extLst>
            <c:ext xmlns:c16="http://schemas.microsoft.com/office/drawing/2014/chart" uri="{C3380CC4-5D6E-409C-BE32-E72D297353CC}">
              <c16:uniqueId val="{00000008-93AC-4403-8AD5-6637FA24FC8D}"/>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7.2995625546806608E-2"/>
          <c:y val="2.45126130067074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2B67-4499-AAFC-CC186970C705}"/>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2B67-4499-AAFC-CC186970C705}"/>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2B67-4499-AAFC-CC186970C705}"/>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2B67-4499-AAFC-CC186970C705}"/>
              </c:ext>
            </c:extLst>
          </c:dPt>
          <c:dLbls>
            <c:dLbl>
              <c:idx val="3"/>
              <c:layout>
                <c:manualLayout>
                  <c:x val="-0.11666666666666667"/>
                  <c:y val="-0.23148148148148148"/>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 xmlns:r="http://schemas.openxmlformats.org/officeDocument/2006/relationships" xmlns:c16r2="http://schemas.microsoft.com/office/drawing/2015/06/chart"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1596"/>
                        <a:gd name="adj2" fmla="val -135723"/>
                      </a:avLst>
                    </a:prstGeom>
                    <a:noFill/>
                    <a:ln>
                      <a:noFill/>
                    </a:ln>
                  </c15:spPr>
                </c:ext>
                <c:ext xmlns:c16="http://schemas.microsoft.com/office/drawing/2014/chart" uri="{C3380CC4-5D6E-409C-BE32-E72D297353CC}">
                  <c16:uniqueId val="{00000007-2B67-4499-AAFC-CC186970C705}"/>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61</c:v>
                </c:pt>
                <c:pt idx="1">
                  <c:v>175</c:v>
                </c:pt>
                <c:pt idx="2">
                  <c:v>298</c:v>
                </c:pt>
                <c:pt idx="3">
                  <c:v>2415</c:v>
                </c:pt>
              </c:numCache>
            </c:numRef>
          </c:val>
          <c:extLst>
            <c:ext xmlns:c16="http://schemas.microsoft.com/office/drawing/2014/chart" uri="{C3380CC4-5D6E-409C-BE32-E72D297353CC}">
              <c16:uniqueId val="{00000008-2B67-4499-AAFC-CC186970C705}"/>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667F-4F89-B3AD-D51205773AD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667F-4F89-B3AD-D51205773AD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667F-4F89-B3AD-D51205773AD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667F-4F89-B3AD-D51205773AD9}"/>
              </c:ext>
            </c:extLst>
          </c:dPt>
          <c:dLbls>
            <c:dLbl>
              <c:idx val="3"/>
              <c:layout>
                <c:manualLayout>
                  <c:x val="-0.17499999999999999"/>
                  <c:y val="-0.2731481481481481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 xmlns:r="http://schemas.openxmlformats.org/officeDocument/2006/relationships" xmlns:c16r2="http://schemas.microsoft.com/office/drawing/2015/06/chart"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74793"/>
                        <a:gd name="adj2" fmla="val -90552"/>
                      </a:avLst>
                    </a:prstGeom>
                    <a:noFill/>
                    <a:ln>
                      <a:noFill/>
                    </a:ln>
                  </c15:spPr>
                </c:ext>
                <c:ext xmlns:c16="http://schemas.microsoft.com/office/drawing/2014/chart" uri="{C3380CC4-5D6E-409C-BE32-E72D297353CC}">
                  <c16:uniqueId val="{00000007-667F-4F89-B3AD-D51205773AD9}"/>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89</c:v>
                </c:pt>
                <c:pt idx="1">
                  <c:v>129</c:v>
                </c:pt>
                <c:pt idx="2">
                  <c:v>61</c:v>
                </c:pt>
                <c:pt idx="3">
                  <c:v>2721</c:v>
                </c:pt>
              </c:numCache>
            </c:numRef>
          </c:val>
          <c:extLst>
            <c:ext xmlns:c16="http://schemas.microsoft.com/office/drawing/2014/chart" uri="{C3380CC4-5D6E-409C-BE32-E72D297353CC}">
              <c16:uniqueId val="{00000008-667F-4F89-B3AD-D51205773AD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746F-45B4-A76B-8290EAE542E7}"/>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746F-45B4-A76B-8290EAE542E7}"/>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746F-45B4-A76B-8290EAE542E7}"/>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746F-45B4-A76B-8290EAE542E7}"/>
              </c:ext>
            </c:extLst>
          </c:dPt>
          <c:dLbls>
            <c:dLbl>
              <c:idx val="3"/>
              <c:layout>
                <c:manualLayout>
                  <c:x val="0.38611111111111113"/>
                  <c:y val="-0.1620370370370371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88546"/>
                        <a:gd name="adj2" fmla="val -86850"/>
                      </a:avLst>
                    </a:prstGeom>
                    <a:noFill/>
                    <a:ln>
                      <a:noFill/>
                    </a:ln>
                  </c15:spPr>
                </c:ext>
                <c:ext xmlns:c16="http://schemas.microsoft.com/office/drawing/2014/chart" uri="{C3380CC4-5D6E-409C-BE32-E72D297353CC}">
                  <c16:uniqueId val="{00000007-746F-45B4-A76B-8290EAE542E7}"/>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106</c:v>
                </c:pt>
                <c:pt idx="1">
                  <c:v>77</c:v>
                </c:pt>
                <c:pt idx="2">
                  <c:v>43</c:v>
                </c:pt>
                <c:pt idx="3">
                  <c:v>1860</c:v>
                </c:pt>
              </c:numCache>
            </c:numRef>
          </c:val>
          <c:extLst>
            <c:ext xmlns:c16="http://schemas.microsoft.com/office/drawing/2014/chart" uri="{C3380CC4-5D6E-409C-BE32-E72D297353CC}">
              <c16:uniqueId val="{00000008-746F-45B4-A76B-8290EAE542E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B2FC-45F9-A5FF-BB06108D659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B2FC-45F9-A5FF-BB06108D659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17419</c:v>
                </c:pt>
                <c:pt idx="1">
                  <c:v>9675</c:v>
                </c:pt>
              </c:numCache>
            </c:numRef>
          </c:val>
          <c:extLst>
            <c:ext xmlns:c16="http://schemas.microsoft.com/office/drawing/2014/chart" uri="{C3380CC4-5D6E-409C-BE32-E72D297353CC}">
              <c16:uniqueId val="{00000004-B2FC-45F9-A5FF-BB06108D659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5148293963254549E-2"/>
          <c:y val="0.1626151939340916"/>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A15F-480E-8AAB-3AF11AF7EEEF}"/>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A15F-480E-8AAB-3AF11AF7EE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2029</c:v>
                </c:pt>
                <c:pt idx="1">
                  <c:v>920</c:v>
                </c:pt>
              </c:numCache>
            </c:numRef>
          </c:val>
          <c:extLst>
            <c:ext xmlns:c16="http://schemas.microsoft.com/office/drawing/2014/chart" uri="{C3380CC4-5D6E-409C-BE32-E72D297353CC}">
              <c16:uniqueId val="{00000004-A15F-480E-8AAB-3AF11AF7EEE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6D00-455D-B508-6F4EC1073EF6}"/>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6D00-455D-B508-6F4EC1073EF6}"/>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1994</c:v>
                </c:pt>
                <c:pt idx="1">
                  <c:v>1006</c:v>
                </c:pt>
              </c:numCache>
            </c:numRef>
          </c:val>
          <c:extLst>
            <c:ext xmlns:c16="http://schemas.microsoft.com/office/drawing/2014/chart" uri="{C3380CC4-5D6E-409C-BE32-E72D297353CC}">
              <c16:uniqueId val="{00000004-6D00-455D-B508-6F4EC1073EF6}"/>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EE2B-41D6-B47F-D4F2012E2F84}"/>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EE2B-41D6-B47F-D4F2012E2F8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1479</c:v>
                </c:pt>
                <c:pt idx="1">
                  <c:v>607</c:v>
                </c:pt>
              </c:numCache>
            </c:numRef>
          </c:val>
          <c:extLst>
            <c:ext xmlns:c16="http://schemas.microsoft.com/office/drawing/2014/chart" uri="{C3380CC4-5D6E-409C-BE32-E72D297353CC}">
              <c16:uniqueId val="{00000004-EE2B-41D6-B47F-D4F2012E2F8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FF03-4FA0-8997-279A4007C38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FF03-4FA0-8997-279A4007C38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FF03-4FA0-8997-279A4007C38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FF03-4FA0-8997-279A4007C38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FF03-4FA0-8997-279A4007C38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FF03-4FA0-8997-279A4007C38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FF03-4FA0-8997-279A4007C38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FF03-4FA0-8997-279A4007C38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FF03-4FA0-8997-279A4007C38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Sheet4!$D$4:$D$12</c:f>
              <c:strCache>
                <c:ptCount val="9"/>
                <c:pt idx="0">
                  <c:v>0-2</c:v>
                </c:pt>
                <c:pt idx="1">
                  <c:v>03-09_</c:v>
                </c:pt>
                <c:pt idx="2">
                  <c:v>10-19_</c:v>
                </c:pt>
                <c:pt idx="3">
                  <c:v>20-29</c:v>
                </c:pt>
                <c:pt idx="4">
                  <c:v>30-39</c:v>
                </c:pt>
                <c:pt idx="5">
                  <c:v>40-49</c:v>
                </c:pt>
                <c:pt idx="6">
                  <c:v>50-59</c:v>
                </c:pt>
                <c:pt idx="7">
                  <c:v>60-69</c:v>
                </c:pt>
                <c:pt idx="8">
                  <c:v>70+</c:v>
                </c:pt>
              </c:strCache>
            </c:strRef>
          </c:cat>
          <c:val>
            <c:numRef>
              <c:f>Sheet4!$E$4:$E$12</c:f>
              <c:numCache>
                <c:formatCode>General</c:formatCode>
                <c:ptCount val="9"/>
                <c:pt idx="0">
                  <c:v>1</c:v>
                </c:pt>
                <c:pt idx="1">
                  <c:v>53</c:v>
                </c:pt>
                <c:pt idx="2">
                  <c:v>835</c:v>
                </c:pt>
                <c:pt idx="3">
                  <c:v>16375</c:v>
                </c:pt>
                <c:pt idx="4">
                  <c:v>5702</c:v>
                </c:pt>
                <c:pt idx="5">
                  <c:v>1949</c:v>
                </c:pt>
                <c:pt idx="6">
                  <c:v>1352</c:v>
                </c:pt>
                <c:pt idx="7">
                  <c:v>652</c:v>
                </c:pt>
                <c:pt idx="8">
                  <c:v>175</c:v>
                </c:pt>
              </c:numCache>
            </c:numRef>
          </c:val>
          <c:extLst>
            <c:ext xmlns:c16="http://schemas.microsoft.com/office/drawing/2014/chart" uri="{C3380CC4-5D6E-409C-BE32-E72D297353CC}">
              <c16:uniqueId val="{00000012-FF03-4FA0-8997-279A4007C38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1.417578011081949E-2"/>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F10D-4E64-A944-3150CD68DDCF}"/>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F10D-4E64-A944-3150CD68DDCF}"/>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F10D-4E64-A944-3150CD68DDCF}"/>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F10D-4E64-A944-3150CD68DDCF}"/>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F10D-4E64-A944-3150CD68DDCF}"/>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F10D-4E64-A944-3150CD68DDCF}"/>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F10D-4E64-A944-3150CD68DDCF}"/>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F10D-4E64-A944-3150CD68DDC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24</c:v>
                </c:pt>
                <c:pt idx="2">
                  <c:v>1761</c:v>
                </c:pt>
                <c:pt idx="3">
                  <c:v>836</c:v>
                </c:pt>
                <c:pt idx="4">
                  <c:v>189</c:v>
                </c:pt>
                <c:pt idx="5">
                  <c:v>105</c:v>
                </c:pt>
                <c:pt idx="6">
                  <c:v>30</c:v>
                </c:pt>
                <c:pt idx="7">
                  <c:v>3</c:v>
                </c:pt>
              </c:numCache>
            </c:numRef>
          </c:val>
          <c:extLst>
            <c:ext xmlns:c16="http://schemas.microsoft.com/office/drawing/2014/chart" uri="{C3380CC4-5D6E-409C-BE32-E72D297353CC}">
              <c16:uniqueId val="{00000010-F10D-4E64-A944-3150CD68DDCF}"/>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2833-4E2A-8CB8-461CAE35E082}"/>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2833-4E2A-8CB8-461CAE35E082}"/>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2833-4E2A-8CB8-461CAE35E082}"/>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2833-4E2A-8CB8-461CAE35E082}"/>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2833-4E2A-8CB8-461CAE35E082}"/>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2833-4E2A-8CB8-461CAE35E082}"/>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2833-4E2A-8CB8-461CAE35E082}"/>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2833-4E2A-8CB8-461CAE35E082}"/>
              </c:ext>
            </c:extLst>
          </c:dPt>
          <c:dLbls>
            <c:dLbl>
              <c:idx val="2"/>
              <c:layout>
                <c:manualLayout>
                  <c:x val="-0.47222222222222221"/>
                  <c:y val="-1.8518518518518434E-2"/>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extLst>
                    <a:ext uri="{C807C97D-BFC1-408E-A445-0C87EB9F89A2}">
                      <ask:lineSketchStyleProps xmlns="" xmlns:r="http://schemas.openxmlformats.org/officeDocument/2006/relationships" xmlns:c16r2="http://schemas.microsoft.com/office/drawing/2015/06/chart" xmlns:ask="http://schemas.microsoft.com/office/drawing/2018/sketchyshapes" sd="0">
                        <a:custGeom>
                          <a:avLst/>
                          <a:gdLst/>
                          <a:ahLst/>
                          <a:cxnLst/>
                          <a:rect l="0" t="0" r="0" b="0"/>
                          <a:pathLst/>
                        </a:custGeom>
                        <ask:type/>
                      </ask:lineSketchStyleProps>
                    </a:ext>
                  </a:extLst>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144158"/>
                        <a:gd name="adj2" fmla="val 14510"/>
                      </a:avLst>
                    </a:prstGeom>
                    <a:noFill/>
                    <a:ln>
                      <a:noFill/>
                    </a:ln>
                  </c15:spPr>
                </c:ext>
                <c:ext xmlns:c16="http://schemas.microsoft.com/office/drawing/2014/chart" uri="{C3380CC4-5D6E-409C-BE32-E72D297353CC}">
                  <c16:uniqueId val="{00000005-2833-4E2A-8CB8-461CAE35E082}"/>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03-09_</c:v>
                </c:pt>
                <c:pt idx="1">
                  <c:v>10-19_</c:v>
                </c:pt>
                <c:pt idx="2">
                  <c:v>20-29</c:v>
                </c:pt>
                <c:pt idx="3">
                  <c:v>30-39</c:v>
                </c:pt>
                <c:pt idx="4">
                  <c:v>40-49</c:v>
                </c:pt>
                <c:pt idx="5">
                  <c:v>50-59</c:v>
                </c:pt>
                <c:pt idx="6">
                  <c:v>60-69</c:v>
                </c:pt>
                <c:pt idx="7">
                  <c:v>70+</c:v>
                </c:pt>
              </c:strCache>
            </c:strRef>
          </c:cat>
          <c:val>
            <c:numRef>
              <c:f>Sheet5!$E$4:$E$11</c:f>
              <c:numCache>
                <c:formatCode>General</c:formatCode>
                <c:ptCount val="8"/>
                <c:pt idx="0">
                  <c:v>1</c:v>
                </c:pt>
                <c:pt idx="1">
                  <c:v>87</c:v>
                </c:pt>
                <c:pt idx="2">
                  <c:v>2007</c:v>
                </c:pt>
                <c:pt idx="3">
                  <c:v>472</c:v>
                </c:pt>
                <c:pt idx="4">
                  <c:v>200</c:v>
                </c:pt>
                <c:pt idx="5">
                  <c:v>152</c:v>
                </c:pt>
                <c:pt idx="6">
                  <c:v>68</c:v>
                </c:pt>
                <c:pt idx="7">
                  <c:v>13</c:v>
                </c:pt>
              </c:numCache>
            </c:numRef>
          </c:val>
          <c:extLst>
            <c:ext xmlns:c16="http://schemas.microsoft.com/office/drawing/2014/chart" uri="{C3380CC4-5D6E-409C-BE32-E72D297353CC}">
              <c16:uniqueId val="{00000010-2833-4E2A-8CB8-461CAE35E082}"/>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Sheet5!$E$2</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E6CA-4462-A623-CAFCA4F43C8C}"/>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E6CA-4462-A623-CAFCA4F43C8C}"/>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E6CA-4462-A623-CAFCA4F43C8C}"/>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E6CA-4462-A623-CAFCA4F43C8C}"/>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E6CA-4462-A623-CAFCA4F43C8C}"/>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E6CA-4462-A623-CAFCA4F43C8C}"/>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E6CA-4462-A623-CAFCA4F43C8C}"/>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E6CA-4462-A623-CAFCA4F43C8C}"/>
              </c:ext>
            </c:extLst>
          </c:dPt>
          <c:dLbls>
            <c:dLbl>
              <c:idx val="2"/>
              <c:layout>
                <c:manualLayout>
                  <c:x val="8.611111111111111E-2"/>
                  <c:y val="-0.10185185185185194"/>
                </c:manualLayout>
              </c:layout>
              <c:spPr>
                <a:solidFill>
                  <a:sysClr val="window" lastClr="FFFFFF"/>
                </a:solidFill>
                <a:ln w="9525" cap="flat" cmpd="sng" algn="ctr">
                  <a:solidFill>
                    <a:sysClr val="windowText" lastClr="000000">
                      <a:lumMod val="25000"/>
                      <a:lumOff val="75000"/>
                    </a:sysClr>
                  </a:solidFill>
                  <a:prstDash val="solid"/>
                  <a:round/>
                  <a:headEnd type="none" w="med" len="med"/>
                  <a:tailEnd type="none" w="med" len="med"/>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gd name="adj1" fmla="val -48949"/>
                        <a:gd name="adj2" fmla="val -114016"/>
                      </a:avLst>
                    </a:prstGeom>
                    <a:noFill/>
                    <a:ln>
                      <a:noFill/>
                    </a:ln>
                  </c15:spPr>
                </c:ext>
                <c:ext xmlns:c16="http://schemas.microsoft.com/office/drawing/2014/chart" uri="{C3380CC4-5D6E-409C-BE32-E72D297353CC}">
                  <c16:uniqueId val="{00000005-E6CA-4462-A623-CAFCA4F43C8C}"/>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Sheet5!$D$3:$D$10</c:f>
              <c:strCache>
                <c:ptCount val="8"/>
                <c:pt idx="0">
                  <c:v>03-09_</c:v>
                </c:pt>
                <c:pt idx="1">
                  <c:v>10-19_</c:v>
                </c:pt>
                <c:pt idx="2">
                  <c:v>20-29</c:v>
                </c:pt>
                <c:pt idx="3">
                  <c:v>30-39</c:v>
                </c:pt>
                <c:pt idx="4">
                  <c:v>40-49</c:v>
                </c:pt>
                <c:pt idx="5">
                  <c:v>50-59</c:v>
                </c:pt>
                <c:pt idx="6">
                  <c:v>60-69</c:v>
                </c:pt>
                <c:pt idx="7">
                  <c:v>70+</c:v>
                </c:pt>
              </c:strCache>
            </c:strRef>
          </c:cat>
          <c:val>
            <c:numRef>
              <c:f>Sheet5!$E$3:$E$10</c:f>
              <c:numCache>
                <c:formatCode>General</c:formatCode>
                <c:ptCount val="8"/>
                <c:pt idx="0">
                  <c:v>7</c:v>
                </c:pt>
                <c:pt idx="1">
                  <c:v>54</c:v>
                </c:pt>
                <c:pt idx="2">
                  <c:v>1661</c:v>
                </c:pt>
                <c:pt idx="3">
                  <c:v>294</c:v>
                </c:pt>
                <c:pt idx="4">
                  <c:v>46</c:v>
                </c:pt>
                <c:pt idx="5">
                  <c:v>19</c:v>
                </c:pt>
                <c:pt idx="6">
                  <c:v>4</c:v>
                </c:pt>
                <c:pt idx="7">
                  <c:v>1</c:v>
                </c:pt>
              </c:numCache>
            </c:numRef>
          </c:val>
          <c:extLst>
            <c:ext xmlns:c16="http://schemas.microsoft.com/office/drawing/2014/chart" uri="{C3380CC4-5D6E-409C-BE32-E72D297353CC}">
              <c16:uniqueId val="{00000010-E6CA-4462-A623-CAFCA4F43C8C}"/>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[celeba_gen_ddpm_ema_dlib.xlsx]Sheet6!PivotTable1</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81</c:v>
                </c:pt>
                <c:pt idx="1">
                  <c:v>32</c:v>
                </c:pt>
                <c:pt idx="2">
                  <c:v>23</c:v>
                </c:pt>
                <c:pt idx="3">
                  <c:v>1343</c:v>
                </c:pt>
                <c:pt idx="4">
                  <c:v>25</c:v>
                </c:pt>
                <c:pt idx="5">
                  <c:v>45</c:v>
                </c:pt>
                <c:pt idx="6">
                  <c:v>20</c:v>
                </c:pt>
                <c:pt idx="7">
                  <c:v>517</c:v>
                </c:pt>
              </c:numCache>
            </c:numRef>
          </c:val>
          <c:extLst>
            <c:ext xmlns:c16="http://schemas.microsoft.com/office/drawing/2014/chart" uri="{C3380CC4-5D6E-409C-BE32-E72D297353CC}">
              <c16:uniqueId val="{00000000-0A76-4B69-A83A-712BF697C300}"/>
            </c:ext>
          </c:extLst>
        </c:ser>
        <c:dLbls>
          <c:showLegendKey val="0"/>
          <c:showVal val="0"/>
          <c:showCatName val="0"/>
          <c:showSerName val="0"/>
          <c:showPercent val="0"/>
          <c:showBubbleSize val="0"/>
        </c:dLbls>
        <c:gapWidth val="219"/>
        <c:overlap val="-27"/>
        <c:axId val="71291760"/>
        <c:axId val="71290928"/>
      </c:barChart>
      <c:catAx>
        <c:axId val="712917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0928"/>
        <c:crosses val="autoZero"/>
        <c:auto val="1"/>
        <c:lblAlgn val="ctr"/>
        <c:lblOffset val="100"/>
        <c:noMultiLvlLbl val="0"/>
      </c:catAx>
      <c:valAx>
        <c:axId val="712909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9176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[celeba_gen_ddpm_ema_dlib.xlsx]Sheet7!PivotTable2</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81</c:v>
                </c:pt>
                <c:pt idx="1">
                  <c:v>25</c:v>
                </c:pt>
                <c:pt idx="2">
                  <c:v>32</c:v>
                </c:pt>
                <c:pt idx="3">
                  <c:v>45</c:v>
                </c:pt>
                <c:pt idx="4">
                  <c:v>23</c:v>
                </c:pt>
                <c:pt idx="5">
                  <c:v>20</c:v>
                </c:pt>
                <c:pt idx="6">
                  <c:v>1343</c:v>
                </c:pt>
                <c:pt idx="7">
                  <c:v>517</c:v>
                </c:pt>
              </c:numCache>
            </c:numRef>
          </c:val>
          <c:extLst>
            <c:ext xmlns:c16="http://schemas.microsoft.com/office/drawing/2014/chart" uri="{C3380CC4-5D6E-409C-BE32-E72D297353CC}">
              <c16:uniqueId val="{00000000-9456-4741-B6E9-F7209FC14508}"/>
            </c:ext>
          </c:extLst>
        </c:ser>
        <c:dLbls>
          <c:showLegendKey val="0"/>
          <c:showVal val="0"/>
          <c:showCatName val="0"/>
          <c:showSerName val="0"/>
          <c:showPercent val="0"/>
          <c:showBubbleSize val="0"/>
        </c:dLbls>
        <c:gapWidth val="219"/>
        <c:overlap val="-27"/>
        <c:axId val="71286352"/>
        <c:axId val="71288432"/>
      </c:barChart>
      <c:catAx>
        <c:axId val="7128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8432"/>
        <c:crosses val="autoZero"/>
        <c:auto val="1"/>
        <c:lblAlgn val="ctr"/>
        <c:lblOffset val="100"/>
        <c:noMultiLvlLbl val="0"/>
      </c:catAx>
      <c:valAx>
        <c:axId val="712884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863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3754-4A64-A65A-A40C5700B7EF}"/>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3754-4A64-A65A-A40C5700B7EF}"/>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3754-4A64-A65A-A40C5700B7EF}"/>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3754-4A64-A65A-A40C5700B7E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25419</c:v>
                </c:pt>
                <c:pt idx="1">
                  <c:v>12440</c:v>
                </c:pt>
                <c:pt idx="2">
                  <c:v>16733</c:v>
                </c:pt>
                <c:pt idx="3">
                  <c:v>27877</c:v>
                </c:pt>
              </c:numCache>
            </c:numRef>
          </c:val>
          <c:extLst>
            <c:ext xmlns:c16="http://schemas.microsoft.com/office/drawing/2014/chart" uri="{C3380CC4-5D6E-409C-BE32-E72D297353CC}">
              <c16:uniqueId val="{00000008-3754-4A64-A65A-A40C5700B7EF}"/>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175E-3"/>
          <c:y val="2.430446194225719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FBB8-472A-AEF4-560BF1DE80DD}"/>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FBB8-472A-AEF4-560BF1DE80DD}"/>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FBB8-472A-AEF4-560BF1DE80DD}"/>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FBB8-472A-AEF4-560BF1DE80DD}"/>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608</c:v>
                </c:pt>
                <c:pt idx="1">
                  <c:v>415</c:v>
                </c:pt>
                <c:pt idx="2">
                  <c:v>1360</c:v>
                </c:pt>
                <c:pt idx="3">
                  <c:v>736</c:v>
                </c:pt>
              </c:numCache>
            </c:numRef>
          </c:val>
          <c:extLst>
            <c:ext xmlns:c16="http://schemas.microsoft.com/office/drawing/2014/chart" uri="{C3380CC4-5D6E-409C-BE32-E72D297353CC}">
              <c16:uniqueId val="{00000008-FBB8-472A-AEF4-560BF1DE80DD}"/>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[fairface_gen_ddpm_ema_dlib.xlsx]Sheet2!PivotTable1</c:name>
    <c:fmtId val="5"/>
  </c:pivotSource>
  <c:chart>
    <c:autoTitleDeleted val="1"/>
    <c:pivotFmts>
      <c:pivotFmt>
        <c:idx val="0"/>
        <c:spPr>
          <a:solidFill>
            <a:schemeClr val="accent1"/>
          </a:solidFill>
          <a:ln w="19050">
            <a:solidFill>
              <a:schemeClr val="lt1"/>
            </a:solidFill>
          </a:ln>
          <a:effectLst/>
        </c:spPr>
        <c:marker>
          <c:symbol val="none"/>
        </c:marker>
      </c:pivotFmt>
      <c:pivotFmt>
        <c:idx val="1"/>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
        <c:spPr>
          <a:solidFill>
            <a:schemeClr val="accent1">
              <a:shade val="53000"/>
            </a:schemeClr>
          </a:solidFill>
          <a:ln w="19050">
            <a:solidFill>
              <a:schemeClr val="lt1"/>
            </a:solidFill>
          </a:ln>
          <a:effectLst/>
        </c:spPr>
      </c:pivotFmt>
      <c:pivotFmt>
        <c:idx val="4"/>
        <c:spPr>
          <a:solidFill>
            <a:schemeClr val="accent1">
              <a:shade val="76000"/>
            </a:schemeClr>
          </a:solidFill>
          <a:ln w="19050">
            <a:solidFill>
              <a:schemeClr val="lt1"/>
            </a:solidFill>
          </a:ln>
          <a:effectLst/>
        </c:spPr>
      </c:pivotFmt>
      <c:pivotFmt>
        <c:idx val="5"/>
        <c:spPr>
          <a:solidFill>
            <a:schemeClr val="accent1"/>
          </a:solidFill>
          <a:ln w="19050">
            <a:solidFill>
              <a:schemeClr val="lt1"/>
            </a:solidFill>
          </a:ln>
          <a:effectLst/>
        </c:spPr>
      </c:pivotFmt>
      <c:pivotFmt>
        <c:idx val="6"/>
        <c:spPr>
          <a:solidFill>
            <a:schemeClr val="accent1">
              <a:tint val="77000"/>
            </a:schemeClr>
          </a:solidFill>
          <a:ln w="19050">
            <a:solidFill>
              <a:schemeClr val="lt1"/>
            </a:solidFill>
          </a:ln>
          <a:effectLst/>
        </c:spPr>
      </c:pivotFmt>
      <c:pivotFmt>
        <c:idx val="7"/>
        <c:spPr>
          <a:solidFill>
            <a:schemeClr val="accent1">
              <a:tint val="54000"/>
            </a:schemeClr>
          </a:solidFill>
          <a:ln w="19050">
            <a:solidFill>
              <a:schemeClr val="lt1"/>
            </a:solidFill>
          </a:ln>
          <a:effectLst/>
        </c:spPr>
      </c:pivotFmt>
      <c:pivotFmt>
        <c:idx val="8"/>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9"/>
        <c:spPr>
          <a:solidFill>
            <a:schemeClr val="accent1">
              <a:shade val="53000"/>
            </a:schemeClr>
          </a:solidFill>
          <a:ln w="19050">
            <a:solidFill>
              <a:schemeClr val="lt1"/>
            </a:solidFill>
          </a:ln>
          <a:effectLst/>
        </c:spPr>
      </c:pivotFmt>
      <c:pivotFmt>
        <c:idx val="10"/>
        <c:spPr>
          <a:solidFill>
            <a:schemeClr val="accent1">
              <a:shade val="76000"/>
            </a:schemeClr>
          </a:solidFill>
          <a:ln w="19050">
            <a:solidFill>
              <a:schemeClr val="lt1"/>
            </a:solidFill>
          </a:ln>
          <a:effectLst/>
        </c:spPr>
      </c:pivotFmt>
      <c:pivotFmt>
        <c:idx val="11"/>
        <c:spPr>
          <a:solidFill>
            <a:schemeClr val="accent1"/>
          </a:solidFill>
          <a:ln w="19050">
            <a:solidFill>
              <a:schemeClr val="lt1"/>
            </a:solidFill>
          </a:ln>
          <a:effectLst/>
        </c:spPr>
      </c:pivotFmt>
      <c:pivotFmt>
        <c:idx val="12"/>
        <c:spPr>
          <a:solidFill>
            <a:schemeClr val="accent1">
              <a:tint val="77000"/>
            </a:schemeClr>
          </a:solidFill>
          <a:ln w="19050">
            <a:solidFill>
              <a:schemeClr val="lt1"/>
            </a:solidFill>
          </a:ln>
          <a:effectLst/>
        </c:spPr>
      </c:pivotFmt>
      <c:pivotFmt>
        <c:idx val="13"/>
        <c:spPr>
          <a:solidFill>
            <a:schemeClr val="accent1">
              <a:tint val="54000"/>
            </a:schemeClr>
          </a:solidFill>
          <a:ln w="19050">
            <a:solidFill>
              <a:schemeClr val="lt1"/>
            </a:solidFill>
          </a:ln>
          <a:effectLst/>
        </c:spPr>
      </c:pivotFmt>
    </c:pivotFmts>
    <c:plotArea>
      <c:layout/>
      <c:pieChart>
        <c:varyColors val="1"/>
        <c:ser>
          <c:idx val="0"/>
          <c:order val="0"/>
          <c:tx>
            <c:strRef>
              <c:f>Sheet2!$B$3</c:f>
              <c:strCache>
                <c:ptCount val="1"/>
                <c:pt idx="0">
                  <c:v>Total</c:v>
                </c:pt>
              </c:strCache>
            </c:strRef>
          </c:tx>
          <c:dPt>
            <c:idx val="0"/>
            <c:bubble3D val="0"/>
            <c:spPr>
              <a:solidFill>
                <a:schemeClr val="accent1">
                  <a:shade val="53000"/>
                </a:schemeClr>
              </a:solidFill>
              <a:ln w="19050">
                <a:solidFill>
                  <a:schemeClr val="lt1"/>
                </a:solidFill>
              </a:ln>
              <a:effectLst/>
            </c:spPr>
            <c:extLst>
              <c:ext xmlns:c16="http://schemas.microsoft.com/office/drawing/2014/chart" uri="{C3380CC4-5D6E-409C-BE32-E72D297353CC}">
                <c16:uniqueId val="{00000001-F682-4F99-BFF7-164B3F70B3DA}"/>
              </c:ext>
            </c:extLst>
          </c:dPt>
          <c:dPt>
            <c:idx val="1"/>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3-F682-4F99-BFF7-164B3F70B3DA}"/>
              </c:ext>
            </c:extLst>
          </c:dPt>
          <c:dPt>
            <c:idx val="2"/>
            <c:bubble3D val="0"/>
            <c:spPr>
              <a:solidFill>
                <a:schemeClr val="accent1"/>
              </a:solidFill>
              <a:ln w="19050">
                <a:solidFill>
                  <a:schemeClr val="lt1"/>
                </a:solidFill>
              </a:ln>
              <a:effectLst/>
            </c:spPr>
            <c:extLst>
              <c:ext xmlns:c16="http://schemas.microsoft.com/office/drawing/2014/chart" uri="{C3380CC4-5D6E-409C-BE32-E72D297353CC}">
                <c16:uniqueId val="{00000005-F682-4F99-BFF7-164B3F70B3DA}"/>
              </c:ext>
            </c:extLst>
          </c:dPt>
          <c:dPt>
            <c:idx val="3"/>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7-F682-4F99-BFF7-164B3F70B3DA}"/>
              </c:ext>
            </c:extLst>
          </c:dPt>
          <c:dPt>
            <c:idx val="4"/>
            <c:bubble3D val="0"/>
            <c:spPr>
              <a:solidFill>
                <a:schemeClr val="accent1">
                  <a:tint val="54000"/>
                </a:schemeClr>
              </a:solidFill>
              <a:ln w="19050">
                <a:solidFill>
                  <a:schemeClr val="lt1"/>
                </a:solidFill>
              </a:ln>
              <a:effectLst/>
            </c:spPr>
            <c:extLst>
              <c:ext xmlns:c16="http://schemas.microsoft.com/office/drawing/2014/chart" uri="{C3380CC4-5D6E-409C-BE32-E72D297353CC}">
                <c16:uniqueId val="{00000009-F682-4F99-BFF7-164B3F70B3D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Sheet2!$A$4:$A$9</c:f>
              <c:strCache>
                <c:ptCount val="5"/>
                <c:pt idx="0">
                  <c:v>Asian</c:v>
                </c:pt>
                <c:pt idx="1">
                  <c:v>Black</c:v>
                </c:pt>
                <c:pt idx="2">
                  <c:v>Indian</c:v>
                </c:pt>
                <c:pt idx="3">
                  <c:v>White</c:v>
                </c:pt>
                <c:pt idx="4">
                  <c:v>(blank)</c:v>
                </c:pt>
              </c:strCache>
            </c:strRef>
          </c:cat>
          <c:val>
            <c:numRef>
              <c:f>Sheet2!$B$4:$B$9</c:f>
              <c:numCache>
                <c:formatCode>General</c:formatCode>
                <c:ptCount val="5"/>
                <c:pt idx="0">
                  <c:v>415</c:v>
                </c:pt>
                <c:pt idx="1">
                  <c:v>92</c:v>
                </c:pt>
                <c:pt idx="2">
                  <c:v>107</c:v>
                </c:pt>
                <c:pt idx="3">
                  <c:v>632</c:v>
                </c:pt>
              </c:numCache>
            </c:numRef>
          </c:val>
          <c:extLst>
            <c:ext xmlns:c16="http://schemas.microsoft.com/office/drawing/2014/chart" uri="{C3380CC4-5D6E-409C-BE32-E72D297353CC}">
              <c16:uniqueId val="{0000000A-F682-4F99-BFF7-164B3F70B3D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E01-45F1-A771-F410517A1A95}"/>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E01-45F1-A771-F410517A1A95}"/>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38249</c:v>
                </c:pt>
                <c:pt idx="1">
                  <c:v>44220</c:v>
                </c:pt>
              </c:numCache>
            </c:numRef>
          </c:val>
          <c:extLst>
            <c:ext xmlns:c16="http://schemas.microsoft.com/office/drawing/2014/chart" uri="{C3380CC4-5D6E-409C-BE32-E72D297353CC}">
              <c16:uniqueId val="{00000004-DE01-45F1-A771-F410517A1A95}"/>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4.014829396325454E-2"/>
          <c:y val="9.7800379119276776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4B5A-4C0C-B3F2-08B5B126F37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4B5A-4C0C-B3F2-08B5B126F37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1739</c:v>
                </c:pt>
                <c:pt idx="1">
                  <c:v>1380</c:v>
                </c:pt>
              </c:numCache>
            </c:numRef>
          </c:val>
          <c:extLst>
            <c:ext xmlns:c16="http://schemas.microsoft.com/office/drawing/2014/chart" uri="{C3380CC4-5D6E-409C-BE32-E72D297353CC}">
              <c16:uniqueId val="{00000004-4B5A-4C0C-B3F2-08B5B126F37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[fairface_gen_ddpm_ema_dlib.xlsx]Sheet3!PivotTable2</c:name>
    <c:fmtId val="6"/>
  </c:pivotSource>
  <c:chart>
    <c:autoTitleDeleted val="1"/>
    <c:pivotFmts>
      <c:pivotFmt>
        <c:idx val="0"/>
        <c:spPr>
          <a:solidFill>
            <a:schemeClr val="accent1"/>
          </a:solidFill>
          <a:ln w="19050">
            <a:solidFill>
              <a:schemeClr val="lt1"/>
            </a:solidFill>
          </a:ln>
          <a:effectLst/>
        </c:spPr>
        <c:marker>
          <c:symbol val="none"/>
        </c:marker>
      </c:pivotFmt>
      <c:pivotFmt>
        <c:idx val="1"/>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
        <c:spPr>
          <a:solidFill>
            <a:schemeClr val="accent1">
              <a:shade val="65000"/>
            </a:schemeClr>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accent1">
              <a:tint val="65000"/>
            </a:schemeClr>
          </a:solidFill>
          <a:ln w="19050">
            <a:solidFill>
              <a:schemeClr val="lt1"/>
            </a:solidFill>
          </a:ln>
          <a:effectLst/>
        </c:spPr>
      </c:pivotFmt>
      <c:pivotFmt>
        <c:idx val="6"/>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7"/>
        <c:spPr>
          <a:solidFill>
            <a:schemeClr val="accent1">
              <a:shade val="65000"/>
            </a:schemeClr>
          </a:solidFill>
          <a:ln w="19050">
            <a:solidFill>
              <a:schemeClr val="lt1"/>
            </a:solidFill>
          </a:ln>
          <a:effectLst/>
        </c:spPr>
      </c:pivotFmt>
      <c:pivotFmt>
        <c:idx val="8"/>
        <c:spPr>
          <a:solidFill>
            <a:schemeClr val="accent1"/>
          </a:solidFill>
          <a:ln w="19050">
            <a:solidFill>
              <a:schemeClr val="lt1"/>
            </a:solidFill>
          </a:ln>
          <a:effectLst/>
        </c:spPr>
      </c:pivotFmt>
      <c:pivotFmt>
        <c:idx val="9"/>
        <c:spPr>
          <a:solidFill>
            <a:schemeClr val="accent1">
              <a:tint val="65000"/>
            </a:schemeClr>
          </a:solidFill>
          <a:ln w="19050">
            <a:solidFill>
              <a:schemeClr val="lt1"/>
            </a:solidFill>
          </a:ln>
          <a:effectLst/>
        </c:spPr>
      </c:pivotFmt>
    </c:pivotFmts>
    <c:plotArea>
      <c:layout/>
      <c:pieChart>
        <c:varyColors val="1"/>
        <c:ser>
          <c:idx val="0"/>
          <c:order val="0"/>
          <c:tx>
            <c:strRef>
              <c:f>Sheet3!$B$3</c:f>
              <c:strCache>
                <c:ptCount val="1"/>
                <c:pt idx="0">
                  <c:v>Total</c:v>
                </c:pt>
              </c:strCache>
            </c:strRef>
          </c:tx>
          <c:dPt>
            <c:idx val="0"/>
            <c:bubble3D val="0"/>
            <c:spPr>
              <a:solidFill>
                <a:schemeClr val="accent1">
                  <a:shade val="65000"/>
                </a:schemeClr>
              </a:solidFill>
              <a:ln w="19050">
                <a:solidFill>
                  <a:schemeClr val="lt1"/>
                </a:solidFill>
              </a:ln>
              <a:effectLst/>
            </c:spPr>
            <c:extLst>
              <c:ext xmlns:c16="http://schemas.microsoft.com/office/drawing/2014/chart" uri="{C3380CC4-5D6E-409C-BE32-E72D297353CC}">
                <c16:uniqueId val="{00000001-D032-4A95-863C-90B66F9CD021}"/>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D032-4A95-863C-90B66F9CD021}"/>
              </c:ext>
            </c:extLst>
          </c:dPt>
          <c:dPt>
            <c:idx val="2"/>
            <c:bubble3D val="0"/>
            <c:spPr>
              <a:solidFill>
                <a:schemeClr val="accent1">
                  <a:tint val="65000"/>
                </a:schemeClr>
              </a:solidFill>
              <a:ln w="19050">
                <a:solidFill>
                  <a:schemeClr val="lt1"/>
                </a:solidFill>
              </a:ln>
              <a:effectLst/>
            </c:spPr>
            <c:extLst>
              <c:ext xmlns:c16="http://schemas.microsoft.com/office/drawing/2014/chart" uri="{C3380CC4-5D6E-409C-BE32-E72D297353CC}">
                <c16:uniqueId val="{00000005-D032-4A95-863C-90B66F9CD02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Sheet3!$A$4:$A$7</c:f>
              <c:strCache>
                <c:ptCount val="3"/>
                <c:pt idx="0">
                  <c:v>Female</c:v>
                </c:pt>
                <c:pt idx="1">
                  <c:v>Male</c:v>
                </c:pt>
                <c:pt idx="2">
                  <c:v>(blank)</c:v>
                </c:pt>
              </c:strCache>
            </c:strRef>
          </c:cat>
          <c:val>
            <c:numRef>
              <c:f>Sheet3!$B$4:$B$7</c:f>
              <c:numCache>
                <c:formatCode>General</c:formatCode>
                <c:ptCount val="3"/>
                <c:pt idx="0">
                  <c:v>727</c:v>
                </c:pt>
                <c:pt idx="1">
                  <c:v>519</c:v>
                </c:pt>
              </c:numCache>
            </c:numRef>
          </c:val>
          <c:extLst>
            <c:ext xmlns:c16="http://schemas.microsoft.com/office/drawing/2014/chart" uri="{C3380CC4-5D6E-409C-BE32-E72D297353CC}">
              <c16:uniqueId val="{00000006-D032-4A95-863C-90B66F9CD021}"/>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EE70-460D-898B-48C534F4AD2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EE70-460D-898B-48C534F4AD2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EE70-460D-898B-48C534F4AD2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EE70-460D-898B-48C534F4AD2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EE70-460D-898B-48C534F4AD2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EE70-460D-898B-48C534F4AD2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EE70-460D-898B-48C534F4AD2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EE70-460D-898B-48C534F4AD2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EE70-460D-898B-48C534F4AD2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1597</c:v>
                </c:pt>
                <c:pt idx="1">
                  <c:v>10631</c:v>
                </c:pt>
                <c:pt idx="2">
                  <c:v>7040</c:v>
                </c:pt>
                <c:pt idx="3">
                  <c:v>28623</c:v>
                </c:pt>
                <c:pt idx="4">
                  <c:v>17117</c:v>
                </c:pt>
                <c:pt idx="5">
                  <c:v>9142</c:v>
                </c:pt>
                <c:pt idx="6">
                  <c:v>5472</c:v>
                </c:pt>
                <c:pt idx="7">
                  <c:v>2168</c:v>
                </c:pt>
                <c:pt idx="8">
                  <c:v>679</c:v>
                </c:pt>
              </c:numCache>
            </c:numRef>
          </c:val>
          <c:extLst>
            <c:ext xmlns:c16="http://schemas.microsoft.com/office/drawing/2014/chart" uri="{C3380CC4-5D6E-409C-BE32-E72D297353CC}">
              <c16:uniqueId val="{00000012-EE70-460D-898B-48C534F4AD27}"/>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0"/>
          <c:y val="9.5461504811898586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8365-4A03-A44C-E36610A5A10A}"/>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8365-4A03-A44C-E36610A5A10A}"/>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8365-4A03-A44C-E36610A5A10A}"/>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8365-4A03-A44C-E36610A5A10A}"/>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8365-4A03-A44C-E36610A5A10A}"/>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8365-4A03-A44C-E36610A5A10A}"/>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8365-4A03-A44C-E36610A5A10A}"/>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8365-4A03-A44C-E36610A5A10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Sheet4!$D$4:$D$11</c:f>
              <c:strCache>
                <c:ptCount val="8"/>
                <c:pt idx="0">
                  <c:v>0-2</c:v>
                </c:pt>
                <c:pt idx="1">
                  <c:v>03-09_</c:v>
                </c:pt>
                <c:pt idx="2">
                  <c:v>10-19_</c:v>
                </c:pt>
                <c:pt idx="3">
                  <c:v>20-29</c:v>
                </c:pt>
                <c:pt idx="4">
                  <c:v>30-39</c:v>
                </c:pt>
                <c:pt idx="5">
                  <c:v>40-49</c:v>
                </c:pt>
                <c:pt idx="6">
                  <c:v>50-59</c:v>
                </c:pt>
                <c:pt idx="7">
                  <c:v>60-69</c:v>
                </c:pt>
              </c:strCache>
            </c:strRef>
          </c:cat>
          <c:val>
            <c:numRef>
              <c:f>Sheet4!$E$4:$E$11</c:f>
              <c:numCache>
                <c:formatCode>General</c:formatCode>
                <c:ptCount val="8"/>
                <c:pt idx="0">
                  <c:v>13</c:v>
                </c:pt>
                <c:pt idx="1">
                  <c:v>327</c:v>
                </c:pt>
                <c:pt idx="2">
                  <c:v>262</c:v>
                </c:pt>
                <c:pt idx="3">
                  <c:v>1529</c:v>
                </c:pt>
                <c:pt idx="4">
                  <c:v>787</c:v>
                </c:pt>
                <c:pt idx="5">
                  <c:v>175</c:v>
                </c:pt>
                <c:pt idx="6">
                  <c:v>24</c:v>
                </c:pt>
                <c:pt idx="7">
                  <c:v>2</c:v>
                </c:pt>
              </c:numCache>
            </c:numRef>
          </c:val>
          <c:extLst>
            <c:ext xmlns:c16="http://schemas.microsoft.com/office/drawing/2014/chart" uri="{C3380CC4-5D6E-409C-BE32-E72D297353CC}">
              <c16:uniqueId val="{00000010-8365-4A03-A44C-E36610A5A10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[fairface_gen_ddpm_ema_dlib.xlsx]Sheet4!PivotTable3</c:name>
    <c:fmtId val="6"/>
  </c:pivotSource>
  <c:chart>
    <c:autoTitleDeleted val="1"/>
    <c:pivotFmts>
      <c:pivotFmt>
        <c:idx val="0"/>
        <c:spPr>
          <a:solidFill>
            <a:schemeClr val="accent1"/>
          </a:solidFill>
          <a:ln w="19050">
            <a:solidFill>
              <a:schemeClr val="lt1"/>
            </a:solidFill>
          </a:ln>
          <a:effectLst/>
        </c:spPr>
        <c:marker>
          <c:symbol val="none"/>
        </c:marker>
      </c:pivotFmt>
      <c:pivotFmt>
        <c:idx val="1"/>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
        <c:spPr>
          <a:solidFill>
            <a:schemeClr val="accent1">
              <a:shade val="42000"/>
            </a:schemeClr>
          </a:solidFill>
          <a:ln w="19050">
            <a:solidFill>
              <a:schemeClr val="lt1"/>
            </a:solidFill>
          </a:ln>
          <a:effectLst/>
        </c:spPr>
      </c:pivotFmt>
      <c:pivotFmt>
        <c:idx val="4"/>
        <c:spPr>
          <a:solidFill>
            <a:schemeClr val="accent1">
              <a:shade val="55000"/>
            </a:schemeClr>
          </a:solidFill>
          <a:ln w="19050">
            <a:solidFill>
              <a:schemeClr val="lt1"/>
            </a:solidFill>
          </a:ln>
          <a:effectLst/>
        </c:spPr>
      </c:pivotFmt>
      <c:pivotFmt>
        <c:idx val="5"/>
        <c:spPr>
          <a:solidFill>
            <a:schemeClr val="accent1">
              <a:shade val="68000"/>
            </a:schemeClr>
          </a:solidFill>
          <a:ln w="19050">
            <a:solidFill>
              <a:schemeClr val="lt1"/>
            </a:solidFill>
          </a:ln>
          <a:effectLst/>
        </c:spPr>
      </c:pivotFmt>
      <c:pivotFmt>
        <c:idx val="6"/>
        <c:spPr>
          <a:solidFill>
            <a:schemeClr val="accent1">
              <a:shade val="80000"/>
            </a:schemeClr>
          </a:solidFill>
          <a:ln w="19050">
            <a:solidFill>
              <a:schemeClr val="lt1"/>
            </a:solidFill>
          </a:ln>
          <a:effectLst/>
        </c:spPr>
      </c:pivotFmt>
      <c:pivotFmt>
        <c:idx val="7"/>
        <c:spPr>
          <a:solidFill>
            <a:schemeClr val="accent1">
              <a:shade val="93000"/>
            </a:schemeClr>
          </a:solidFill>
          <a:ln w="19050">
            <a:solidFill>
              <a:schemeClr val="lt1"/>
            </a:solidFill>
          </a:ln>
          <a:effectLst/>
        </c:spPr>
      </c:pivotFmt>
      <c:pivotFmt>
        <c:idx val="8"/>
        <c:spPr>
          <a:solidFill>
            <a:schemeClr val="accent1">
              <a:tint val="94000"/>
            </a:schemeClr>
          </a:solidFill>
          <a:ln w="19050">
            <a:solidFill>
              <a:schemeClr val="lt1"/>
            </a:solidFill>
          </a:ln>
          <a:effectLst/>
        </c:spPr>
      </c:pivotFmt>
      <c:pivotFmt>
        <c:idx val="9"/>
        <c:spPr>
          <a:solidFill>
            <a:schemeClr val="accent1">
              <a:tint val="81000"/>
            </a:schemeClr>
          </a:solidFill>
          <a:ln w="19050">
            <a:solidFill>
              <a:schemeClr val="lt1"/>
            </a:solidFill>
          </a:ln>
          <a:effectLst/>
        </c:spPr>
      </c:pivotFmt>
      <c:pivotFmt>
        <c:idx val="10"/>
        <c:spPr>
          <a:solidFill>
            <a:schemeClr val="accent1">
              <a:tint val="69000"/>
            </a:schemeClr>
          </a:solidFill>
          <a:ln w="19050">
            <a:solidFill>
              <a:schemeClr val="lt1"/>
            </a:solidFill>
          </a:ln>
          <a:effectLst/>
        </c:spPr>
      </c:pivotFmt>
      <c:pivotFmt>
        <c:idx val="11"/>
        <c:spPr>
          <a:solidFill>
            <a:schemeClr val="accent1">
              <a:tint val="56000"/>
            </a:schemeClr>
          </a:solidFill>
          <a:ln w="19050">
            <a:solidFill>
              <a:schemeClr val="lt1"/>
            </a:solidFill>
          </a:ln>
          <a:effectLst/>
        </c:spPr>
      </c:pivotFmt>
      <c:pivotFmt>
        <c:idx val="12"/>
        <c:spPr>
          <a:solidFill>
            <a:schemeClr val="accent1">
              <a:tint val="43000"/>
            </a:schemeClr>
          </a:solidFill>
          <a:ln w="19050">
            <a:solidFill>
              <a:schemeClr val="lt1"/>
            </a:solidFill>
          </a:ln>
          <a:effectLst/>
        </c:spPr>
      </c:pivotFmt>
      <c:pivotFmt>
        <c:idx val="13"/>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4"/>
        <c:spPr>
          <a:solidFill>
            <a:schemeClr val="accent1">
              <a:shade val="42000"/>
            </a:schemeClr>
          </a:solidFill>
          <a:ln w="19050">
            <a:solidFill>
              <a:schemeClr val="lt1"/>
            </a:solidFill>
          </a:ln>
          <a:effectLst/>
        </c:spPr>
      </c:pivotFmt>
      <c:pivotFmt>
        <c:idx val="15"/>
        <c:spPr>
          <a:solidFill>
            <a:schemeClr val="accent1">
              <a:shade val="55000"/>
            </a:schemeClr>
          </a:solidFill>
          <a:ln w="19050">
            <a:solidFill>
              <a:schemeClr val="lt1"/>
            </a:solidFill>
          </a:ln>
          <a:effectLst/>
        </c:spPr>
      </c:pivotFmt>
      <c:pivotFmt>
        <c:idx val="16"/>
        <c:spPr>
          <a:solidFill>
            <a:schemeClr val="accent1">
              <a:shade val="68000"/>
            </a:schemeClr>
          </a:solidFill>
          <a:ln w="19050">
            <a:solidFill>
              <a:schemeClr val="lt1"/>
            </a:solidFill>
          </a:ln>
          <a:effectLst/>
        </c:spPr>
      </c:pivotFmt>
      <c:pivotFmt>
        <c:idx val="17"/>
        <c:spPr>
          <a:solidFill>
            <a:schemeClr val="accent1">
              <a:shade val="80000"/>
            </a:schemeClr>
          </a:solidFill>
          <a:ln w="19050">
            <a:solidFill>
              <a:schemeClr val="lt1"/>
            </a:solidFill>
          </a:ln>
          <a:effectLst/>
        </c:spPr>
      </c:pivotFmt>
      <c:pivotFmt>
        <c:idx val="18"/>
        <c:spPr>
          <a:solidFill>
            <a:schemeClr val="accent1">
              <a:shade val="93000"/>
            </a:schemeClr>
          </a:solidFill>
          <a:ln w="19050">
            <a:solidFill>
              <a:schemeClr val="lt1"/>
            </a:solidFill>
          </a:ln>
          <a:effectLst/>
        </c:spPr>
      </c:pivotFmt>
      <c:pivotFmt>
        <c:idx val="19"/>
        <c:spPr>
          <a:solidFill>
            <a:schemeClr val="accent1">
              <a:tint val="94000"/>
            </a:schemeClr>
          </a:solidFill>
          <a:ln w="19050">
            <a:solidFill>
              <a:schemeClr val="lt1"/>
            </a:solidFill>
          </a:ln>
          <a:effectLst/>
        </c:spPr>
      </c:pivotFmt>
      <c:pivotFmt>
        <c:idx val="20"/>
        <c:spPr>
          <a:solidFill>
            <a:schemeClr val="accent1">
              <a:tint val="81000"/>
            </a:schemeClr>
          </a:solidFill>
          <a:ln w="19050">
            <a:solidFill>
              <a:schemeClr val="lt1"/>
            </a:solidFill>
          </a:ln>
          <a:effectLst/>
        </c:spPr>
      </c:pivotFmt>
      <c:pivotFmt>
        <c:idx val="21"/>
        <c:spPr>
          <a:solidFill>
            <a:schemeClr val="accent1">
              <a:tint val="69000"/>
            </a:schemeClr>
          </a:solidFill>
          <a:ln w="19050">
            <a:solidFill>
              <a:schemeClr val="lt1"/>
            </a:solidFill>
          </a:ln>
          <a:effectLst/>
        </c:spPr>
      </c:pivotFmt>
      <c:pivotFmt>
        <c:idx val="22"/>
        <c:spPr>
          <a:solidFill>
            <a:schemeClr val="accent1">
              <a:tint val="56000"/>
            </a:schemeClr>
          </a:solidFill>
          <a:ln w="19050">
            <a:solidFill>
              <a:schemeClr val="lt1"/>
            </a:solidFill>
          </a:ln>
          <a:effectLst/>
        </c:spPr>
      </c:pivotFmt>
      <c:pivotFmt>
        <c:idx val="23"/>
        <c:spPr>
          <a:solidFill>
            <a:schemeClr val="accent1">
              <a:tint val="43000"/>
            </a:schemeClr>
          </a:solidFill>
          <a:ln w="19050">
            <a:solidFill>
              <a:schemeClr val="lt1"/>
            </a:solidFill>
          </a:ln>
          <a:effectLst/>
        </c:spPr>
      </c:pivotFmt>
    </c:pivotFmts>
    <c:plotArea>
      <c:layout/>
      <c:pieChart>
        <c:varyColors val="1"/>
        <c:ser>
          <c:idx val="0"/>
          <c:order val="0"/>
          <c:tx>
            <c:strRef>
              <c:f>Sheet4!$B$3</c:f>
              <c:strCache>
                <c:ptCount val="1"/>
                <c:pt idx="0">
                  <c:v>Total</c:v>
                </c:pt>
              </c:strCache>
            </c:strRef>
          </c:tx>
          <c:dPt>
            <c:idx val="0"/>
            <c:bubble3D val="0"/>
            <c:spPr>
              <a:solidFill>
                <a:schemeClr val="accent1">
                  <a:shade val="42000"/>
                </a:schemeClr>
              </a:solidFill>
              <a:ln w="19050">
                <a:solidFill>
                  <a:schemeClr val="lt1"/>
                </a:solidFill>
              </a:ln>
              <a:effectLst/>
            </c:spPr>
            <c:extLst>
              <c:ext xmlns:c16="http://schemas.microsoft.com/office/drawing/2014/chart" uri="{C3380CC4-5D6E-409C-BE32-E72D297353CC}">
                <c16:uniqueId val="{00000001-A9DA-4849-92D5-1627F1CEFA4E}"/>
              </c:ext>
            </c:extLst>
          </c:dPt>
          <c:dPt>
            <c:idx val="1"/>
            <c:bubble3D val="0"/>
            <c:spPr>
              <a:solidFill>
                <a:schemeClr val="accent1">
                  <a:shade val="55000"/>
                </a:schemeClr>
              </a:solidFill>
              <a:ln w="19050">
                <a:solidFill>
                  <a:schemeClr val="lt1"/>
                </a:solidFill>
              </a:ln>
              <a:effectLst/>
            </c:spPr>
            <c:extLst>
              <c:ext xmlns:c16="http://schemas.microsoft.com/office/drawing/2014/chart" uri="{C3380CC4-5D6E-409C-BE32-E72D297353CC}">
                <c16:uniqueId val="{00000003-A9DA-4849-92D5-1627F1CEFA4E}"/>
              </c:ext>
            </c:extLst>
          </c:dPt>
          <c:dPt>
            <c:idx val="2"/>
            <c:bubble3D val="0"/>
            <c:spPr>
              <a:solidFill>
                <a:schemeClr val="accent1">
                  <a:shade val="68000"/>
                </a:schemeClr>
              </a:solidFill>
              <a:ln w="19050">
                <a:solidFill>
                  <a:schemeClr val="lt1"/>
                </a:solidFill>
              </a:ln>
              <a:effectLst/>
            </c:spPr>
            <c:extLst>
              <c:ext xmlns:c16="http://schemas.microsoft.com/office/drawing/2014/chart" uri="{C3380CC4-5D6E-409C-BE32-E72D297353CC}">
                <c16:uniqueId val="{00000005-A9DA-4849-92D5-1627F1CEFA4E}"/>
              </c:ext>
            </c:extLst>
          </c:dPt>
          <c:dPt>
            <c:idx val="3"/>
            <c:bubble3D val="0"/>
            <c:spPr>
              <a:solidFill>
                <a:schemeClr val="accent1">
                  <a:shade val="80000"/>
                </a:schemeClr>
              </a:solidFill>
              <a:ln w="19050">
                <a:solidFill>
                  <a:schemeClr val="lt1"/>
                </a:solidFill>
              </a:ln>
              <a:effectLst/>
            </c:spPr>
            <c:extLst>
              <c:ext xmlns:c16="http://schemas.microsoft.com/office/drawing/2014/chart" uri="{C3380CC4-5D6E-409C-BE32-E72D297353CC}">
                <c16:uniqueId val="{00000007-A9DA-4849-92D5-1627F1CEFA4E}"/>
              </c:ext>
            </c:extLst>
          </c:dPt>
          <c:dPt>
            <c:idx val="4"/>
            <c:bubble3D val="0"/>
            <c:spPr>
              <a:solidFill>
                <a:schemeClr val="accent1">
                  <a:shade val="93000"/>
                </a:schemeClr>
              </a:solidFill>
              <a:ln w="19050">
                <a:solidFill>
                  <a:schemeClr val="lt1"/>
                </a:solidFill>
              </a:ln>
              <a:effectLst/>
            </c:spPr>
            <c:extLst>
              <c:ext xmlns:c16="http://schemas.microsoft.com/office/drawing/2014/chart" uri="{C3380CC4-5D6E-409C-BE32-E72D297353CC}">
                <c16:uniqueId val="{00000009-A9DA-4849-92D5-1627F1CEFA4E}"/>
              </c:ext>
            </c:extLst>
          </c:dPt>
          <c:dPt>
            <c:idx val="5"/>
            <c:bubble3D val="0"/>
            <c:spPr>
              <a:solidFill>
                <a:schemeClr val="accent1">
                  <a:tint val="94000"/>
                </a:schemeClr>
              </a:solidFill>
              <a:ln w="19050">
                <a:solidFill>
                  <a:schemeClr val="lt1"/>
                </a:solidFill>
              </a:ln>
              <a:effectLst/>
            </c:spPr>
            <c:extLst>
              <c:ext xmlns:c16="http://schemas.microsoft.com/office/drawing/2014/chart" uri="{C3380CC4-5D6E-409C-BE32-E72D297353CC}">
                <c16:uniqueId val="{0000000B-A9DA-4849-92D5-1627F1CEFA4E}"/>
              </c:ext>
            </c:extLst>
          </c:dPt>
          <c:dPt>
            <c:idx val="6"/>
            <c:bubble3D val="0"/>
            <c:spPr>
              <a:solidFill>
                <a:schemeClr val="accent1">
                  <a:tint val="81000"/>
                </a:schemeClr>
              </a:solidFill>
              <a:ln w="19050">
                <a:solidFill>
                  <a:schemeClr val="lt1"/>
                </a:solidFill>
              </a:ln>
              <a:effectLst/>
            </c:spPr>
            <c:extLst>
              <c:ext xmlns:c16="http://schemas.microsoft.com/office/drawing/2014/chart" uri="{C3380CC4-5D6E-409C-BE32-E72D297353CC}">
                <c16:uniqueId val="{0000000D-A9DA-4849-92D5-1627F1CEFA4E}"/>
              </c:ext>
            </c:extLst>
          </c:dPt>
          <c:dPt>
            <c:idx val="7"/>
            <c:bubble3D val="0"/>
            <c:spPr>
              <a:solidFill>
                <a:schemeClr val="accent1">
                  <a:tint val="69000"/>
                </a:schemeClr>
              </a:solidFill>
              <a:ln w="19050">
                <a:solidFill>
                  <a:schemeClr val="lt1"/>
                </a:solidFill>
              </a:ln>
              <a:effectLst/>
            </c:spPr>
            <c:extLst>
              <c:ext xmlns:c16="http://schemas.microsoft.com/office/drawing/2014/chart" uri="{C3380CC4-5D6E-409C-BE32-E72D297353CC}">
                <c16:uniqueId val="{0000000F-A9DA-4849-92D5-1627F1CEFA4E}"/>
              </c:ext>
            </c:extLst>
          </c:dPt>
          <c:dPt>
            <c:idx val="8"/>
            <c:bubble3D val="0"/>
            <c:spPr>
              <a:solidFill>
                <a:schemeClr val="accent1">
                  <a:tint val="56000"/>
                </a:schemeClr>
              </a:solidFill>
              <a:ln w="19050">
                <a:solidFill>
                  <a:schemeClr val="lt1"/>
                </a:solidFill>
              </a:ln>
              <a:effectLst/>
            </c:spPr>
            <c:extLst>
              <c:ext xmlns:c16="http://schemas.microsoft.com/office/drawing/2014/chart" uri="{C3380CC4-5D6E-409C-BE32-E72D297353CC}">
                <c16:uniqueId val="{00000011-A9DA-4849-92D5-1627F1CEFA4E}"/>
              </c:ext>
            </c:extLst>
          </c:dPt>
          <c:dPt>
            <c:idx val="9"/>
            <c:bubble3D val="0"/>
            <c:spPr>
              <a:solidFill>
                <a:schemeClr val="accent1">
                  <a:tint val="43000"/>
                </a:schemeClr>
              </a:solidFill>
              <a:ln w="19050">
                <a:solidFill>
                  <a:schemeClr val="lt1"/>
                </a:solidFill>
              </a:ln>
              <a:effectLst/>
            </c:spPr>
            <c:extLst>
              <c:ext xmlns:c16="http://schemas.microsoft.com/office/drawing/2014/chart" uri="{C3380CC4-5D6E-409C-BE32-E72D297353CC}">
                <c16:uniqueId val="{00000013-A9DA-4849-92D5-1627F1CEFA4E}"/>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Sheet4!$A$4:$A$14</c:f>
              <c:strCache>
                <c:ptCount val="10"/>
                <c:pt idx="0">
                  <c:v>0-2</c:v>
                </c:pt>
                <c:pt idx="1">
                  <c:v>10-19</c:v>
                </c:pt>
                <c:pt idx="2">
                  <c:v>20-29</c:v>
                </c:pt>
                <c:pt idx="3">
                  <c:v>30-39</c:v>
                </c:pt>
                <c:pt idx="4">
                  <c:v>3-9</c:v>
                </c:pt>
                <c:pt idx="5">
                  <c:v>40-49</c:v>
                </c:pt>
                <c:pt idx="6">
                  <c:v>50-59</c:v>
                </c:pt>
                <c:pt idx="7">
                  <c:v>60-69</c:v>
                </c:pt>
                <c:pt idx="8">
                  <c:v>70+</c:v>
                </c:pt>
                <c:pt idx="9">
                  <c:v>(blank)</c:v>
                </c:pt>
              </c:strCache>
            </c:strRef>
          </c:cat>
          <c:val>
            <c:numRef>
              <c:f>Sheet4!$B$4:$B$14</c:f>
              <c:numCache>
                <c:formatCode>General</c:formatCode>
                <c:ptCount val="10"/>
                <c:pt idx="0">
                  <c:v>9</c:v>
                </c:pt>
                <c:pt idx="1">
                  <c:v>230</c:v>
                </c:pt>
                <c:pt idx="2">
                  <c:v>563</c:v>
                </c:pt>
                <c:pt idx="3">
                  <c:v>202</c:v>
                </c:pt>
                <c:pt idx="4">
                  <c:v>145</c:v>
                </c:pt>
                <c:pt idx="5">
                  <c:v>73</c:v>
                </c:pt>
                <c:pt idx="6">
                  <c:v>18</c:v>
                </c:pt>
                <c:pt idx="7">
                  <c:v>5</c:v>
                </c:pt>
                <c:pt idx="8">
                  <c:v>1</c:v>
                </c:pt>
              </c:numCache>
            </c:numRef>
          </c:val>
          <c:extLst>
            <c:ext xmlns:c16="http://schemas.microsoft.com/office/drawing/2014/chart" uri="{C3380CC4-5D6E-409C-BE32-E72D297353CC}">
              <c16:uniqueId val="{00000014-A9DA-4849-92D5-1627F1CEFA4E}"/>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[fairface_gen_ddpm_ema_dlib.xlsx]Sheet6!PivotTable5</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246</c:v>
                </c:pt>
                <c:pt idx="1">
                  <c:v>60</c:v>
                </c:pt>
                <c:pt idx="2">
                  <c:v>58</c:v>
                </c:pt>
                <c:pt idx="3">
                  <c:v>363</c:v>
                </c:pt>
                <c:pt idx="4">
                  <c:v>169</c:v>
                </c:pt>
                <c:pt idx="5">
                  <c:v>32</c:v>
                </c:pt>
                <c:pt idx="6">
                  <c:v>49</c:v>
                </c:pt>
                <c:pt idx="7">
                  <c:v>269</c:v>
                </c:pt>
              </c:numCache>
            </c:numRef>
          </c:val>
          <c:extLst>
            <c:ext xmlns:c16="http://schemas.microsoft.com/office/drawing/2014/chart" uri="{C3380CC4-5D6E-409C-BE32-E72D297353CC}">
              <c16:uniqueId val="{00000000-4E78-44B7-A2D8-65866475CC45}"/>
            </c:ext>
          </c:extLst>
        </c:ser>
        <c:dLbls>
          <c:showLegendKey val="0"/>
          <c:showVal val="0"/>
          <c:showCatName val="0"/>
          <c:showSerName val="0"/>
          <c:showPercent val="0"/>
          <c:showBubbleSize val="0"/>
        </c:dLbls>
        <c:gapWidth val="219"/>
        <c:overlap val="-27"/>
        <c:axId val="159561664"/>
        <c:axId val="159563328"/>
      </c:barChart>
      <c:catAx>
        <c:axId val="159561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3328"/>
        <c:crosses val="autoZero"/>
        <c:auto val="1"/>
        <c:lblAlgn val="ctr"/>
        <c:lblOffset val="100"/>
        <c:noMultiLvlLbl val="0"/>
      </c:catAx>
      <c:valAx>
        <c:axId val="1595633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95616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[fairface_gen_ddpm_ema_dlib.xlsx]Sheet5!PivotTable4</c:name>
    <c:fmtId val="-1"/>
  </c:pivotSource>
  <c:chart>
    <c:autoTitleDeleted val="1"/>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246</c:v>
                </c:pt>
                <c:pt idx="1">
                  <c:v>169</c:v>
                </c:pt>
                <c:pt idx="2">
                  <c:v>60</c:v>
                </c:pt>
                <c:pt idx="3">
                  <c:v>32</c:v>
                </c:pt>
                <c:pt idx="4">
                  <c:v>58</c:v>
                </c:pt>
                <c:pt idx="5">
                  <c:v>49</c:v>
                </c:pt>
                <c:pt idx="6">
                  <c:v>363</c:v>
                </c:pt>
                <c:pt idx="7">
                  <c:v>269</c:v>
                </c:pt>
              </c:numCache>
            </c:numRef>
          </c:val>
          <c:extLst>
            <c:ext xmlns:c16="http://schemas.microsoft.com/office/drawing/2014/chart" uri="{C3380CC4-5D6E-409C-BE32-E72D297353CC}">
              <c16:uniqueId val="{00000000-3B44-4798-9C01-106625E2FA20}"/>
            </c:ext>
          </c:extLst>
        </c:ser>
        <c:dLbls>
          <c:showLegendKey val="0"/>
          <c:showVal val="0"/>
          <c:showCatName val="0"/>
          <c:showSerName val="0"/>
          <c:showPercent val="0"/>
          <c:showBubbleSize val="0"/>
        </c:dLbls>
        <c:gapWidth val="219"/>
        <c:overlap val="-27"/>
        <c:axId val="87567920"/>
        <c:axId val="87577072"/>
      </c:barChart>
      <c:catAx>
        <c:axId val="87567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77072"/>
        <c:crosses val="autoZero"/>
        <c:auto val="1"/>
        <c:lblAlgn val="ctr"/>
        <c:lblOffset val="100"/>
        <c:noMultiLvlLbl val="0"/>
      </c:catAx>
      <c:valAx>
        <c:axId val="875770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75679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BD94-404F-AF54-5AC669F84D9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BD94-404F-AF54-5AC669F84D9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BD94-404F-AF54-5AC669F84D9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BD94-404F-AF54-5AC669F84D9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Sheet2!$D$4:$D$7</c:f>
              <c:strCache>
                <c:ptCount val="4"/>
                <c:pt idx="0">
                  <c:v>Asian</c:v>
                </c:pt>
                <c:pt idx="1">
                  <c:v>Black</c:v>
                </c:pt>
                <c:pt idx="2">
                  <c:v>Indian</c:v>
                </c:pt>
                <c:pt idx="3">
                  <c:v>White</c:v>
                </c:pt>
              </c:strCache>
            </c:strRef>
          </c:cat>
          <c:val>
            <c:numRef>
              <c:f>Sheet2!$E$4:$E$7</c:f>
              <c:numCache>
                <c:formatCode>General</c:formatCode>
                <c:ptCount val="4"/>
                <c:pt idx="0">
                  <c:v>12000</c:v>
                </c:pt>
                <c:pt idx="1">
                  <c:v>11997</c:v>
                </c:pt>
                <c:pt idx="2">
                  <c:v>12000</c:v>
                </c:pt>
                <c:pt idx="3">
                  <c:v>12000</c:v>
                </c:pt>
              </c:numCache>
            </c:numRef>
          </c:val>
          <c:extLst>
            <c:ext xmlns:c16="http://schemas.microsoft.com/office/drawing/2014/chart" uri="{C3380CC4-5D6E-409C-BE32-E72D297353CC}">
              <c16:uniqueId val="{00000008-BD94-404F-AF54-5AC669F84D93}"/>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1067366579177626E-3"/>
          <c:y val="1.3644648585593444E-3"/>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ACA3-4311-B676-941D56FDCA6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ACA3-4311-B676-941D56FDCA6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ACA3-4311-B676-941D56FDCA6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ACA3-4311-B676-941D56FDCA69}"/>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706</c:v>
                </c:pt>
                <c:pt idx="1">
                  <c:v>554</c:v>
                </c:pt>
                <c:pt idx="2">
                  <c:v>1003</c:v>
                </c:pt>
                <c:pt idx="3">
                  <c:v>634</c:v>
                </c:pt>
              </c:numCache>
            </c:numRef>
          </c:val>
          <c:extLst>
            <c:ext xmlns:c16="http://schemas.microsoft.com/office/drawing/2014/chart" uri="{C3380CC4-5D6E-409C-BE32-E72D297353CC}">
              <c16:uniqueId val="{00000008-ACA3-4311-B676-941D56FDCA6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ACEB-4E3B-A4E1-E721F3E317B1}"/>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ACEB-4E3B-A4E1-E721F3E317B1}"/>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ACEB-4E3B-A4E1-E721F3E317B1}"/>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ACEB-4E3B-A4E1-E721F3E317B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466</c:v>
                </c:pt>
                <c:pt idx="1">
                  <c:v>246</c:v>
                </c:pt>
                <c:pt idx="2">
                  <c:v>286</c:v>
                </c:pt>
                <c:pt idx="3">
                  <c:v>1099</c:v>
                </c:pt>
              </c:numCache>
            </c:numRef>
          </c:val>
          <c:extLst>
            <c:ext xmlns:c16="http://schemas.microsoft.com/office/drawing/2014/chart" uri="{C3380CC4-5D6E-409C-BE32-E72D297353CC}">
              <c16:uniqueId val="{00000008-ACEB-4E3B-A4E1-E721F3E317B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0956-48CA-90D7-44F6D36C194C}"/>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0956-48CA-90D7-44F6D36C194C}"/>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Sheet3!$D$4:$D$5</c:f>
              <c:strCache>
                <c:ptCount val="2"/>
                <c:pt idx="0">
                  <c:v>Female</c:v>
                </c:pt>
                <c:pt idx="1">
                  <c:v>Male</c:v>
                </c:pt>
              </c:strCache>
            </c:strRef>
          </c:cat>
          <c:val>
            <c:numRef>
              <c:f>Sheet3!$E$4:$E$5</c:f>
              <c:numCache>
                <c:formatCode>General</c:formatCode>
                <c:ptCount val="2"/>
                <c:pt idx="0">
                  <c:v>23999</c:v>
                </c:pt>
                <c:pt idx="1">
                  <c:v>23998</c:v>
                </c:pt>
              </c:numCache>
            </c:numRef>
          </c:val>
          <c:extLst>
            <c:ext xmlns:c16="http://schemas.microsoft.com/office/drawing/2014/chart" uri="{C3380CC4-5D6E-409C-BE32-E72D297353CC}">
              <c16:uniqueId val="{00000004-0956-48CA-90D7-44F6D36C194C}"/>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9.5927384076989908E-3"/>
          <c:y val="1.4467045785943447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D4B5-4B19-A80B-48D1C0A807F4}"/>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D4B5-4B19-A80B-48D1C0A807F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1658</c:v>
                </c:pt>
                <c:pt idx="1">
                  <c:v>1239</c:v>
                </c:pt>
              </c:numCache>
            </c:numRef>
          </c:val>
          <c:extLst>
            <c:ext xmlns:c16="http://schemas.microsoft.com/office/drawing/2014/chart" uri="{C3380CC4-5D6E-409C-BE32-E72D297353CC}">
              <c16:uniqueId val="{00000004-D4B5-4B19-A80B-48D1C0A807F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8E5F-41A7-9139-CE7233C7C8B8}"/>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8E5F-41A7-9139-CE7233C7C8B8}"/>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1101</c:v>
                </c:pt>
                <c:pt idx="1">
                  <c:v>996</c:v>
                </c:pt>
              </c:numCache>
            </c:numRef>
          </c:val>
          <c:extLst>
            <c:ext xmlns:c16="http://schemas.microsoft.com/office/drawing/2014/chart" uri="{C3380CC4-5D6E-409C-BE32-E72D297353CC}">
              <c16:uniqueId val="{00000004-8E5F-41A7-9139-CE7233C7C8B8}"/>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[fairface_trndata_dlib_balanced.xlsx]Sheet4!$E$3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DD81-47BA-9CFC-64E030C99F4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DD81-47BA-9CFC-64E030C99F4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DD81-47BA-9CFC-64E030C99F4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DD81-47BA-9CFC-64E030C99F4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DD81-47BA-9CFC-64E030C99F4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DD81-47BA-9CFC-64E030C99F4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DD81-47BA-9CFC-64E030C99F4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DD81-47BA-9CFC-64E030C99F4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DD81-47BA-9CFC-64E030C99F4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[fairface_trndata_dlib_balanced.xlsx]Sheet4!$D$4:$D$12</c:f>
              <c:strCache>
                <c:ptCount val="9"/>
                <c:pt idx="0">
                  <c:v>0-2</c:v>
                </c:pt>
                <c:pt idx="1">
                  <c:v>03-09_</c:v>
                </c:pt>
                <c:pt idx="2">
                  <c:v>10-19_</c:v>
                </c:pt>
                <c:pt idx="3">
                  <c:v>20-29</c:v>
                </c:pt>
                <c:pt idx="4">
                  <c:v>30-39</c:v>
                </c:pt>
                <c:pt idx="5">
                  <c:v>40-49</c:v>
                </c:pt>
                <c:pt idx="6">
                  <c:v>50-59</c:v>
                </c:pt>
                <c:pt idx="7">
                  <c:v>60-69</c:v>
                </c:pt>
                <c:pt idx="8">
                  <c:v>70+</c:v>
                </c:pt>
              </c:strCache>
            </c:strRef>
          </c:cat>
          <c:val>
            <c:numRef>
              <c:f>[fairface_trndata_dlib_balanced.xlsx]Sheet4!$E$4:$E$12</c:f>
              <c:numCache>
                <c:formatCode>General</c:formatCode>
                <c:ptCount val="9"/>
                <c:pt idx="0">
                  <c:v>907</c:v>
                </c:pt>
                <c:pt idx="1">
                  <c:v>6596</c:v>
                </c:pt>
                <c:pt idx="2">
                  <c:v>4475</c:v>
                </c:pt>
                <c:pt idx="3">
                  <c:v>16241</c:v>
                </c:pt>
                <c:pt idx="4">
                  <c:v>9937</c:v>
                </c:pt>
                <c:pt idx="5">
                  <c:v>5268</c:v>
                </c:pt>
                <c:pt idx="6">
                  <c:v>3037</c:v>
                </c:pt>
                <c:pt idx="7">
                  <c:v>1167</c:v>
                </c:pt>
                <c:pt idx="8">
                  <c:v>369</c:v>
                </c:pt>
              </c:numCache>
            </c:numRef>
          </c:val>
          <c:extLst>
            <c:ext xmlns:c16="http://schemas.microsoft.com/office/drawing/2014/chart" uri="{C3380CC4-5D6E-409C-BE32-E72D297353CC}">
              <c16:uniqueId val="{00000012-DD81-47BA-9CFC-64E030C99F4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7734033245844216E-3"/>
          <c:y val="4.9165208515602301E-3"/>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Sheet7!$E$4</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73D5-436D-9BFB-B6CF349349A7}"/>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73D5-436D-9BFB-B6CF349349A7}"/>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73D5-436D-9BFB-B6CF349349A7}"/>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73D5-436D-9BFB-B6CF349349A7}"/>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73D5-436D-9BFB-B6CF349349A7}"/>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73D5-436D-9BFB-B6CF349349A7}"/>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73D5-436D-9BFB-B6CF349349A7}"/>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73D5-436D-9BFB-B6CF349349A7}"/>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73D5-436D-9BFB-B6CF349349A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Sheet7!$D$5:$D$13</c:f>
              <c:strCache>
                <c:ptCount val="9"/>
                <c:pt idx="0">
                  <c:v>0-2</c:v>
                </c:pt>
                <c:pt idx="1">
                  <c:v>03-09_</c:v>
                </c:pt>
                <c:pt idx="2">
                  <c:v>10-19_</c:v>
                </c:pt>
                <c:pt idx="3">
                  <c:v>20-29</c:v>
                </c:pt>
                <c:pt idx="4">
                  <c:v>30-39</c:v>
                </c:pt>
                <c:pt idx="5">
                  <c:v>40-49</c:v>
                </c:pt>
                <c:pt idx="6">
                  <c:v>50-59</c:v>
                </c:pt>
                <c:pt idx="7">
                  <c:v>60-69</c:v>
                </c:pt>
                <c:pt idx="8">
                  <c:v>70+</c:v>
                </c:pt>
              </c:strCache>
            </c:strRef>
          </c:cat>
          <c:val>
            <c:numRef>
              <c:f>Sheet7!$E$5:$E$13</c:f>
              <c:numCache>
                <c:formatCode>General</c:formatCode>
                <c:ptCount val="9"/>
                <c:pt idx="0">
                  <c:v>52</c:v>
                </c:pt>
                <c:pt idx="1">
                  <c:v>377</c:v>
                </c:pt>
                <c:pt idx="2">
                  <c:v>243</c:v>
                </c:pt>
                <c:pt idx="3">
                  <c:v>1131</c:v>
                </c:pt>
                <c:pt idx="4">
                  <c:v>734</c:v>
                </c:pt>
                <c:pt idx="5">
                  <c:v>255</c:v>
                </c:pt>
                <c:pt idx="6">
                  <c:v>88</c:v>
                </c:pt>
                <c:pt idx="7">
                  <c:v>15</c:v>
                </c:pt>
                <c:pt idx="8">
                  <c:v>2</c:v>
                </c:pt>
              </c:numCache>
            </c:numRef>
          </c:val>
          <c:extLst>
            <c:ext xmlns:c16="http://schemas.microsoft.com/office/drawing/2014/chart" uri="{C3380CC4-5D6E-409C-BE32-E72D297353CC}">
              <c16:uniqueId val="{00000012-73D5-436D-9BFB-B6CF349349A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pivotSource>
    <c:name>[Book1.xlsx]Sheet5!PivotTable4</c:name>
    <c:fmtId val="7"/>
  </c:pivotSource>
  <c:chart>
    <c:autoTitleDeleted val="1"/>
    <c:pivotFmts>
      <c:pivotFmt>
        <c:idx val="0"/>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
        <c:spPr>
          <a:solidFill>
            <a:schemeClr val="accent1">
              <a:shade val="42000"/>
            </a:schemeClr>
          </a:solidFill>
          <a:ln w="19050">
            <a:solidFill>
              <a:schemeClr val="lt1"/>
            </a:solidFill>
          </a:ln>
          <a:effectLst/>
        </c:spPr>
      </c:pivotFmt>
      <c:pivotFmt>
        <c:idx val="3"/>
        <c:spPr>
          <a:solidFill>
            <a:schemeClr val="accent1">
              <a:shade val="55000"/>
            </a:schemeClr>
          </a:solidFill>
          <a:ln w="19050">
            <a:solidFill>
              <a:schemeClr val="lt1"/>
            </a:solidFill>
          </a:ln>
          <a:effectLst/>
        </c:spPr>
      </c:pivotFmt>
      <c:pivotFmt>
        <c:idx val="4"/>
        <c:spPr>
          <a:solidFill>
            <a:schemeClr val="accent1">
              <a:shade val="68000"/>
            </a:schemeClr>
          </a:solidFill>
          <a:ln w="19050">
            <a:solidFill>
              <a:schemeClr val="lt1"/>
            </a:solidFill>
          </a:ln>
          <a:effectLst/>
        </c:spPr>
      </c:pivotFmt>
      <c:pivotFmt>
        <c:idx val="5"/>
        <c:spPr>
          <a:solidFill>
            <a:schemeClr val="accent1">
              <a:shade val="80000"/>
            </a:schemeClr>
          </a:solidFill>
          <a:ln w="19050">
            <a:solidFill>
              <a:schemeClr val="lt1"/>
            </a:solidFill>
          </a:ln>
          <a:effectLst/>
        </c:spPr>
      </c:pivotFmt>
      <c:pivotFmt>
        <c:idx val="6"/>
        <c:spPr>
          <a:solidFill>
            <a:schemeClr val="accent1">
              <a:shade val="93000"/>
            </a:schemeClr>
          </a:solidFill>
          <a:ln w="19050">
            <a:solidFill>
              <a:schemeClr val="lt1"/>
            </a:solidFill>
          </a:ln>
          <a:effectLst/>
        </c:spPr>
      </c:pivotFmt>
      <c:pivotFmt>
        <c:idx val="7"/>
        <c:spPr>
          <a:solidFill>
            <a:schemeClr val="accent1">
              <a:tint val="94000"/>
            </a:schemeClr>
          </a:solidFill>
          <a:ln w="19050">
            <a:solidFill>
              <a:schemeClr val="lt1"/>
            </a:solidFill>
          </a:ln>
          <a:effectLst/>
        </c:spPr>
      </c:pivotFmt>
      <c:pivotFmt>
        <c:idx val="8"/>
        <c:spPr>
          <a:solidFill>
            <a:schemeClr val="accent1">
              <a:tint val="81000"/>
            </a:schemeClr>
          </a:solidFill>
          <a:ln w="19050">
            <a:solidFill>
              <a:schemeClr val="lt1"/>
            </a:solidFill>
          </a:ln>
          <a:effectLst/>
        </c:spPr>
      </c:pivotFmt>
      <c:pivotFmt>
        <c:idx val="9"/>
        <c:spPr>
          <a:solidFill>
            <a:schemeClr val="accent1">
              <a:tint val="69000"/>
            </a:schemeClr>
          </a:solidFill>
          <a:ln w="19050">
            <a:solidFill>
              <a:schemeClr val="lt1"/>
            </a:solidFill>
          </a:ln>
          <a:effectLst/>
        </c:spPr>
      </c:pivotFmt>
      <c:pivotFmt>
        <c:idx val="10"/>
        <c:spPr>
          <a:solidFill>
            <a:schemeClr val="accent1">
              <a:tint val="56000"/>
            </a:schemeClr>
          </a:solidFill>
          <a:ln w="19050">
            <a:solidFill>
              <a:schemeClr val="lt1"/>
            </a:solidFill>
          </a:ln>
          <a:effectLst/>
        </c:spPr>
      </c:pivotFmt>
      <c:pivotFmt>
        <c:idx val="11"/>
        <c:spPr>
          <a:solidFill>
            <a:schemeClr val="accent1">
              <a:tint val="43000"/>
            </a:schemeClr>
          </a:solidFill>
          <a:ln w="19050">
            <a:solidFill>
              <a:schemeClr val="lt1"/>
            </a:solidFill>
          </a:ln>
          <a:effectLst/>
        </c:spPr>
      </c:pivotFmt>
      <c:pivotFmt>
        <c:idx val="12"/>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3"/>
        <c:spPr>
          <a:solidFill>
            <a:schemeClr val="accent1">
              <a:shade val="42000"/>
            </a:schemeClr>
          </a:solidFill>
          <a:ln w="19050">
            <a:solidFill>
              <a:schemeClr val="lt1"/>
            </a:solidFill>
          </a:ln>
          <a:effectLst/>
        </c:spPr>
      </c:pivotFmt>
      <c:pivotFmt>
        <c:idx val="14"/>
        <c:spPr>
          <a:solidFill>
            <a:schemeClr val="accent1">
              <a:shade val="55000"/>
            </a:schemeClr>
          </a:solidFill>
          <a:ln w="19050">
            <a:solidFill>
              <a:schemeClr val="lt1"/>
            </a:solidFill>
          </a:ln>
          <a:effectLst/>
        </c:spPr>
      </c:pivotFmt>
      <c:pivotFmt>
        <c:idx val="15"/>
        <c:spPr>
          <a:solidFill>
            <a:schemeClr val="accent1">
              <a:shade val="68000"/>
            </a:schemeClr>
          </a:solidFill>
          <a:ln w="19050">
            <a:solidFill>
              <a:schemeClr val="lt1"/>
            </a:solidFill>
          </a:ln>
          <a:effectLst/>
        </c:spPr>
      </c:pivotFmt>
      <c:pivotFmt>
        <c:idx val="16"/>
        <c:spPr>
          <a:solidFill>
            <a:schemeClr val="accent1">
              <a:shade val="80000"/>
            </a:schemeClr>
          </a:solidFill>
          <a:ln w="19050">
            <a:solidFill>
              <a:schemeClr val="lt1"/>
            </a:solidFill>
          </a:ln>
          <a:effectLst/>
        </c:spPr>
      </c:pivotFmt>
      <c:pivotFmt>
        <c:idx val="17"/>
        <c:spPr>
          <a:solidFill>
            <a:schemeClr val="accent1">
              <a:shade val="93000"/>
            </a:schemeClr>
          </a:solidFill>
          <a:ln w="19050">
            <a:solidFill>
              <a:schemeClr val="lt1"/>
            </a:solidFill>
          </a:ln>
          <a:effectLst/>
        </c:spPr>
      </c:pivotFmt>
      <c:pivotFmt>
        <c:idx val="18"/>
        <c:spPr>
          <a:solidFill>
            <a:schemeClr val="accent1">
              <a:tint val="94000"/>
            </a:schemeClr>
          </a:solidFill>
          <a:ln w="19050">
            <a:solidFill>
              <a:schemeClr val="lt1"/>
            </a:solidFill>
          </a:ln>
          <a:effectLst/>
        </c:spPr>
      </c:pivotFmt>
      <c:pivotFmt>
        <c:idx val="19"/>
        <c:spPr>
          <a:solidFill>
            <a:schemeClr val="accent1">
              <a:tint val="81000"/>
            </a:schemeClr>
          </a:solidFill>
          <a:ln w="19050">
            <a:solidFill>
              <a:schemeClr val="lt1"/>
            </a:solidFill>
          </a:ln>
          <a:effectLst/>
        </c:spPr>
      </c:pivotFmt>
      <c:pivotFmt>
        <c:idx val="20"/>
        <c:spPr>
          <a:solidFill>
            <a:schemeClr val="accent1">
              <a:tint val="69000"/>
            </a:schemeClr>
          </a:solidFill>
          <a:ln w="19050">
            <a:solidFill>
              <a:schemeClr val="lt1"/>
            </a:solidFill>
          </a:ln>
          <a:effectLst/>
        </c:spPr>
      </c:pivotFmt>
      <c:pivotFmt>
        <c:idx val="21"/>
        <c:spPr>
          <a:solidFill>
            <a:schemeClr val="accent1">
              <a:tint val="56000"/>
            </a:schemeClr>
          </a:solidFill>
          <a:ln w="19050">
            <a:solidFill>
              <a:schemeClr val="lt1"/>
            </a:solidFill>
          </a:ln>
          <a:effectLst/>
        </c:spPr>
      </c:pivotFmt>
      <c:pivotFmt>
        <c:idx val="22"/>
        <c:spPr>
          <a:solidFill>
            <a:schemeClr val="accent1">
              <a:tint val="43000"/>
            </a:schemeClr>
          </a:solidFill>
          <a:ln w="19050">
            <a:solidFill>
              <a:schemeClr val="lt1"/>
            </a:solidFill>
          </a:ln>
          <a:effectLst/>
        </c:spPr>
      </c:pivotFmt>
    </c:pivotFmts>
    <c:plotArea>
      <c:layout/>
      <c:pieChart>
        <c:varyColors val="1"/>
        <c:ser>
          <c:idx val="0"/>
          <c:order val="0"/>
          <c:tx>
            <c:strRef>
              <c:f>Sheet5!$B$3</c:f>
              <c:strCache>
                <c:ptCount val="1"/>
                <c:pt idx="0">
                  <c:v>Total</c:v>
                </c:pt>
              </c:strCache>
            </c:strRef>
          </c:tx>
          <c:dPt>
            <c:idx val="0"/>
            <c:bubble3D val="0"/>
            <c:spPr>
              <a:solidFill>
                <a:schemeClr val="accent1">
                  <a:shade val="42000"/>
                </a:schemeClr>
              </a:solidFill>
              <a:ln w="19050">
                <a:solidFill>
                  <a:schemeClr val="lt1"/>
                </a:solidFill>
              </a:ln>
              <a:effectLst/>
            </c:spPr>
            <c:extLst>
              <c:ext xmlns:c16="http://schemas.microsoft.com/office/drawing/2014/chart" uri="{C3380CC4-5D6E-409C-BE32-E72D297353CC}">
                <c16:uniqueId val="{00000001-3CE7-48D5-A2A8-176FC50A35BC}"/>
              </c:ext>
            </c:extLst>
          </c:dPt>
          <c:dPt>
            <c:idx val="1"/>
            <c:bubble3D val="0"/>
            <c:spPr>
              <a:solidFill>
                <a:schemeClr val="accent1">
                  <a:shade val="55000"/>
                </a:schemeClr>
              </a:solidFill>
              <a:ln w="19050">
                <a:solidFill>
                  <a:schemeClr val="lt1"/>
                </a:solidFill>
              </a:ln>
              <a:effectLst/>
            </c:spPr>
            <c:extLst>
              <c:ext xmlns:c16="http://schemas.microsoft.com/office/drawing/2014/chart" uri="{C3380CC4-5D6E-409C-BE32-E72D297353CC}">
                <c16:uniqueId val="{00000003-3CE7-48D5-A2A8-176FC50A35BC}"/>
              </c:ext>
            </c:extLst>
          </c:dPt>
          <c:dPt>
            <c:idx val="2"/>
            <c:bubble3D val="0"/>
            <c:spPr>
              <a:solidFill>
                <a:schemeClr val="accent1">
                  <a:shade val="68000"/>
                </a:schemeClr>
              </a:solidFill>
              <a:ln w="19050">
                <a:solidFill>
                  <a:schemeClr val="lt1"/>
                </a:solidFill>
              </a:ln>
              <a:effectLst/>
            </c:spPr>
            <c:extLst>
              <c:ext xmlns:c16="http://schemas.microsoft.com/office/drawing/2014/chart" uri="{C3380CC4-5D6E-409C-BE32-E72D297353CC}">
                <c16:uniqueId val="{00000005-3CE7-48D5-A2A8-176FC50A35BC}"/>
              </c:ext>
            </c:extLst>
          </c:dPt>
          <c:dPt>
            <c:idx val="3"/>
            <c:bubble3D val="0"/>
            <c:spPr>
              <a:solidFill>
                <a:schemeClr val="accent1">
                  <a:shade val="80000"/>
                </a:schemeClr>
              </a:solidFill>
              <a:ln w="19050">
                <a:solidFill>
                  <a:schemeClr val="lt1"/>
                </a:solidFill>
              </a:ln>
              <a:effectLst/>
            </c:spPr>
            <c:extLst>
              <c:ext xmlns:c16="http://schemas.microsoft.com/office/drawing/2014/chart" uri="{C3380CC4-5D6E-409C-BE32-E72D297353CC}">
                <c16:uniqueId val="{00000007-3CE7-48D5-A2A8-176FC50A35BC}"/>
              </c:ext>
            </c:extLst>
          </c:dPt>
          <c:dPt>
            <c:idx val="4"/>
            <c:bubble3D val="0"/>
            <c:spPr>
              <a:solidFill>
                <a:schemeClr val="accent1">
                  <a:shade val="93000"/>
                </a:schemeClr>
              </a:solidFill>
              <a:ln w="19050">
                <a:solidFill>
                  <a:schemeClr val="lt1"/>
                </a:solidFill>
              </a:ln>
              <a:effectLst/>
            </c:spPr>
            <c:extLst>
              <c:ext xmlns:c16="http://schemas.microsoft.com/office/drawing/2014/chart" uri="{C3380CC4-5D6E-409C-BE32-E72D297353CC}">
                <c16:uniqueId val="{00000009-3CE7-48D5-A2A8-176FC50A35BC}"/>
              </c:ext>
            </c:extLst>
          </c:dPt>
          <c:dPt>
            <c:idx val="5"/>
            <c:bubble3D val="0"/>
            <c:spPr>
              <a:solidFill>
                <a:schemeClr val="accent1">
                  <a:tint val="94000"/>
                </a:schemeClr>
              </a:solidFill>
              <a:ln w="19050">
                <a:solidFill>
                  <a:schemeClr val="lt1"/>
                </a:solidFill>
              </a:ln>
              <a:effectLst/>
            </c:spPr>
            <c:extLst>
              <c:ext xmlns:c16="http://schemas.microsoft.com/office/drawing/2014/chart" uri="{C3380CC4-5D6E-409C-BE32-E72D297353CC}">
                <c16:uniqueId val="{0000000B-3CE7-48D5-A2A8-176FC50A35BC}"/>
              </c:ext>
            </c:extLst>
          </c:dPt>
          <c:dPt>
            <c:idx val="6"/>
            <c:bubble3D val="0"/>
            <c:spPr>
              <a:solidFill>
                <a:schemeClr val="accent1">
                  <a:tint val="81000"/>
                </a:schemeClr>
              </a:solidFill>
              <a:ln w="19050">
                <a:solidFill>
                  <a:schemeClr val="lt1"/>
                </a:solidFill>
              </a:ln>
              <a:effectLst/>
            </c:spPr>
            <c:extLst>
              <c:ext xmlns:c16="http://schemas.microsoft.com/office/drawing/2014/chart" uri="{C3380CC4-5D6E-409C-BE32-E72D297353CC}">
                <c16:uniqueId val="{0000000D-3CE7-48D5-A2A8-176FC50A35BC}"/>
              </c:ext>
            </c:extLst>
          </c:dPt>
          <c:dPt>
            <c:idx val="7"/>
            <c:bubble3D val="0"/>
            <c:spPr>
              <a:solidFill>
                <a:schemeClr val="accent1">
                  <a:tint val="69000"/>
                </a:schemeClr>
              </a:solidFill>
              <a:ln w="19050">
                <a:solidFill>
                  <a:schemeClr val="lt1"/>
                </a:solidFill>
              </a:ln>
              <a:effectLst/>
            </c:spPr>
            <c:extLst>
              <c:ext xmlns:c16="http://schemas.microsoft.com/office/drawing/2014/chart" uri="{C3380CC4-5D6E-409C-BE32-E72D297353CC}">
                <c16:uniqueId val="{0000000F-3CE7-48D5-A2A8-176FC50A35BC}"/>
              </c:ext>
            </c:extLst>
          </c:dPt>
          <c:dPt>
            <c:idx val="8"/>
            <c:bubble3D val="0"/>
            <c:spPr>
              <a:solidFill>
                <a:schemeClr val="accent1">
                  <a:tint val="56000"/>
                </a:schemeClr>
              </a:solidFill>
              <a:ln w="19050">
                <a:solidFill>
                  <a:schemeClr val="lt1"/>
                </a:solidFill>
              </a:ln>
              <a:effectLst/>
            </c:spPr>
            <c:extLst>
              <c:ext xmlns:c16="http://schemas.microsoft.com/office/drawing/2014/chart" uri="{C3380CC4-5D6E-409C-BE32-E72D297353CC}">
                <c16:uniqueId val="{00000011-3CE7-48D5-A2A8-176FC50A35BC}"/>
              </c:ext>
            </c:extLst>
          </c:dPt>
          <c:dPt>
            <c:idx val="9"/>
            <c:bubble3D val="0"/>
            <c:spPr>
              <a:solidFill>
                <a:schemeClr val="accent1">
                  <a:tint val="43000"/>
                </a:schemeClr>
              </a:solidFill>
              <a:ln w="19050">
                <a:solidFill>
                  <a:schemeClr val="lt1"/>
                </a:solidFill>
              </a:ln>
              <a:effectLst/>
            </c:spPr>
            <c:extLst>
              <c:ext xmlns:c16="http://schemas.microsoft.com/office/drawing/2014/chart" uri="{C3380CC4-5D6E-409C-BE32-E72D297353CC}">
                <c16:uniqueId val="{00000013-3CE7-48D5-A2A8-176FC50A35BC}"/>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Sheet5!$A$4:$A$14</c:f>
              <c:strCache>
                <c:ptCount val="10"/>
                <c:pt idx="0">
                  <c:v>0-2</c:v>
                </c:pt>
                <c:pt idx="1">
                  <c:v>20-29</c:v>
                </c:pt>
                <c:pt idx="2">
                  <c:v>30-39</c:v>
                </c:pt>
                <c:pt idx="3">
                  <c:v>40-49</c:v>
                </c:pt>
                <c:pt idx="4">
                  <c:v>50-59</c:v>
                </c:pt>
                <c:pt idx="5">
                  <c:v>60-69</c:v>
                </c:pt>
                <c:pt idx="6">
                  <c:v>70+</c:v>
                </c:pt>
                <c:pt idx="7">
                  <c:v>01-10-2019</c:v>
                </c:pt>
                <c:pt idx="8">
                  <c:v>03-09-2024</c:v>
                </c:pt>
                <c:pt idx="9">
                  <c:v>(blank)</c:v>
                </c:pt>
              </c:strCache>
            </c:strRef>
          </c:cat>
          <c:val>
            <c:numRef>
              <c:f>Sheet5!$B$4:$B$14</c:f>
              <c:numCache>
                <c:formatCode>General</c:formatCode>
                <c:ptCount val="10"/>
                <c:pt idx="0">
                  <c:v>21</c:v>
                </c:pt>
                <c:pt idx="1">
                  <c:v>715</c:v>
                </c:pt>
                <c:pt idx="2">
                  <c:v>411</c:v>
                </c:pt>
                <c:pt idx="3">
                  <c:v>183</c:v>
                </c:pt>
                <c:pt idx="4">
                  <c:v>94</c:v>
                </c:pt>
                <c:pt idx="5">
                  <c:v>30</c:v>
                </c:pt>
                <c:pt idx="6">
                  <c:v>4</c:v>
                </c:pt>
                <c:pt idx="7">
                  <c:v>357</c:v>
                </c:pt>
                <c:pt idx="8">
                  <c:v>282</c:v>
                </c:pt>
              </c:numCache>
            </c:numRef>
          </c:val>
          <c:extLst>
            <c:ext xmlns:c16="http://schemas.microsoft.com/office/drawing/2014/chart" uri="{C3380CC4-5D6E-409C-BE32-E72D297353CC}">
              <c16:uniqueId val="{00000014-3CE7-48D5-A2A8-176FC50A35BC}"/>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8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418</c:v>
                </c:pt>
                <c:pt idx="1">
                  <c:v>336</c:v>
                </c:pt>
                <c:pt idx="2">
                  <c:v>559</c:v>
                </c:pt>
                <c:pt idx="3">
                  <c:v>345</c:v>
                </c:pt>
                <c:pt idx="4">
                  <c:v>288</c:v>
                </c:pt>
                <c:pt idx="5">
                  <c:v>218</c:v>
                </c:pt>
                <c:pt idx="6">
                  <c:v>444</c:v>
                </c:pt>
                <c:pt idx="7">
                  <c:v>289</c:v>
                </c:pt>
              </c:numCache>
            </c:numRef>
          </c:val>
          <c:extLst>
            <c:ext xmlns:c16="http://schemas.microsoft.com/office/drawing/2014/chart" uri="{C3380CC4-5D6E-409C-BE32-E72D297353CC}">
              <c16:uniqueId val="{00000000-5A08-4686-8403-320846992C4E}"/>
            </c:ext>
          </c:extLst>
        </c:ser>
        <c:dLbls>
          <c:showLegendKey val="0"/>
          <c:showVal val="0"/>
          <c:showCatName val="0"/>
          <c:showSerName val="0"/>
          <c:showPercent val="0"/>
          <c:showBubbleSize val="0"/>
        </c:dLbls>
        <c:gapWidth val="219"/>
        <c:overlap val="-27"/>
        <c:axId val="1407963711"/>
        <c:axId val="1419132975"/>
      </c:barChart>
      <c:catAx>
        <c:axId val="1407963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9132975"/>
        <c:crosses val="autoZero"/>
        <c:auto val="1"/>
        <c:lblAlgn val="ctr"/>
        <c:lblOffset val="100"/>
        <c:noMultiLvlLbl val="0"/>
      </c:catAx>
      <c:valAx>
        <c:axId val="14191329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6371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[fairface_bal_gen_ddgan_dlib.xlsx]Sheet5!PivotTable4</c:name>
    <c:fmtId val="6"/>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418</c:v>
                </c:pt>
                <c:pt idx="1">
                  <c:v>288</c:v>
                </c:pt>
                <c:pt idx="2">
                  <c:v>336</c:v>
                </c:pt>
                <c:pt idx="3">
                  <c:v>218</c:v>
                </c:pt>
                <c:pt idx="4">
                  <c:v>559</c:v>
                </c:pt>
                <c:pt idx="5">
                  <c:v>444</c:v>
                </c:pt>
                <c:pt idx="6">
                  <c:v>345</c:v>
                </c:pt>
                <c:pt idx="7">
                  <c:v>289</c:v>
                </c:pt>
              </c:numCache>
            </c:numRef>
          </c:val>
          <c:extLst>
            <c:ext xmlns:c16="http://schemas.microsoft.com/office/drawing/2014/chart" uri="{C3380CC4-5D6E-409C-BE32-E72D297353CC}">
              <c16:uniqueId val="{00000000-5E15-4249-81A4-4EB1DE880A60}"/>
            </c:ext>
          </c:extLst>
        </c:ser>
        <c:dLbls>
          <c:showLegendKey val="0"/>
          <c:showVal val="0"/>
          <c:showCatName val="0"/>
          <c:showSerName val="0"/>
          <c:showPercent val="0"/>
          <c:showBubbleSize val="0"/>
        </c:dLbls>
        <c:gapWidth val="219"/>
        <c:overlap val="-27"/>
        <c:axId val="1407970431"/>
        <c:axId val="1407998543"/>
      </c:barChart>
      <c:catAx>
        <c:axId val="140797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98543"/>
        <c:crosses val="autoZero"/>
        <c:auto val="1"/>
        <c:lblAlgn val="ctr"/>
        <c:lblOffset val="100"/>
        <c:noMultiLvlLbl val="0"/>
      </c:catAx>
      <c:valAx>
        <c:axId val="140799854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704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Reversed" id="26">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withinLinear" id="14">
  <a:schemeClr val="accent1"/>
</cs:colorStyle>
</file>

<file path=ppt/charts/colors42.xml><?xml version="1.0" encoding="utf-8"?>
<cs:colorStyle xmlns:cs="http://schemas.microsoft.com/office/drawing/2012/chartStyle" xmlns:a="http://schemas.openxmlformats.org/drawingml/2006/main" meth="withinLinear" id="14">
  <a:schemeClr val="accent1"/>
</cs:colorStyle>
</file>

<file path=ppt/charts/colors43.xml><?xml version="1.0" encoding="utf-8"?>
<cs:colorStyle xmlns:cs="http://schemas.microsoft.com/office/drawing/2012/chartStyle" xmlns:a="http://schemas.openxmlformats.org/drawingml/2006/main" meth="withinLinear" id="14">
  <a:schemeClr val="accent1"/>
</cs:colorStyle>
</file>

<file path=ppt/charts/colors44.xml><?xml version="1.0" encoding="utf-8"?>
<cs:colorStyle xmlns:cs="http://schemas.microsoft.com/office/drawing/2012/chartStyle" xmlns:a="http://schemas.openxmlformats.org/drawingml/2006/main" meth="withinLinear" id="14">
  <a:schemeClr val="accent1"/>
</cs:colorStyle>
</file>

<file path=ppt/charts/colors45.xml><?xml version="1.0" encoding="utf-8"?>
<cs:colorStyle xmlns:cs="http://schemas.microsoft.com/office/drawing/2012/chartStyle" xmlns:a="http://schemas.openxmlformats.org/drawingml/2006/main" meth="withinLinear" id="14">
  <a:schemeClr val="accent1"/>
</cs:colorStyle>
</file>

<file path=ppt/charts/colors46.xml><?xml version="1.0" encoding="utf-8"?>
<cs:colorStyle xmlns:cs="http://schemas.microsoft.com/office/drawing/2012/chartStyle" xmlns:a="http://schemas.openxmlformats.org/drawingml/2006/main" meth="withinLinear" id="14">
  <a:schemeClr val="accent1"/>
</cs:colorStyle>
</file>

<file path=ppt/charts/colors47.xml><?xml version="1.0" encoding="utf-8"?>
<cs:colorStyle xmlns:cs="http://schemas.microsoft.com/office/drawing/2012/chartStyle" xmlns:a="http://schemas.openxmlformats.org/drawingml/2006/main" meth="withinLinear" id="14">
  <a:schemeClr val="accent1"/>
</cs:colorStyle>
</file>

<file path=ppt/charts/colors48.xml><?xml version="1.0" encoding="utf-8"?>
<cs:colorStyle xmlns:cs="http://schemas.microsoft.com/office/drawing/2012/chartStyle" xmlns:a="http://schemas.openxmlformats.org/drawingml/2006/main" meth="withinLinear" id="14">
  <a:schemeClr val="accent1"/>
</cs:colorStyle>
</file>

<file path=ppt/charts/colors49.xml><?xml version="1.0" encoding="utf-8"?>
<cs:colorStyle xmlns:cs="http://schemas.microsoft.com/office/drawing/2012/chartStyle" xmlns:a="http://schemas.openxmlformats.org/drawingml/2006/main" meth="withinLinear" id="14">
  <a:schemeClr val="accent1"/>
</cs:colorStyle>
</file>

<file path=ppt/charts/colors50.xml><?xml version="1.0" encoding="utf-8"?>
<cs:colorStyle xmlns:cs="http://schemas.microsoft.com/office/drawing/2012/chartStyle" xmlns:a="http://schemas.openxmlformats.org/drawingml/2006/main" meth="withinLinear" id="14">
  <a:schemeClr val="accent1"/>
</cs:colorStyle>
</file>

<file path=ppt/charts/colors51.xml><?xml version="1.0" encoding="utf-8"?>
<cs:colorStyle xmlns:cs="http://schemas.microsoft.com/office/drawing/2012/chartStyle" xmlns:a="http://schemas.openxmlformats.org/drawingml/2006/main" meth="withinLinear" id="14">
  <a:schemeClr val="accent1"/>
</cs:colorStyle>
</file>

<file path=ppt/charts/colors52.xml><?xml version="1.0" encoding="utf-8"?>
<cs:colorStyle xmlns:cs="http://schemas.microsoft.com/office/drawing/2012/chartStyle" xmlns:a="http://schemas.openxmlformats.org/drawingml/2006/main" meth="withinLinear" id="14">
  <a:schemeClr val="accent1"/>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withinLinearReversed" id="26">
  <a:schemeClr val="accent6"/>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1.xml><?xml version="1.0" encoding="utf-8"?>
<cs:colorStyle xmlns:cs="http://schemas.microsoft.com/office/drawing/2012/chartStyle" xmlns:a="http://schemas.openxmlformats.org/drawingml/2006/main" meth="withinLinear" id="14">
  <a:schemeClr val="accent1"/>
</cs:colorStyle>
</file>

<file path=ppt/charts/colors62.xml><?xml version="1.0" encoding="utf-8"?>
<cs:colorStyle xmlns:cs="http://schemas.microsoft.com/office/drawing/2012/chartStyle" xmlns:a="http://schemas.openxmlformats.org/drawingml/2006/main" meth="withinLinear" id="14">
  <a:schemeClr val="accent1"/>
</cs:colorStyle>
</file>

<file path=ppt/charts/colors63.xml><?xml version="1.0" encoding="utf-8"?>
<cs:colorStyle xmlns:cs="http://schemas.microsoft.com/office/drawing/2012/chartStyle" xmlns:a="http://schemas.openxmlformats.org/drawingml/2006/main" meth="withinLinear" id="14">
  <a:schemeClr val="accent1"/>
</cs:colorStyle>
</file>

<file path=ppt/charts/colors64.xml><?xml version="1.0" encoding="utf-8"?>
<cs:colorStyle xmlns:cs="http://schemas.microsoft.com/office/drawing/2012/chartStyle" xmlns:a="http://schemas.openxmlformats.org/drawingml/2006/main" meth="withinLinear" id="14">
  <a:schemeClr val="accent1"/>
</cs:colorStyle>
</file>

<file path=ppt/charts/colors65.xml><?xml version="1.0" encoding="utf-8"?>
<cs:colorStyle xmlns:cs="http://schemas.microsoft.com/office/drawing/2012/chartStyle" xmlns:a="http://schemas.openxmlformats.org/drawingml/2006/main" meth="withinLinear" id="14">
  <a:schemeClr val="accent1"/>
</cs:colorStyle>
</file>

<file path=ppt/charts/colors66.xml><?xml version="1.0" encoding="utf-8"?>
<cs:colorStyle xmlns:cs="http://schemas.microsoft.com/office/drawing/2012/chartStyle" xmlns:a="http://schemas.openxmlformats.org/drawingml/2006/main" meth="withinLinear" id="14">
  <a:schemeClr val="accent1"/>
</cs:colorStyle>
</file>

<file path=ppt/charts/colors67.xml><?xml version="1.0" encoding="utf-8"?>
<cs:colorStyle xmlns:cs="http://schemas.microsoft.com/office/drawing/2012/chartStyle" xmlns:a="http://schemas.openxmlformats.org/drawingml/2006/main" meth="withinLinear" id="14">
  <a:schemeClr val="accent1"/>
</cs:colorStyle>
</file>

<file path=ppt/charts/colors68.xml><?xml version="1.0" encoding="utf-8"?>
<cs:colorStyle xmlns:cs="http://schemas.microsoft.com/office/drawing/2012/chartStyle" xmlns:a="http://schemas.openxmlformats.org/drawingml/2006/main" meth="withinLinear" id="14">
  <a:schemeClr val="accent1"/>
</cs:colorStyle>
</file>

<file path=ppt/charts/colors69.xml><?xml version="1.0" encoding="utf-8"?>
<cs:colorStyle xmlns:cs="http://schemas.microsoft.com/office/drawing/2012/chartStyle" xmlns:a="http://schemas.openxmlformats.org/drawingml/2006/main" meth="withinLinear" id="14">
  <a:schemeClr val="accent1"/>
</cs:colorStyle>
</file>

<file path=ppt/charts/colors7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6.xml><?xml version="1.0" encoding="utf-8"?>
<cs:colorStyle xmlns:cs="http://schemas.microsoft.com/office/drawing/2012/chartStyle" xmlns:a="http://schemas.openxmlformats.org/drawingml/2006/main" meth="withinLinear" id="14">
  <a:schemeClr val="accent1"/>
</cs:colorStyle>
</file>

<file path=ppt/charts/colors77.xml><?xml version="1.0" encoding="utf-8"?>
<cs:colorStyle xmlns:cs="http://schemas.microsoft.com/office/drawing/2012/chartStyle" xmlns:a="http://schemas.openxmlformats.org/drawingml/2006/main" meth="withinLinear" id="14">
  <a:schemeClr val="accent1"/>
</cs:colorStyle>
</file>

<file path=ppt/charts/colors78.xml><?xml version="1.0" encoding="utf-8"?>
<cs:colorStyle xmlns:cs="http://schemas.microsoft.com/office/drawing/2012/chartStyle" xmlns:a="http://schemas.openxmlformats.org/drawingml/2006/main" meth="withinLinear" id="14">
  <a:schemeClr val="accent1"/>
</cs:colorStyle>
</file>

<file path=ppt/charts/colors79.xml><?xml version="1.0" encoding="utf-8"?>
<cs:colorStyle xmlns:cs="http://schemas.microsoft.com/office/drawing/2012/chartStyle" xmlns:a="http://schemas.openxmlformats.org/drawingml/2006/main" meth="withinLinear" id="14">
  <a:schemeClr val="accent1"/>
</cs:colorStyle>
</file>

<file path=ppt/charts/colors80.xml><?xml version="1.0" encoding="utf-8"?>
<cs:colorStyle xmlns:cs="http://schemas.microsoft.com/office/drawing/2012/chartStyle" xmlns:a="http://schemas.openxmlformats.org/drawingml/2006/main" meth="withinLinear" id="14">
  <a:schemeClr val="accent1"/>
</cs:colorStyle>
</file>

<file path=ppt/charts/colors81.xml><?xml version="1.0" encoding="utf-8"?>
<cs:colorStyle xmlns:cs="http://schemas.microsoft.com/office/drawing/2012/chartStyle" xmlns:a="http://schemas.openxmlformats.org/drawingml/2006/main" meth="withinLinear" id="14">
  <a:schemeClr val="accent1"/>
</cs:colorStyle>
</file>

<file path=ppt/charts/colors82.xml><?xml version="1.0" encoding="utf-8"?>
<cs:colorStyle xmlns:cs="http://schemas.microsoft.com/office/drawing/2012/chartStyle" xmlns:a="http://schemas.openxmlformats.org/drawingml/2006/main" meth="withinLinear" id="14">
  <a:schemeClr val="accent1"/>
</cs:colorStyle>
</file>

<file path=ppt/charts/colors83.xml><?xml version="1.0" encoding="utf-8"?>
<cs:colorStyle xmlns:cs="http://schemas.microsoft.com/office/drawing/2012/chartStyle" xmlns:a="http://schemas.openxmlformats.org/drawingml/2006/main" meth="withinLinear" id="14">
  <a:schemeClr val="accent1"/>
</cs:colorStyle>
</file>

<file path=ppt/charts/colors84.xml><?xml version="1.0" encoding="utf-8"?>
<cs:colorStyle xmlns:cs="http://schemas.microsoft.com/office/drawing/2012/chartStyle" xmlns:a="http://schemas.openxmlformats.org/drawingml/2006/main" meth="withinLinear" id="14">
  <a:schemeClr val="accent1"/>
</cs:colorStyle>
</file>

<file path=ppt/charts/colors8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2/5/2024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7.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chart" Target="../charts/chart13.xml"/></Relationships>
</file>

<file path=ppt/slides/_rels/slide10.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7.xml"/><Relationship Id="rId4" Type="http://schemas.openxmlformats.org/officeDocument/2006/relationships/chart" Target="../charts/chart18.xml"/></Relationships>
</file>

<file path=ppt/slides/_rels/slide19.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Layout" Target="../slideLayouts/slideLayout7.xml"/><Relationship Id="rId4" Type="http://schemas.openxmlformats.org/officeDocument/2006/relationships/chart" Target="../charts/chart23.xml"/></Relationships>
</file>

<file path=ppt/slides/_rels/slide21.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slideLayout" Target="../slideLayouts/slideLayout7.xml"/><Relationship Id="rId4" Type="http://schemas.openxmlformats.org/officeDocument/2006/relationships/chart" Target="../charts/chart28.xml"/></Relationships>
</file>

<file path=ppt/slides/_rels/slide25.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Layout" Target="../slideLayouts/slideLayout7.xml"/><Relationship Id="rId4" Type="http://schemas.openxmlformats.org/officeDocument/2006/relationships/chart" Target="../charts/chart33.xml"/></Relationships>
</file>

<file path=ppt/slides/_rels/slide31.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chart" Target="../charts/chart34.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3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3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7.xml"/><Relationship Id="rId4" Type="http://schemas.openxmlformats.org/officeDocument/2006/relationships/chart" Target="../charts/chart38.xml"/></Relationships>
</file>

<file path=ppt/slides/_rels/slide36.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Layout" Target="../slideLayouts/slideLayout7.xml"/><Relationship Id="rId5" Type="http://schemas.openxmlformats.org/officeDocument/2006/relationships/chart" Target="../charts/chart44.xml"/><Relationship Id="rId4" Type="http://schemas.openxmlformats.org/officeDocument/2006/relationships/chart" Target="../charts/chart43.xml"/></Relationships>
</file>

<file path=ppt/slides/_rels/slide39.xml.rels><?xml version="1.0" encoding="UTF-8" standalone="yes"?>
<Relationships xmlns="http://schemas.openxmlformats.org/package/2006/relationships"><Relationship Id="rId3" Type="http://schemas.openxmlformats.org/officeDocument/2006/relationships/chart" Target="../charts/chart46.xml"/><Relationship Id="rId2" Type="http://schemas.openxmlformats.org/officeDocument/2006/relationships/chart" Target="../charts/chart45.xml"/><Relationship Id="rId1" Type="http://schemas.openxmlformats.org/officeDocument/2006/relationships/slideLayout" Target="../slideLayouts/slideLayout7.xml"/><Relationship Id="rId5" Type="http://schemas.openxmlformats.org/officeDocument/2006/relationships/chart" Target="../charts/chart48.xml"/><Relationship Id="rId4" Type="http://schemas.openxmlformats.org/officeDocument/2006/relationships/chart" Target="../charts/chart47.xml"/></Relationships>
</file>

<file path=ppt/slides/_rels/slide40.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Layout" Target="../slideLayouts/slideLayout7.xml"/><Relationship Id="rId5" Type="http://schemas.openxmlformats.org/officeDocument/2006/relationships/chart" Target="../charts/chart52.xml"/><Relationship Id="rId4" Type="http://schemas.openxmlformats.org/officeDocument/2006/relationships/chart" Target="../charts/chart51.xml"/></Relationships>
</file>

<file path=ppt/slides/_rels/slide41.xml.rels><?xml version="1.0" encoding="UTF-8" standalone="yes"?>
<Relationships xmlns="http://schemas.openxmlformats.org/package/2006/relationships"><Relationship Id="rId3" Type="http://schemas.openxmlformats.org/officeDocument/2006/relationships/chart" Target="../charts/chart54.xml"/><Relationship Id="rId2" Type="http://schemas.openxmlformats.org/officeDocument/2006/relationships/chart" Target="../charts/chart53.xml"/><Relationship Id="rId1" Type="http://schemas.openxmlformats.org/officeDocument/2006/relationships/slideLayout" Target="../slideLayouts/slideLayout7.xml"/><Relationship Id="rId5" Type="http://schemas.openxmlformats.org/officeDocument/2006/relationships/chart" Target="../charts/chart56.xml"/><Relationship Id="rId4" Type="http://schemas.openxmlformats.org/officeDocument/2006/relationships/chart" Target="../charts/chart55.xml"/></Relationships>
</file>

<file path=ppt/slides/_rels/slide42.xml.rels><?xml version="1.0" encoding="UTF-8" standalone="yes"?>
<Relationships xmlns="http://schemas.openxmlformats.org/package/2006/relationships"><Relationship Id="rId3" Type="http://schemas.openxmlformats.org/officeDocument/2006/relationships/chart" Target="../charts/chart58.xml"/><Relationship Id="rId2" Type="http://schemas.openxmlformats.org/officeDocument/2006/relationships/chart" Target="../charts/chart57.xml"/><Relationship Id="rId1" Type="http://schemas.openxmlformats.org/officeDocument/2006/relationships/slideLayout" Target="../slideLayouts/slideLayout7.xml"/><Relationship Id="rId5" Type="http://schemas.openxmlformats.org/officeDocument/2006/relationships/chart" Target="../charts/chart60.xml"/><Relationship Id="rId4" Type="http://schemas.openxmlformats.org/officeDocument/2006/relationships/chart" Target="../charts/chart5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chart" Target="../charts/chart62.xml"/><Relationship Id="rId2" Type="http://schemas.openxmlformats.org/officeDocument/2006/relationships/chart" Target="../charts/chart61.xml"/><Relationship Id="rId1" Type="http://schemas.openxmlformats.org/officeDocument/2006/relationships/slideLayout" Target="../slideLayouts/slideLayout7.xml"/><Relationship Id="rId4" Type="http://schemas.openxmlformats.org/officeDocument/2006/relationships/chart" Target="../charts/chart63.xml"/></Relationships>
</file>

<file path=ppt/slides/_rels/slide45.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chart" Target="../charts/chart64.xml"/><Relationship Id="rId1" Type="http://schemas.openxmlformats.org/officeDocument/2006/relationships/slideLayout" Target="../slideLayouts/slideLayout7.xml"/><Relationship Id="rId4" Type="http://schemas.openxmlformats.org/officeDocument/2006/relationships/chart" Target="../charts/chart66.xml"/></Relationships>
</file>

<file path=ppt/slides/_rels/slide46.xml.rels><?xml version="1.0" encoding="UTF-8" standalone="yes"?>
<Relationships xmlns="http://schemas.openxmlformats.org/package/2006/relationships"><Relationship Id="rId3" Type="http://schemas.openxmlformats.org/officeDocument/2006/relationships/chart" Target="../charts/chart68.xml"/><Relationship Id="rId2" Type="http://schemas.openxmlformats.org/officeDocument/2006/relationships/chart" Target="../charts/chart67.xml"/><Relationship Id="rId1" Type="http://schemas.openxmlformats.org/officeDocument/2006/relationships/slideLayout" Target="../slideLayouts/slideLayout7.xml"/><Relationship Id="rId4" Type="http://schemas.openxmlformats.org/officeDocument/2006/relationships/chart" Target="../charts/chart69.xml"/></Relationships>
</file>

<file path=ppt/slides/_rels/slide47.xml.rels><?xml version="1.0" encoding="UTF-8" standalone="yes"?>
<Relationships xmlns="http://schemas.openxmlformats.org/package/2006/relationships"><Relationship Id="rId3" Type="http://schemas.openxmlformats.org/officeDocument/2006/relationships/chart" Target="../charts/chart71.xml"/><Relationship Id="rId2" Type="http://schemas.openxmlformats.org/officeDocument/2006/relationships/chart" Target="../charts/chart70.xml"/><Relationship Id="rId1" Type="http://schemas.openxmlformats.org/officeDocument/2006/relationships/slideLayout" Target="../slideLayouts/slideLayout7.xml"/><Relationship Id="rId4" Type="http://schemas.openxmlformats.org/officeDocument/2006/relationships/chart" Target="../charts/chart72.xml"/></Relationships>
</file>

<file path=ppt/slides/_rels/slide48.xml.rels><?xml version="1.0" encoding="UTF-8" standalone="yes"?>
<Relationships xmlns="http://schemas.openxmlformats.org/package/2006/relationships"><Relationship Id="rId3" Type="http://schemas.openxmlformats.org/officeDocument/2006/relationships/chart" Target="../charts/chart74.xml"/><Relationship Id="rId2" Type="http://schemas.openxmlformats.org/officeDocument/2006/relationships/chart" Target="../charts/chart73.xml"/><Relationship Id="rId1" Type="http://schemas.openxmlformats.org/officeDocument/2006/relationships/slideLayout" Target="../slideLayouts/slideLayout7.xml"/><Relationship Id="rId4" Type="http://schemas.openxmlformats.org/officeDocument/2006/relationships/chart" Target="../charts/chart7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chart" Target="../charts/chart77.xml"/><Relationship Id="rId2" Type="http://schemas.openxmlformats.org/officeDocument/2006/relationships/chart" Target="../charts/chart76.xml"/><Relationship Id="rId1" Type="http://schemas.openxmlformats.org/officeDocument/2006/relationships/slideLayout" Target="../slideLayouts/slideLayout7.xml"/><Relationship Id="rId4" Type="http://schemas.openxmlformats.org/officeDocument/2006/relationships/chart" Target="../charts/chart78.xml"/></Relationships>
</file>

<file path=ppt/slides/_rels/slide51.xml.rels><?xml version="1.0" encoding="UTF-8" standalone="yes"?>
<Relationships xmlns="http://schemas.openxmlformats.org/package/2006/relationships"><Relationship Id="rId3" Type="http://schemas.openxmlformats.org/officeDocument/2006/relationships/chart" Target="../charts/chart80.xml"/><Relationship Id="rId2" Type="http://schemas.openxmlformats.org/officeDocument/2006/relationships/chart" Target="../charts/chart79.xml"/><Relationship Id="rId1" Type="http://schemas.openxmlformats.org/officeDocument/2006/relationships/slideLayout" Target="../slideLayouts/slideLayout7.xml"/><Relationship Id="rId4" Type="http://schemas.openxmlformats.org/officeDocument/2006/relationships/chart" Target="../charts/chart81.xml"/></Relationships>
</file>

<file path=ppt/slides/_rels/slide52.xml.rels><?xml version="1.0" encoding="UTF-8" standalone="yes"?>
<Relationships xmlns="http://schemas.openxmlformats.org/package/2006/relationships"><Relationship Id="rId3" Type="http://schemas.openxmlformats.org/officeDocument/2006/relationships/chart" Target="../charts/chart83.xml"/><Relationship Id="rId2" Type="http://schemas.openxmlformats.org/officeDocument/2006/relationships/chart" Target="../charts/chart82.xml"/><Relationship Id="rId1" Type="http://schemas.openxmlformats.org/officeDocument/2006/relationships/slideLayout" Target="../slideLayouts/slideLayout7.xml"/><Relationship Id="rId4" Type="http://schemas.openxmlformats.org/officeDocument/2006/relationships/chart" Target="../charts/chart84.xml"/></Relationships>
</file>

<file path=ppt/slides/_rels/slide53.xml.rels><?xml version="1.0" encoding="UTF-8" standalone="yes"?>
<Relationships xmlns="http://schemas.openxmlformats.org/package/2006/relationships"><Relationship Id="rId3" Type="http://schemas.openxmlformats.org/officeDocument/2006/relationships/chart" Target="../charts/chart86.xml"/><Relationship Id="rId2" Type="http://schemas.openxmlformats.org/officeDocument/2006/relationships/chart" Target="../charts/chart85.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chart" Target="../charts/chart88.xml"/><Relationship Id="rId2" Type="http://schemas.openxmlformats.org/officeDocument/2006/relationships/chart" Target="../charts/chart87.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lvl="1" algn="just">
              <a:lnSpc>
                <a:spcPct val="150000"/>
              </a:lnSpc>
            </a:pPr>
            <a:r>
              <a:rPr lang="en-IN" sz="2000" dirty="0" err="1"/>
              <a:t>Fairface</a:t>
            </a:r>
            <a:r>
              <a:rPr lang="en-IN" sz="2000" dirty="0"/>
              <a:t>: </a:t>
            </a:r>
            <a:r>
              <a:rPr lang="en-IN" sz="2000" dirty="0">
                <a:solidFill>
                  <a:srgbClr val="0070C0"/>
                </a:solidFill>
              </a:rPr>
              <a:t>48000</a:t>
            </a:r>
            <a:r>
              <a:rPr lang="en-IN" sz="2000" dirty="0"/>
              <a:t> facial training images of 224x224 dimensions, </a:t>
            </a:r>
            <a:r>
              <a:rPr lang="en-IN" sz="2000" dirty="0">
                <a:solidFill>
                  <a:srgbClr val="0070C0"/>
                </a:solidFill>
              </a:rPr>
              <a:t>perfectly</a:t>
            </a:r>
            <a:r>
              <a:rPr lang="en-IN" sz="2000" dirty="0"/>
              <a:t> </a:t>
            </a:r>
            <a:r>
              <a:rPr lang="en-IN" sz="2000" dirty="0">
                <a:solidFill>
                  <a:srgbClr val="0070C0"/>
                </a:solidFill>
              </a:rPr>
              <a:t>balanced dataset in races and gender attributes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Training dataset (27000 samples)</a:t>
            </a:r>
          </a:p>
        </p:txBody>
      </p:sp>
      <p:graphicFrame>
        <p:nvGraphicFramePr>
          <p:cNvPr id="7" name="Chart 6">
            <a:extLst>
              <a:ext uri="{FF2B5EF4-FFF2-40B4-BE49-F238E27FC236}">
                <a16:creationId xmlns:a16="http://schemas.microsoft.com/office/drawing/2014/main" id="{C962933E-CF2D-7427-3766-B411B9453B5F}"/>
              </a:ext>
            </a:extLst>
          </p:cNvPr>
          <p:cNvGraphicFramePr>
            <a:graphicFrameLocks/>
          </p:cNvGraphicFramePr>
          <p:nvPr/>
        </p:nvGraphicFramePr>
        <p:xfrm>
          <a:off x="1169125"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9DA19805-FAF9-B605-2AF3-069CB8323041}"/>
              </a:ext>
            </a:extLst>
          </p:cNvPr>
          <p:cNvGraphicFramePr>
            <a:graphicFrameLocks/>
          </p:cNvGraphicFramePr>
          <p:nvPr/>
        </p:nvGraphicFramePr>
        <p:xfrm>
          <a:off x="6450875"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A5DE1C1F-1FC4-5E80-69DF-0CA2902B17D5}"/>
              </a:ext>
            </a:extLst>
          </p:cNvPr>
          <p:cNvGraphicFramePr>
            <a:graphicFrameLocks/>
          </p:cNvGraphicFramePr>
          <p:nvPr/>
        </p:nvGraphicFramePr>
        <p:xfrm>
          <a:off x="1169125"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37625311-3CB1-DB15-1D59-C0FF6C919C6E}"/>
              </a:ext>
            </a:extLst>
          </p:cNvPr>
          <p:cNvSpPr txBox="1"/>
          <p:nvPr/>
        </p:nvSpPr>
        <p:spPr>
          <a:xfrm>
            <a:off x="6450874"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CelebA</a:t>
            </a:r>
            <a:r>
              <a:rPr lang="en-IN" dirty="0"/>
              <a:t>-HQ training dataset have white faces, females, and younger age group biases</a:t>
            </a:r>
          </a:p>
        </p:txBody>
      </p:sp>
    </p:spTree>
    <p:extLst>
      <p:ext uri="{BB962C8B-B14F-4D97-AF65-F5344CB8AC3E}">
        <p14:creationId xmlns:p14="http://schemas.microsoft.com/office/powerpoint/2010/main" val="15606353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32255"/>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0" y="3532255"/>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BED9E044-73B0-67C2-4B3B-A1F9499DF22F}"/>
              </a:ext>
            </a:extLst>
          </p:cNvPr>
          <p:cNvGraphicFramePr>
            <a:graphicFrameLocks/>
          </p:cNvGraphicFramePr>
          <p:nvPr/>
        </p:nvGraphicFramePr>
        <p:xfrm>
          <a:off x="96520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C3EEA79-DD49-8C73-438D-29B4226F6391}"/>
              </a:ext>
            </a:extLst>
          </p:cNvPr>
          <p:cNvGraphicFramePr>
            <a:graphicFrameLocks/>
          </p:cNvGraphicFramePr>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5E12D394-1A16-3E54-82C7-21E22EC2C6CF}"/>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4" name="TextBox 3">
            <a:extLst>
              <a:ext uri="{FF2B5EF4-FFF2-40B4-BE49-F238E27FC236}">
                <a16:creationId xmlns:a16="http://schemas.microsoft.com/office/drawing/2014/main" id="{FB66941D-1049-F5A7-C197-A434EF6BBBFB}"/>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Female faces are proportionally higher than the male ones for each race</a:t>
            </a:r>
          </a:p>
        </p:txBody>
      </p:sp>
    </p:spTree>
    <p:extLst>
      <p:ext uri="{BB962C8B-B14F-4D97-AF65-F5344CB8AC3E}">
        <p14:creationId xmlns:p14="http://schemas.microsoft.com/office/powerpoint/2010/main" val="34744446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Training dataset (82470 samples)</a:t>
            </a:r>
          </a:p>
        </p:txBody>
      </p:sp>
      <p:graphicFrame>
        <p:nvGraphicFramePr>
          <p:cNvPr id="5" name="Chart 4">
            <a:extLst>
              <a:ext uri="{FF2B5EF4-FFF2-40B4-BE49-F238E27FC236}">
                <a16:creationId xmlns:a16="http://schemas.microsoft.com/office/drawing/2014/main" id="{83A207CB-D930-5C3C-38EA-2C529F63F0AE}"/>
              </a:ext>
            </a:extLst>
          </p:cNvPr>
          <p:cNvGraphicFramePr>
            <a:graphicFrameLocks/>
          </p:cNvGraphicFramePr>
          <p:nvPr/>
        </p:nvGraphicFramePr>
        <p:xfrm>
          <a:off x="894080" y="85626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C8671146-3C32-53AE-6D7C-37A77C71345D}"/>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4CB4B55-7B20-A7D1-3D51-AEBB5F74EE52}"/>
              </a:ext>
            </a:extLst>
          </p:cNvPr>
          <p:cNvGraphicFramePr>
            <a:graphicFrameLocks/>
          </p:cNvGraphicFramePr>
          <p:nvPr/>
        </p:nvGraphicFramePr>
        <p:xfrm>
          <a:off x="89408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5E891691-E1E4-D09C-26AA-B4A41A6BBED0}"/>
              </a:ext>
            </a:extLst>
          </p:cNvPr>
          <p:cNvSpPr txBox="1"/>
          <p:nvPr/>
        </p:nvSpPr>
        <p:spPr>
          <a:xfrm>
            <a:off x="6096000" y="3844834"/>
            <a:ext cx="4571999" cy="923330"/>
          </a:xfrm>
          <a:prstGeom prst="rect">
            <a:avLst/>
          </a:prstGeom>
          <a:noFill/>
        </p:spPr>
        <p:txBody>
          <a:bodyPr wrap="square" rtlCol="0">
            <a:spAutoFit/>
          </a:bodyPr>
          <a:lstStyle/>
          <a:p>
            <a:pPr marL="285750" indent="-285750" algn="just">
              <a:buFont typeface="Arial" panose="020B0604020202020204" pitchFamily="34" charset="0"/>
              <a:buChar char="•"/>
            </a:pPr>
            <a:r>
              <a:rPr lang="en-IN" dirty="0" err="1"/>
              <a:t>Fairface</a:t>
            </a:r>
            <a:r>
              <a:rPr lang="en-IN" dirty="0"/>
              <a:t> training dataset is almost balanced in race and gender, but depict younger age group biases</a:t>
            </a:r>
          </a:p>
        </p:txBody>
      </p:sp>
    </p:spTree>
    <p:extLst>
      <p:ext uri="{BB962C8B-B14F-4D97-AF65-F5344CB8AC3E}">
        <p14:creationId xmlns:p14="http://schemas.microsoft.com/office/powerpoint/2010/main" val="2795034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965200" y="3598851"/>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283961" y="3598851"/>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4" name="Chart 3">
            <a:extLst>
              <a:ext uri="{FF2B5EF4-FFF2-40B4-BE49-F238E27FC236}">
                <a16:creationId xmlns:a16="http://schemas.microsoft.com/office/drawing/2014/main" id="{60CF2AD3-230D-F369-CAC5-4FA9A48BC42D}"/>
              </a:ext>
            </a:extLst>
          </p:cNvPr>
          <p:cNvGraphicFramePr>
            <a:graphicFrameLocks/>
          </p:cNvGraphicFramePr>
          <p:nvPr/>
        </p:nvGraphicFramePr>
        <p:xfrm>
          <a:off x="628396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5AC4D09A-CE8E-1833-5BF0-02BF5AE14D3B}"/>
              </a:ext>
            </a:extLst>
          </p:cNvPr>
          <p:cNvGraphicFramePr>
            <a:graphicFrameLocks/>
          </p:cNvGraphicFramePr>
          <p:nvPr/>
        </p:nvGraphicFramePr>
        <p:xfrm>
          <a:off x="965199"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3C83B8BF-A002-CC75-8152-A1897CB29DF6}"/>
              </a:ext>
            </a:extLst>
          </p:cNvPr>
          <p:cNvSpPr txBox="1"/>
          <p:nvPr/>
        </p:nvSpPr>
        <p:spPr>
          <a:xfrm>
            <a:off x="965200" y="3993832"/>
            <a:ext cx="4571999" cy="646331"/>
          </a:xfrm>
          <a:prstGeom prst="rect">
            <a:avLst/>
          </a:prstGeom>
          <a:noFill/>
        </p:spPr>
        <p:txBody>
          <a:bodyPr wrap="square" rtlCol="0">
            <a:spAutoFit/>
          </a:bodyPr>
          <a:lstStyle/>
          <a:p>
            <a:pPr marL="285750" indent="-285750" algn="just">
              <a:buFont typeface="Arial" panose="020B0604020202020204" pitchFamily="34" charset="0"/>
              <a:buChar char="•"/>
            </a:pPr>
            <a:r>
              <a:rPr lang="en-IN" dirty="0"/>
              <a:t>Similar proportions of races are maintained across the male and female gender</a:t>
            </a:r>
          </a:p>
        </p:txBody>
      </p:sp>
      <p:sp>
        <p:nvSpPr>
          <p:cNvPr id="3" name="TextBox 2">
            <a:extLst>
              <a:ext uri="{FF2B5EF4-FFF2-40B4-BE49-F238E27FC236}">
                <a16:creationId xmlns:a16="http://schemas.microsoft.com/office/drawing/2014/main" id="{A709DC13-9EEB-0FB9-4D9A-1091ED3F4C91}"/>
              </a:ext>
            </a:extLst>
          </p:cNvPr>
          <p:cNvSpPr txBox="1"/>
          <p:nvPr/>
        </p:nvSpPr>
        <p:spPr>
          <a:xfrm>
            <a:off x="6283961" y="3993832"/>
            <a:ext cx="4571999" cy="1477328"/>
          </a:xfrm>
          <a:prstGeom prst="rect">
            <a:avLst/>
          </a:prstGeom>
          <a:noFill/>
        </p:spPr>
        <p:txBody>
          <a:bodyPr wrap="square" rtlCol="0">
            <a:spAutoFit/>
          </a:bodyPr>
          <a:lstStyle/>
          <a:p>
            <a:pPr marL="285750" indent="-285750" algn="just">
              <a:buFont typeface="Arial" panose="020B0604020202020204" pitchFamily="34" charset="0"/>
              <a:buChar char="•"/>
            </a:pPr>
            <a:r>
              <a:rPr lang="en-IN" dirty="0"/>
              <a:t>Almost similar gender distribution is maintained across all the races</a:t>
            </a:r>
          </a:p>
          <a:p>
            <a:pPr marL="285750" indent="-285750" algn="just">
              <a:buFont typeface="Arial" panose="020B0604020202020204" pitchFamily="34" charset="0"/>
              <a:buChar char="•"/>
            </a:pPr>
            <a:endParaRPr lang="en-IN" dirty="0"/>
          </a:p>
          <a:p>
            <a:pPr marL="285750" indent="-285750" algn="just">
              <a:buFont typeface="Arial" panose="020B0604020202020204" pitchFamily="34" charset="0"/>
              <a:buChar char="•"/>
            </a:pPr>
            <a:r>
              <a:rPr lang="en-IN" dirty="0"/>
              <a:t>Male faces are slightly higher than the female ones across the races</a:t>
            </a:r>
          </a:p>
        </p:txBody>
      </p:sp>
    </p:spTree>
    <p:extLst>
      <p:ext uri="{BB962C8B-B14F-4D97-AF65-F5344CB8AC3E}">
        <p14:creationId xmlns:p14="http://schemas.microsoft.com/office/powerpoint/2010/main" val="1446150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9231087"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(Balanced) – Training dataset (48000 samples)</a:t>
            </a:r>
          </a:p>
        </p:txBody>
      </p:sp>
      <p:graphicFrame>
        <p:nvGraphicFramePr>
          <p:cNvPr id="5" name="Chart 4">
            <a:extLst>
              <a:ext uri="{FF2B5EF4-FFF2-40B4-BE49-F238E27FC236}">
                <a16:creationId xmlns:a16="http://schemas.microsoft.com/office/drawing/2014/main" id="{08F62895-923C-C5BE-4F98-83A9F5372CB4}"/>
              </a:ext>
            </a:extLst>
          </p:cNvPr>
          <p:cNvGraphicFramePr>
            <a:graphicFrameLocks/>
          </p:cNvGraphicFramePr>
          <p:nvPr/>
        </p:nvGraphicFramePr>
        <p:xfrm>
          <a:off x="354584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2EC47758-FD3F-278E-9EBC-444FBBAAD8E4}"/>
              </a:ext>
            </a:extLst>
          </p:cNvPr>
          <p:cNvGraphicFramePr>
            <a:graphicFrameLocks/>
          </p:cNvGraphicFramePr>
          <p:nvPr/>
        </p:nvGraphicFramePr>
        <p:xfrm>
          <a:off x="894080" y="83820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B3ABC84A-594E-6890-1FC8-6C9EADFAC34A}"/>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05541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792480" y="3485070"/>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6187440" y="3485070"/>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6A48A2BD-A2DB-84D2-FF13-45F867B80180}"/>
              </a:ext>
            </a:extLst>
          </p:cNvPr>
          <p:cNvGraphicFramePr>
            <a:graphicFrameLocks/>
          </p:cNvGraphicFramePr>
          <p:nvPr/>
        </p:nvGraphicFramePr>
        <p:xfrm>
          <a:off x="6187440" y="74958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A32373F-354F-DD1E-8FBC-7AA16896B79F}"/>
              </a:ext>
            </a:extLst>
          </p:cNvPr>
          <p:cNvGraphicFramePr>
            <a:graphicFrameLocks/>
          </p:cNvGraphicFramePr>
          <p:nvPr/>
        </p:nvGraphicFramePr>
        <p:xfrm>
          <a:off x="792480" y="749586"/>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650051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models under investigation</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839791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DDPM model</a:t>
            </a:r>
          </a:p>
        </p:txBody>
      </p:sp>
    </p:spTree>
    <p:extLst>
      <p:ext uri="{BB962C8B-B14F-4D97-AF65-F5344CB8AC3E}">
        <p14:creationId xmlns:p14="http://schemas.microsoft.com/office/powerpoint/2010/main" val="3171048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
        <p:nvSpPr>
          <p:cNvPr id="4" name="TextBox 3">
            <a:extLst>
              <a:ext uri="{FF2B5EF4-FFF2-40B4-BE49-F238E27FC236}">
                <a16:creationId xmlns:a16="http://schemas.microsoft.com/office/drawing/2014/main" id="{32CDE003-B851-ECBE-FEF7-6BC92C377E20}"/>
              </a:ext>
            </a:extLst>
          </p:cNvPr>
          <p:cNvSpPr txBox="1"/>
          <p:nvPr/>
        </p:nvSpPr>
        <p:spPr>
          <a:xfrm>
            <a:off x="193040" y="5963920"/>
            <a:ext cx="8341360" cy="369332"/>
          </a:xfrm>
          <a:prstGeom prst="rect">
            <a:avLst/>
          </a:prstGeom>
          <a:noFill/>
        </p:spPr>
        <p:txBody>
          <a:bodyPr wrap="square" rtlCol="0">
            <a:spAutoFit/>
          </a:bodyPr>
          <a:lstStyle/>
          <a:p>
            <a:r>
              <a:rPr lang="en-IN"/>
              <a:t>Source: Ho et. al, Denoising Diffusion Probabilistic Models, NeurIPS 2020</a:t>
            </a:r>
            <a:endParaRPr lang="en-IN" dirty="0"/>
          </a:p>
        </p:txBody>
      </p:sp>
      <p:pic>
        <p:nvPicPr>
          <p:cNvPr id="6" name="Picture 5">
            <a:extLst>
              <a:ext uri="{FF2B5EF4-FFF2-40B4-BE49-F238E27FC236}">
                <a16:creationId xmlns:a16="http://schemas.microsoft.com/office/drawing/2014/main" id="{87F4127A-3AF2-80D3-B4FE-B8C341C7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37134" y="3743409"/>
            <a:ext cx="7802457" cy="1946191"/>
          </a:xfrm>
          <a:prstGeom prst="rect">
            <a:avLst/>
          </a:prstGeom>
        </p:spPr>
      </p:pic>
      <p:pic>
        <p:nvPicPr>
          <p:cNvPr id="7" name="Picture 6">
            <a:extLst>
              <a:ext uri="{FF2B5EF4-FFF2-40B4-BE49-F238E27FC236}">
                <a16:creationId xmlns:a16="http://schemas.microsoft.com/office/drawing/2014/main" id="{E28DCE6A-BAE1-455B-81EB-2F81B9273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41099" y="957619"/>
            <a:ext cx="7882073" cy="2096579"/>
          </a:xfrm>
          <a:prstGeom prst="rect">
            <a:avLst/>
          </a:prstGeom>
        </p:spPr>
      </p:pic>
      <p:sp>
        <p:nvSpPr>
          <p:cNvPr id="8" name="TextBox 7">
            <a:extLst>
              <a:ext uri="{FF2B5EF4-FFF2-40B4-BE49-F238E27FC236}">
                <a16:creationId xmlns:a16="http://schemas.microsoft.com/office/drawing/2014/main" id="{32CDE003-B851-ECBE-FEF7-6BC92C377E20}"/>
              </a:ext>
            </a:extLst>
          </p:cNvPr>
          <p:cNvSpPr txBox="1"/>
          <p:nvPr/>
        </p:nvSpPr>
        <p:spPr>
          <a:xfrm>
            <a:off x="1711455" y="917068"/>
            <a:ext cx="2762574" cy="369332"/>
          </a:xfrm>
          <a:prstGeom prst="rect">
            <a:avLst/>
          </a:prstGeom>
          <a:noFill/>
        </p:spPr>
        <p:txBody>
          <a:bodyPr wrap="square" rtlCol="0">
            <a:spAutoFit/>
          </a:bodyPr>
          <a:lstStyle/>
          <a:p>
            <a:r>
              <a:rPr lang="en-IN" b="1" dirty="0"/>
              <a:t>Forward Diffusion Process</a:t>
            </a:r>
          </a:p>
        </p:txBody>
      </p:sp>
      <p:sp>
        <p:nvSpPr>
          <p:cNvPr id="9" name="TextBox 8">
            <a:extLst>
              <a:ext uri="{FF2B5EF4-FFF2-40B4-BE49-F238E27FC236}">
                <a16:creationId xmlns:a16="http://schemas.microsoft.com/office/drawing/2014/main" id="{32CDE003-B851-ECBE-FEF7-6BC92C377E20}"/>
              </a:ext>
            </a:extLst>
          </p:cNvPr>
          <p:cNvSpPr txBox="1"/>
          <p:nvPr/>
        </p:nvSpPr>
        <p:spPr>
          <a:xfrm>
            <a:off x="1711455" y="3448877"/>
            <a:ext cx="2762574" cy="369332"/>
          </a:xfrm>
          <a:prstGeom prst="rect">
            <a:avLst/>
          </a:prstGeom>
          <a:noFill/>
        </p:spPr>
        <p:txBody>
          <a:bodyPr wrap="square" rtlCol="0">
            <a:spAutoFit/>
          </a:bodyPr>
          <a:lstStyle/>
          <a:p>
            <a:r>
              <a:rPr lang="en-IN" b="1" dirty="0"/>
              <a:t>Reverse Diffusion Process</a:t>
            </a:r>
          </a:p>
        </p:txBody>
      </p:sp>
    </p:spTree>
    <p:extLst>
      <p:ext uri="{BB962C8B-B14F-4D97-AF65-F5344CB8AC3E}">
        <p14:creationId xmlns:p14="http://schemas.microsoft.com/office/powerpoint/2010/main" val="200840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1608527" cy="584775"/>
          </a:xfrm>
          <a:prstGeom prst="rect">
            <a:avLst/>
          </a:prstGeom>
          <a:noFill/>
        </p:spPr>
        <p:txBody>
          <a:bodyPr wrap="square" rtlCol="0">
            <a:spAutoFit/>
          </a:bodyPr>
          <a:lstStyle/>
          <a:p>
            <a:r>
              <a:rPr lang="en-US" sz="3200" u="sng" dirty="0">
                <a:solidFill>
                  <a:schemeClr val="accent5">
                    <a:lumMod val="75000"/>
                  </a:schemeClr>
                </a:solidFill>
              </a:rPr>
              <a:t>DDPM: (256 epoch) Generated output (2086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9" name="Chart 8"/>
          <p:cNvGraphicFramePr>
            <a:graphicFrameLocks/>
          </p:cNvGraphicFramePr>
          <p:nvPr>
            <p:extLst>
              <p:ext uri="{D42A27DB-BD31-4B8C-83A1-F6EECF244321}">
                <p14:modId xmlns:p14="http://schemas.microsoft.com/office/powerpoint/2010/main" val="1500976474"/>
              </p:ext>
            </p:extLst>
          </p:nvPr>
        </p:nvGraphicFramePr>
        <p:xfrm>
          <a:off x="411480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3" name="Chart 12"/>
          <p:cNvGraphicFramePr>
            <a:graphicFrameLocks/>
          </p:cNvGraphicFramePr>
          <p:nvPr>
            <p:extLst>
              <p:ext uri="{D42A27DB-BD31-4B8C-83A1-F6EECF244321}">
                <p14:modId xmlns:p14="http://schemas.microsoft.com/office/powerpoint/2010/main" val="374964230"/>
              </p:ext>
            </p:extLst>
          </p:nvPr>
        </p:nvGraphicFramePr>
        <p:xfrm>
          <a:off x="6299200" y="85734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5" name="Chart 14"/>
          <p:cNvGraphicFramePr>
            <a:graphicFrameLocks/>
          </p:cNvGraphicFramePr>
          <p:nvPr>
            <p:extLst>
              <p:ext uri="{D42A27DB-BD31-4B8C-83A1-F6EECF244321}">
                <p14:modId xmlns:p14="http://schemas.microsoft.com/office/powerpoint/2010/main" val="853976812"/>
              </p:ext>
            </p:extLst>
          </p:nvPr>
        </p:nvGraphicFramePr>
        <p:xfrm>
          <a:off x="1155336"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5928577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10" name="Chart 9"/>
          <p:cNvGraphicFramePr>
            <a:graphicFrameLocks/>
          </p:cNvGraphicFramePr>
          <p:nvPr>
            <p:extLst>
              <p:ext uri="{D42A27DB-BD31-4B8C-83A1-F6EECF244321}">
                <p14:modId xmlns:p14="http://schemas.microsoft.com/office/powerpoint/2010/main" val="3317603784"/>
              </p:ext>
            </p:extLst>
          </p:nvPr>
        </p:nvGraphicFramePr>
        <p:xfrm>
          <a:off x="6360160" y="392862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Chart 11"/>
          <p:cNvGraphicFramePr>
            <a:graphicFrameLocks/>
          </p:cNvGraphicFramePr>
          <p:nvPr>
            <p:extLst>
              <p:ext uri="{D42A27DB-BD31-4B8C-83A1-F6EECF244321}">
                <p14:modId xmlns:p14="http://schemas.microsoft.com/office/powerpoint/2010/main" val="3439227266"/>
              </p:ext>
            </p:extLst>
          </p:nvPr>
        </p:nvGraphicFramePr>
        <p:xfrm>
          <a:off x="1026160" y="674914"/>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6434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1293567" cy="584775"/>
          </a:xfrm>
          <a:prstGeom prst="rect">
            <a:avLst/>
          </a:prstGeom>
          <a:noFill/>
        </p:spPr>
        <p:txBody>
          <a:bodyPr wrap="square" rtlCol="0">
            <a:spAutoFit/>
          </a:bodyPr>
          <a:lstStyle/>
          <a:p>
            <a:r>
              <a:rPr lang="en-US" sz="3200" u="sng" dirty="0">
                <a:solidFill>
                  <a:schemeClr val="accent5">
                    <a:lumMod val="75000"/>
                  </a:schemeClr>
                </a:solidFill>
              </a:rPr>
              <a:t>DDPM: (110 epoch) – Generated output (1246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9" name="Chart 8"/>
          <p:cNvGraphicFramePr>
            <a:graphicFrameLocks/>
          </p:cNvGraphicFramePr>
          <p:nvPr>
            <p:extLst>
              <p:ext uri="{D42A27DB-BD31-4B8C-83A1-F6EECF244321}">
                <p14:modId xmlns:p14="http://schemas.microsoft.com/office/powerpoint/2010/main" val="1153393819"/>
              </p:ext>
            </p:extLst>
          </p:nvPr>
        </p:nvGraphicFramePr>
        <p:xfrm>
          <a:off x="1158240" y="96535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p:cNvGraphicFramePr>
            <a:graphicFrameLocks/>
          </p:cNvGraphicFramePr>
          <p:nvPr>
            <p:extLst>
              <p:ext uri="{D42A27DB-BD31-4B8C-83A1-F6EECF244321}">
                <p14:modId xmlns:p14="http://schemas.microsoft.com/office/powerpoint/2010/main" val="3998055277"/>
              </p:ext>
            </p:extLst>
          </p:nvPr>
        </p:nvGraphicFramePr>
        <p:xfrm>
          <a:off x="6299200" y="96535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3"/>
          <p:cNvGraphicFramePr>
            <a:graphicFrameLocks/>
          </p:cNvGraphicFramePr>
          <p:nvPr>
            <p:extLst>
              <p:ext uri="{D42A27DB-BD31-4B8C-83A1-F6EECF244321}">
                <p14:modId xmlns:p14="http://schemas.microsoft.com/office/powerpoint/2010/main" val="564387511"/>
              </p:ext>
            </p:extLst>
          </p:nvPr>
        </p:nvGraphicFramePr>
        <p:xfrm>
          <a:off x="3647440" y="39370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3358829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10" name="Chart 9"/>
          <p:cNvGraphicFramePr>
            <a:graphicFrameLocks/>
          </p:cNvGraphicFramePr>
          <p:nvPr>
            <p:extLst>
              <p:ext uri="{D42A27DB-BD31-4B8C-83A1-F6EECF244321}">
                <p14:modId xmlns:p14="http://schemas.microsoft.com/office/powerpoint/2010/main" val="369383703"/>
              </p:ext>
            </p:extLst>
          </p:nvPr>
        </p:nvGraphicFramePr>
        <p:xfrm>
          <a:off x="6283960" y="396716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p:cNvGraphicFramePr>
            <a:graphicFrameLocks/>
          </p:cNvGraphicFramePr>
          <p:nvPr>
            <p:extLst>
              <p:ext uri="{D42A27DB-BD31-4B8C-83A1-F6EECF244321}">
                <p14:modId xmlns:p14="http://schemas.microsoft.com/office/powerpoint/2010/main" val="2604288452"/>
              </p:ext>
            </p:extLst>
          </p:nvPr>
        </p:nvGraphicFramePr>
        <p:xfrm>
          <a:off x="1343297" y="1045852"/>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548166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Stable Diffusion model</a:t>
            </a:r>
          </a:p>
        </p:txBody>
      </p:sp>
    </p:spTree>
    <p:extLst>
      <p:ext uri="{BB962C8B-B14F-4D97-AF65-F5344CB8AC3E}">
        <p14:creationId xmlns:p14="http://schemas.microsoft.com/office/powerpoint/2010/main" val="882092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
        <p:nvSpPr>
          <p:cNvPr id="2" name="TextBox 1">
            <a:extLst>
              <a:ext uri="{FF2B5EF4-FFF2-40B4-BE49-F238E27FC236}">
                <a16:creationId xmlns:a16="http://schemas.microsoft.com/office/drawing/2014/main" id="{54122658-31C2-C339-853B-13A3CE5222DB}"/>
              </a:ext>
            </a:extLst>
          </p:cNvPr>
          <p:cNvSpPr txBox="1"/>
          <p:nvPr/>
        </p:nvSpPr>
        <p:spPr>
          <a:xfrm>
            <a:off x="193040" y="5963920"/>
            <a:ext cx="9753600" cy="369332"/>
          </a:xfrm>
          <a:prstGeom prst="rect">
            <a:avLst/>
          </a:prstGeom>
          <a:noFill/>
        </p:spPr>
        <p:txBody>
          <a:bodyPr wrap="square" rtlCol="0">
            <a:spAutoFit/>
          </a:bodyPr>
          <a:lstStyle/>
          <a:p>
            <a:r>
              <a:rPr lang="en-IN" dirty="0"/>
              <a:t>Source: </a:t>
            </a:r>
            <a:r>
              <a:rPr lang="en-IN" dirty="0" err="1"/>
              <a:t>Rombach</a:t>
            </a:r>
            <a:r>
              <a:rPr lang="en-IN" dirty="0"/>
              <a:t> et. al, </a:t>
            </a:r>
            <a:r>
              <a:rPr lang="en-US" dirty="0"/>
              <a:t>High-Resolution Image Synthesis with Latent Diffusion Models</a:t>
            </a:r>
            <a:r>
              <a:rPr lang="en-IN" dirty="0"/>
              <a:t>, CVPR 2022</a:t>
            </a:r>
          </a:p>
        </p:txBody>
      </p:sp>
      <p:pic>
        <p:nvPicPr>
          <p:cNvPr id="4" name="Picture 3">
            <a:extLst>
              <a:ext uri="{FF2B5EF4-FFF2-40B4-BE49-F238E27FC236}">
                <a16:creationId xmlns:a16="http://schemas.microsoft.com/office/drawing/2014/main" id="{5DF3F92C-43FC-6DDE-6E20-2325B7DC75BD}"/>
              </a:ext>
            </a:extLst>
          </p:cNvPr>
          <p:cNvPicPr>
            <a:picLocks noChangeAspect="1"/>
          </p:cNvPicPr>
          <p:nvPr/>
        </p:nvPicPr>
        <p:blipFill>
          <a:blip r:embed="rId2"/>
          <a:stretch>
            <a:fillRect/>
          </a:stretch>
        </p:blipFill>
        <p:spPr>
          <a:xfrm>
            <a:off x="1935800" y="1351280"/>
            <a:ext cx="8705065" cy="4365075"/>
          </a:xfrm>
          <a:prstGeom prst="rect">
            <a:avLst/>
          </a:prstGeom>
        </p:spPr>
      </p:pic>
    </p:spTree>
    <p:extLst>
      <p:ext uri="{BB962C8B-B14F-4D97-AF65-F5344CB8AC3E}">
        <p14:creationId xmlns:p14="http://schemas.microsoft.com/office/powerpoint/2010/main" val="1378165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4" name="Chart 3">
            <a:extLst>
              <a:ext uri="{FF2B5EF4-FFF2-40B4-BE49-F238E27FC236}">
                <a16:creationId xmlns:a16="http://schemas.microsoft.com/office/drawing/2014/main" id="{089A48BE-B68D-9C30-5C24-4A1C32F3CEF6}"/>
              </a:ext>
            </a:extLst>
          </p:cNvPr>
          <p:cNvGraphicFramePr>
            <a:graphicFrameLocks/>
          </p:cNvGraphicFramePr>
          <p:nvPr>
            <p:extLst>
              <p:ext uri="{D42A27DB-BD31-4B8C-83A1-F6EECF244321}">
                <p14:modId xmlns:p14="http://schemas.microsoft.com/office/powerpoint/2010/main" val="1680989699"/>
              </p:ext>
            </p:extLst>
          </p:nvPr>
        </p:nvGraphicFramePr>
        <p:xfrm>
          <a:off x="1158240" y="97818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31718052-F200-5F1E-40F6-1C77CC9750CF}"/>
              </a:ext>
            </a:extLst>
          </p:cNvPr>
          <p:cNvGraphicFramePr>
            <a:graphicFrameLocks/>
          </p:cNvGraphicFramePr>
          <p:nvPr>
            <p:extLst>
              <p:ext uri="{D42A27DB-BD31-4B8C-83A1-F6EECF244321}">
                <p14:modId xmlns:p14="http://schemas.microsoft.com/office/powerpoint/2010/main" val="693729291"/>
              </p:ext>
            </p:extLst>
          </p:nvPr>
        </p:nvGraphicFramePr>
        <p:xfrm>
          <a:off x="6096000" y="97818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7C0E0156-DB94-D589-B963-C19AA098BEBA}"/>
              </a:ext>
            </a:extLst>
          </p:cNvPr>
          <p:cNvGraphicFramePr>
            <a:graphicFrameLocks/>
          </p:cNvGraphicFramePr>
          <p:nvPr>
            <p:extLst>
              <p:ext uri="{D42A27DB-BD31-4B8C-83A1-F6EECF244321}">
                <p14:modId xmlns:p14="http://schemas.microsoft.com/office/powerpoint/2010/main" val="1989507479"/>
              </p:ext>
            </p:extLst>
          </p:nvPr>
        </p:nvGraphicFramePr>
        <p:xfrm>
          <a:off x="3810000" y="398707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49524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2F6B91FD-23B5-26FA-064E-125018AE918A}"/>
              </a:ext>
            </a:extLst>
          </p:cNvPr>
          <p:cNvGraphicFramePr>
            <a:graphicFrameLocks/>
          </p:cNvGraphicFramePr>
          <p:nvPr>
            <p:extLst>
              <p:ext uri="{D42A27DB-BD31-4B8C-83A1-F6EECF244321}">
                <p14:modId xmlns:p14="http://schemas.microsoft.com/office/powerpoint/2010/main" val="427581131"/>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01FD5664-29B4-BC63-0442-CD9F82957575}"/>
              </a:ext>
            </a:extLst>
          </p:cNvPr>
          <p:cNvGraphicFramePr>
            <a:graphicFrameLocks/>
          </p:cNvGraphicFramePr>
          <p:nvPr>
            <p:extLst>
              <p:ext uri="{D42A27DB-BD31-4B8C-83A1-F6EECF244321}">
                <p14:modId xmlns:p14="http://schemas.microsoft.com/office/powerpoint/2010/main" val="3344473439"/>
              </p:ext>
            </p:extLst>
          </p:nvPr>
        </p:nvGraphicFramePr>
        <p:xfrm>
          <a:off x="1117600" y="685800"/>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4986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(xx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spTree>
    <p:extLst>
      <p:ext uri="{BB962C8B-B14F-4D97-AF65-F5344CB8AC3E}">
        <p14:creationId xmlns:p14="http://schemas.microsoft.com/office/powerpoint/2010/main" val="16562138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spTree>
    <p:extLst>
      <p:ext uri="{BB962C8B-B14F-4D97-AF65-F5344CB8AC3E}">
        <p14:creationId xmlns:p14="http://schemas.microsoft.com/office/powerpoint/2010/main" val="1113109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DDGAN model</a:t>
            </a:r>
          </a:p>
        </p:txBody>
      </p:sp>
    </p:spTree>
    <p:extLst>
      <p:ext uri="{BB962C8B-B14F-4D97-AF65-F5344CB8AC3E}">
        <p14:creationId xmlns:p14="http://schemas.microsoft.com/office/powerpoint/2010/main" val="25702466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pic>
        <p:nvPicPr>
          <p:cNvPr id="3" name="Picture 2">
            <a:extLst>
              <a:ext uri="{FF2B5EF4-FFF2-40B4-BE49-F238E27FC236}">
                <a16:creationId xmlns:a16="http://schemas.microsoft.com/office/drawing/2014/main" id="{9F2369A1-CC39-6758-96D0-930A4E3C27FB}"/>
              </a:ext>
            </a:extLst>
          </p:cNvPr>
          <p:cNvPicPr>
            <a:picLocks noChangeAspect="1"/>
          </p:cNvPicPr>
          <p:nvPr/>
        </p:nvPicPr>
        <p:blipFill>
          <a:blip r:embed="rId2"/>
          <a:stretch>
            <a:fillRect/>
          </a:stretch>
        </p:blipFill>
        <p:spPr>
          <a:xfrm>
            <a:off x="2516192" y="1045802"/>
            <a:ext cx="7399967" cy="4766395"/>
          </a:xfrm>
          <a:prstGeom prst="rect">
            <a:avLst/>
          </a:prstGeom>
        </p:spPr>
      </p:pic>
      <p:sp>
        <p:nvSpPr>
          <p:cNvPr id="4" name="TextBox 3">
            <a:extLst>
              <a:ext uri="{FF2B5EF4-FFF2-40B4-BE49-F238E27FC236}">
                <a16:creationId xmlns:a16="http://schemas.microsoft.com/office/drawing/2014/main" id="{9BE1CB57-8017-E705-8077-75BF4A2F1E51}"/>
              </a:ext>
            </a:extLst>
          </p:cNvPr>
          <p:cNvSpPr txBox="1"/>
          <p:nvPr/>
        </p:nvSpPr>
        <p:spPr>
          <a:xfrm>
            <a:off x="193040" y="5963920"/>
            <a:ext cx="10414000" cy="369332"/>
          </a:xfrm>
          <a:prstGeom prst="rect">
            <a:avLst/>
          </a:prstGeom>
          <a:noFill/>
        </p:spPr>
        <p:txBody>
          <a:bodyPr wrap="square" rtlCol="0">
            <a:spAutoFit/>
          </a:bodyPr>
          <a:lstStyle/>
          <a:p>
            <a:r>
              <a:rPr lang="en-IN" dirty="0"/>
              <a:t>Source: Xiao et. al, </a:t>
            </a:r>
            <a:r>
              <a:rPr lang="en-US" dirty="0"/>
              <a:t>Tackling the Generative Learning Trilemma with Denoising Diffusion GANs, ICLR - 2022</a:t>
            </a:r>
            <a:endParaRPr lang="en-IN" dirty="0"/>
          </a:p>
        </p:txBody>
      </p:sp>
    </p:spTree>
    <p:extLst>
      <p:ext uri="{BB962C8B-B14F-4D97-AF65-F5344CB8AC3E}">
        <p14:creationId xmlns:p14="http://schemas.microsoft.com/office/powerpoint/2010/main" val="22728525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Generated output (2949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8" name="Chart 7">
            <a:extLst>
              <a:ext uri="{FF2B5EF4-FFF2-40B4-BE49-F238E27FC236}">
                <a16:creationId xmlns:a16="http://schemas.microsoft.com/office/drawing/2014/main" id="{692EB575-F22E-EFEF-AE92-81F5359D0519}"/>
              </a:ext>
            </a:extLst>
          </p:cNvPr>
          <p:cNvGraphicFramePr>
            <a:graphicFrameLocks/>
          </p:cNvGraphicFramePr>
          <p:nvPr>
            <p:extLst>
              <p:ext uri="{D42A27DB-BD31-4B8C-83A1-F6EECF244321}">
                <p14:modId xmlns:p14="http://schemas.microsoft.com/office/powerpoint/2010/main" val="2108648846"/>
              </p:ext>
            </p:extLst>
          </p:nvPr>
        </p:nvGraphicFramePr>
        <p:xfrm>
          <a:off x="1152437" y="9078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DA9187EB-8DB5-2168-F7EC-AA92A011F956}"/>
              </a:ext>
            </a:extLst>
          </p:cNvPr>
          <p:cNvGraphicFramePr>
            <a:graphicFrameLocks/>
          </p:cNvGraphicFramePr>
          <p:nvPr>
            <p:extLst>
              <p:ext uri="{D42A27DB-BD31-4B8C-83A1-F6EECF244321}">
                <p14:modId xmlns:p14="http://schemas.microsoft.com/office/powerpoint/2010/main" val="3403303318"/>
              </p:ext>
            </p:extLst>
          </p:nvPr>
        </p:nvGraphicFramePr>
        <p:xfrm>
          <a:off x="6142443" y="907869"/>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B18E36AC-140F-5421-8742-8F4795016FCB}"/>
              </a:ext>
            </a:extLst>
          </p:cNvPr>
          <p:cNvGraphicFramePr>
            <a:graphicFrameLocks/>
          </p:cNvGraphicFramePr>
          <p:nvPr>
            <p:extLst>
              <p:ext uri="{D42A27DB-BD31-4B8C-83A1-F6EECF244321}">
                <p14:modId xmlns:p14="http://schemas.microsoft.com/office/powerpoint/2010/main" val="699162442"/>
              </p:ext>
            </p:extLst>
          </p:nvPr>
        </p:nvGraphicFramePr>
        <p:xfrm>
          <a:off x="3771536" y="392611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165209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3" name="Chart 2">
            <a:extLst>
              <a:ext uri="{FF2B5EF4-FFF2-40B4-BE49-F238E27FC236}">
                <a16:creationId xmlns:a16="http://schemas.microsoft.com/office/drawing/2014/main" id="{DB156F3D-39BE-A07B-F6E0-3FBB43044703}"/>
              </a:ext>
            </a:extLst>
          </p:cNvPr>
          <p:cNvGraphicFramePr>
            <a:graphicFrameLocks/>
          </p:cNvGraphicFramePr>
          <p:nvPr>
            <p:extLst>
              <p:ext uri="{D42A27DB-BD31-4B8C-83A1-F6EECF244321}">
                <p14:modId xmlns:p14="http://schemas.microsoft.com/office/powerpoint/2010/main" val="2703119307"/>
              </p:ext>
            </p:extLst>
          </p:nvPr>
        </p:nvGraphicFramePr>
        <p:xfrm>
          <a:off x="654304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FA59D3DB-3FAD-A0D2-0E1B-299234FE4EFA}"/>
              </a:ext>
            </a:extLst>
          </p:cNvPr>
          <p:cNvGraphicFramePr>
            <a:graphicFrameLocks/>
          </p:cNvGraphicFramePr>
          <p:nvPr>
            <p:extLst>
              <p:ext uri="{D42A27DB-BD31-4B8C-83A1-F6EECF244321}">
                <p14:modId xmlns:p14="http://schemas.microsoft.com/office/powerpoint/2010/main" val="3902096995"/>
              </p:ext>
            </p:extLst>
          </p:nvPr>
        </p:nvGraphicFramePr>
        <p:xfrm>
          <a:off x="93472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3974775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2" y="269966"/>
            <a:ext cx="11374848" cy="1077218"/>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(110 epoch) – Generated output (6235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8" name="Chart 7">
            <a:extLst>
              <a:ext uri="{FF2B5EF4-FFF2-40B4-BE49-F238E27FC236}">
                <a16:creationId xmlns:a16="http://schemas.microsoft.com/office/drawing/2014/main" id="{98570BF3-4F5F-B7F3-7A94-1A6C6C5C5B0E}"/>
              </a:ext>
            </a:extLst>
          </p:cNvPr>
          <p:cNvGraphicFramePr>
            <a:graphicFrameLocks/>
          </p:cNvGraphicFramePr>
          <p:nvPr>
            <p:extLst>
              <p:ext uri="{D42A27DB-BD31-4B8C-83A1-F6EECF244321}">
                <p14:modId xmlns:p14="http://schemas.microsoft.com/office/powerpoint/2010/main" val="1124757946"/>
              </p:ext>
            </p:extLst>
          </p:nvPr>
        </p:nvGraphicFramePr>
        <p:xfrm>
          <a:off x="1183759" y="99887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04ED2FDE-A827-0898-5AB3-6FB9444E9819}"/>
              </a:ext>
            </a:extLst>
          </p:cNvPr>
          <p:cNvGraphicFramePr>
            <a:graphicFrameLocks/>
          </p:cNvGraphicFramePr>
          <p:nvPr>
            <p:extLst>
              <p:ext uri="{D42A27DB-BD31-4B8C-83A1-F6EECF244321}">
                <p14:modId xmlns:p14="http://schemas.microsoft.com/office/powerpoint/2010/main" val="576921807"/>
              </p:ext>
            </p:extLst>
          </p:nvPr>
        </p:nvGraphicFramePr>
        <p:xfrm>
          <a:off x="6096000" y="99887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09DBF609-9544-1454-706B-7D19C99EDF01}"/>
              </a:ext>
            </a:extLst>
          </p:cNvPr>
          <p:cNvGraphicFramePr>
            <a:graphicFrameLocks/>
          </p:cNvGraphicFramePr>
          <p:nvPr>
            <p:extLst>
              <p:ext uri="{D42A27DB-BD31-4B8C-83A1-F6EECF244321}">
                <p14:modId xmlns:p14="http://schemas.microsoft.com/office/powerpoint/2010/main" val="951354164"/>
              </p:ext>
            </p:extLst>
          </p:nvPr>
        </p:nvGraphicFramePr>
        <p:xfrm>
          <a:off x="3510634" y="390579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645434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172823E9-37FA-CACD-B205-0A2E1B74245E}"/>
              </a:ext>
            </a:extLst>
          </p:cNvPr>
          <p:cNvGraphicFramePr>
            <a:graphicFrameLocks/>
          </p:cNvGraphicFramePr>
          <p:nvPr>
            <p:extLst>
              <p:ext uri="{D42A27DB-BD31-4B8C-83A1-F6EECF244321}">
                <p14:modId xmlns:p14="http://schemas.microsoft.com/office/powerpoint/2010/main" val="3265267615"/>
              </p:ext>
            </p:extLst>
          </p:nvPr>
        </p:nvGraphicFramePr>
        <p:xfrm>
          <a:off x="6375400" y="37439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E54442C-D6A9-76E4-D0C4-924AEE061483}"/>
              </a:ext>
            </a:extLst>
          </p:cNvPr>
          <p:cNvGraphicFramePr>
            <a:graphicFrameLocks/>
          </p:cNvGraphicFramePr>
          <p:nvPr>
            <p:extLst>
              <p:ext uri="{D42A27DB-BD31-4B8C-83A1-F6EECF244321}">
                <p14:modId xmlns:p14="http://schemas.microsoft.com/office/powerpoint/2010/main" val="2605241376"/>
              </p:ext>
            </p:extLst>
          </p:nvPr>
        </p:nvGraphicFramePr>
        <p:xfrm>
          <a:off x="1066800" y="593233"/>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511138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CelebA</a:t>
            </a:r>
            <a:r>
              <a:rPr lang="en-IN" dirty="0"/>
              <a:t>-HQ dataset</a:t>
            </a:r>
          </a:p>
        </p:txBody>
      </p:sp>
    </p:spTree>
    <p:extLst>
      <p:ext uri="{BB962C8B-B14F-4D97-AF65-F5344CB8AC3E}">
        <p14:creationId xmlns:p14="http://schemas.microsoft.com/office/powerpoint/2010/main" val="40319811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10" name="TextBox 9">
            <a:extLst>
              <a:ext uri="{FF2B5EF4-FFF2-40B4-BE49-F238E27FC236}">
                <a16:creationId xmlns:a16="http://schemas.microsoft.com/office/drawing/2014/main" id="{67C95C17-8519-C442-B6D2-2AB931828790}"/>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11" name="TextBox 10">
            <a:extLst>
              <a:ext uri="{FF2B5EF4-FFF2-40B4-BE49-F238E27FC236}">
                <a16:creationId xmlns:a16="http://schemas.microsoft.com/office/drawing/2014/main" id="{2AB1F630-3908-A1D9-D31A-14E612F3B706}"/>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5B8A6534-15CB-E85E-5566-5B5AFCFFB9EE}"/>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7" name="TextBox 6">
            <a:extLst>
              <a:ext uri="{FF2B5EF4-FFF2-40B4-BE49-F238E27FC236}">
                <a16:creationId xmlns:a16="http://schemas.microsoft.com/office/drawing/2014/main" id="{7F078B71-4A0F-B8F9-B7D8-F852339BDAEC}"/>
              </a:ext>
            </a:extLst>
          </p:cNvPr>
          <p:cNvSpPr txBox="1"/>
          <p:nvPr/>
        </p:nvSpPr>
        <p:spPr>
          <a:xfrm>
            <a:off x="4826002" y="3952800"/>
            <a:ext cx="3566160" cy="369332"/>
          </a:xfrm>
          <a:prstGeom prst="rect">
            <a:avLst/>
          </a:prstGeom>
          <a:noFill/>
        </p:spPr>
        <p:txBody>
          <a:bodyPr wrap="square" rtlCol="0">
            <a:spAutoFit/>
          </a:bodyPr>
          <a:lstStyle/>
          <a:p>
            <a:r>
              <a:rPr lang="en-IN" dirty="0"/>
              <a:t>Generated Data – Stable Diffusion</a:t>
            </a:r>
          </a:p>
        </p:txBody>
      </p:sp>
      <p:sp>
        <p:nvSpPr>
          <p:cNvPr id="9" name="TextBox 8"/>
          <p:cNvSpPr txBox="1"/>
          <p:nvPr/>
        </p:nvSpPr>
        <p:spPr>
          <a:xfrm>
            <a:off x="8253548" y="808307"/>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83% White faces which is maintained in DDGAN and more generated in DDPM and Stable Diffusion</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Asian, Indian, and black facial images are less generated by DDPM and Stable Diffusion models</a:t>
            </a:r>
          </a:p>
        </p:txBody>
      </p:sp>
      <p:graphicFrame>
        <p:nvGraphicFramePr>
          <p:cNvPr id="12" name="Chart 11">
            <a:extLst>
              <a:ext uri="{FF2B5EF4-FFF2-40B4-BE49-F238E27FC236}">
                <a16:creationId xmlns:a16="http://schemas.microsoft.com/office/drawing/2014/main" id="{FD004466-8840-ECD8-2DEC-A774D494297F}"/>
              </a:ext>
            </a:extLst>
          </p:cNvPr>
          <p:cNvGraphicFramePr>
            <a:graphicFrameLocks/>
          </p:cNvGraphicFramePr>
          <p:nvPr>
            <p:extLst>
              <p:ext uri="{D42A27DB-BD31-4B8C-83A1-F6EECF244321}">
                <p14:modId xmlns:p14="http://schemas.microsoft.com/office/powerpoint/2010/main" val="3240074362"/>
              </p:ext>
            </p:extLst>
          </p:nvPr>
        </p:nvGraphicFramePr>
        <p:xfrm>
          <a:off x="824774" y="11788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96E4EE72-43E2-FC9C-52AF-6998BC4242B8}"/>
              </a:ext>
            </a:extLst>
          </p:cNvPr>
          <p:cNvGraphicFramePr>
            <a:graphicFrameLocks/>
          </p:cNvGraphicFramePr>
          <p:nvPr>
            <p:extLst>
              <p:ext uri="{D42A27DB-BD31-4B8C-83A1-F6EECF244321}">
                <p14:modId xmlns:p14="http://schemas.microsoft.com/office/powerpoint/2010/main" val="1689640328"/>
              </p:ext>
            </p:extLst>
          </p:nvPr>
        </p:nvGraphicFramePr>
        <p:xfrm>
          <a:off x="4192454" y="11800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7D9894D5-3167-6AE5-EDA7-021680783031}"/>
              </a:ext>
            </a:extLst>
          </p:cNvPr>
          <p:cNvGraphicFramePr>
            <a:graphicFrameLocks/>
          </p:cNvGraphicFramePr>
          <p:nvPr>
            <p:extLst>
              <p:ext uri="{D42A27DB-BD31-4B8C-83A1-F6EECF244321}">
                <p14:modId xmlns:p14="http://schemas.microsoft.com/office/powerpoint/2010/main" val="2641177407"/>
              </p:ext>
            </p:extLst>
          </p:nvPr>
        </p:nvGraphicFramePr>
        <p:xfrm>
          <a:off x="4202612" y="431274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p:cNvGraphicFramePr>
            <a:graphicFrameLocks/>
          </p:cNvGraphicFramePr>
          <p:nvPr>
            <p:extLst>
              <p:ext uri="{D42A27DB-BD31-4B8C-83A1-F6EECF244321}">
                <p14:modId xmlns:p14="http://schemas.microsoft.com/office/powerpoint/2010/main" val="396425896"/>
              </p:ext>
            </p:extLst>
          </p:nvPr>
        </p:nvGraphicFramePr>
        <p:xfrm>
          <a:off x="526508" y="4351691"/>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692657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graphicFrame>
        <p:nvGraphicFramePr>
          <p:cNvPr id="10" name="Chart 9">
            <a:extLst>
              <a:ext uri="{FF2B5EF4-FFF2-40B4-BE49-F238E27FC236}">
                <a16:creationId xmlns:a16="http://schemas.microsoft.com/office/drawing/2014/main" id="{BBBBC829-7944-B449-618E-73E24D6605A9}"/>
              </a:ext>
            </a:extLst>
          </p:cNvPr>
          <p:cNvGraphicFramePr>
            <a:graphicFrameLocks/>
          </p:cNvGraphicFramePr>
          <p:nvPr>
            <p:extLst>
              <p:ext uri="{D42A27DB-BD31-4B8C-83A1-F6EECF244321}">
                <p14:modId xmlns:p14="http://schemas.microsoft.com/office/powerpoint/2010/main" val="798511618"/>
              </p:ext>
            </p:extLst>
          </p:nvPr>
        </p:nvGraphicFramePr>
        <p:xfrm>
          <a:off x="868680" y="916638"/>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01862405-784D-F2AC-416F-BFF4E75BC35B}"/>
              </a:ext>
            </a:extLst>
          </p:cNvPr>
          <p:cNvGraphicFramePr>
            <a:graphicFrameLocks/>
          </p:cNvGraphicFramePr>
          <p:nvPr>
            <p:extLst>
              <p:ext uri="{D42A27DB-BD31-4B8C-83A1-F6EECF244321}">
                <p14:modId xmlns:p14="http://schemas.microsoft.com/office/powerpoint/2010/main" val="2354400329"/>
              </p:ext>
            </p:extLst>
          </p:nvPr>
        </p:nvGraphicFramePr>
        <p:xfrm>
          <a:off x="4109720" y="93381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678CF604-E17C-71EB-269E-D0ED096AF67A}"/>
              </a:ext>
            </a:extLst>
          </p:cNvPr>
          <p:cNvGraphicFramePr>
            <a:graphicFrameLocks/>
          </p:cNvGraphicFramePr>
          <p:nvPr>
            <p:extLst>
              <p:ext uri="{D42A27DB-BD31-4B8C-83A1-F6EECF244321}">
                <p14:modId xmlns:p14="http://schemas.microsoft.com/office/powerpoint/2010/main" val="2637686484"/>
              </p:ext>
            </p:extLst>
          </p:nvPr>
        </p:nvGraphicFramePr>
        <p:xfrm>
          <a:off x="4099560" y="413578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3" name="TextBox 2">
            <a:extLst>
              <a:ext uri="{FF2B5EF4-FFF2-40B4-BE49-F238E27FC236}">
                <a16:creationId xmlns:a16="http://schemas.microsoft.com/office/drawing/2014/main" id="{23FAF7BE-7640-25E6-7250-2D5B7CEFB38C}"/>
              </a:ext>
            </a:extLst>
          </p:cNvPr>
          <p:cNvSpPr txBox="1"/>
          <p:nvPr/>
        </p:nvSpPr>
        <p:spPr>
          <a:xfrm>
            <a:off x="8253548" y="808307"/>
            <a:ext cx="3034212" cy="2308324"/>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female facial images, which is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females</a:t>
            </a:r>
          </a:p>
        </p:txBody>
      </p:sp>
      <p:sp>
        <p:nvSpPr>
          <p:cNvPr id="5" name="TextBox 4">
            <a:extLst>
              <a:ext uri="{FF2B5EF4-FFF2-40B4-BE49-F238E27FC236}">
                <a16:creationId xmlns:a16="http://schemas.microsoft.com/office/drawing/2014/main" id="{04AAF833-5699-ABEF-0468-7ADC127EAA54}"/>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7" name="TextBox 6">
            <a:extLst>
              <a:ext uri="{FF2B5EF4-FFF2-40B4-BE49-F238E27FC236}">
                <a16:creationId xmlns:a16="http://schemas.microsoft.com/office/drawing/2014/main" id="{153D910B-39C6-1082-5EEE-460F6CEAE572}"/>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8" name="TextBox 7">
            <a:extLst>
              <a:ext uri="{FF2B5EF4-FFF2-40B4-BE49-F238E27FC236}">
                <a16:creationId xmlns:a16="http://schemas.microsoft.com/office/drawing/2014/main" id="{47918E4A-C4A8-749D-1FE4-17D38D0141B9}"/>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9" name="TextBox 8">
            <a:extLst>
              <a:ext uri="{FF2B5EF4-FFF2-40B4-BE49-F238E27FC236}">
                <a16:creationId xmlns:a16="http://schemas.microsoft.com/office/drawing/2014/main" id="{316C6AC7-C2A0-3677-E934-2CD1C53329BA}"/>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graphicFrame>
        <p:nvGraphicFramePr>
          <p:cNvPr id="13" name="Chart 12"/>
          <p:cNvGraphicFramePr>
            <a:graphicFrameLocks/>
          </p:cNvGraphicFramePr>
          <p:nvPr>
            <p:extLst>
              <p:ext uri="{D42A27DB-BD31-4B8C-83A1-F6EECF244321}">
                <p14:modId xmlns:p14="http://schemas.microsoft.com/office/powerpoint/2010/main" val="2637162177"/>
              </p:ext>
            </p:extLst>
          </p:nvPr>
        </p:nvGraphicFramePr>
        <p:xfrm>
          <a:off x="565332" y="413578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24509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graphicFrame>
        <p:nvGraphicFramePr>
          <p:cNvPr id="13" name="Chart 12">
            <a:extLst>
              <a:ext uri="{FF2B5EF4-FFF2-40B4-BE49-F238E27FC236}">
                <a16:creationId xmlns:a16="http://schemas.microsoft.com/office/drawing/2014/main" id="{1CE1A145-380E-B9D6-34A3-7CC074F82CD0}"/>
              </a:ext>
            </a:extLst>
          </p:cNvPr>
          <p:cNvGraphicFramePr>
            <a:graphicFrameLocks/>
          </p:cNvGraphicFramePr>
          <p:nvPr>
            <p:extLst>
              <p:ext uri="{D42A27DB-BD31-4B8C-83A1-F6EECF244321}">
                <p14:modId xmlns:p14="http://schemas.microsoft.com/office/powerpoint/2010/main" val="3914104982"/>
              </p:ext>
            </p:extLst>
          </p:nvPr>
        </p:nvGraphicFramePr>
        <p:xfrm>
          <a:off x="734426" y="109974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12D5C51A-4075-BD4C-522D-1158A55BD239}"/>
              </a:ext>
            </a:extLst>
          </p:cNvPr>
          <p:cNvGraphicFramePr>
            <a:graphicFrameLocks/>
          </p:cNvGraphicFramePr>
          <p:nvPr>
            <p:extLst>
              <p:ext uri="{D42A27DB-BD31-4B8C-83A1-F6EECF244321}">
                <p14:modId xmlns:p14="http://schemas.microsoft.com/office/powerpoint/2010/main" val="4076243277"/>
              </p:ext>
            </p:extLst>
          </p:nvPr>
        </p:nvGraphicFramePr>
        <p:xfrm>
          <a:off x="4050936" y="109974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489046BA-5E56-A259-A538-25789080B079}"/>
              </a:ext>
            </a:extLst>
          </p:cNvPr>
          <p:cNvGraphicFramePr>
            <a:graphicFrameLocks/>
          </p:cNvGraphicFramePr>
          <p:nvPr>
            <p:extLst>
              <p:ext uri="{D42A27DB-BD31-4B8C-83A1-F6EECF244321}">
                <p14:modId xmlns:p14="http://schemas.microsoft.com/office/powerpoint/2010/main" val="786124934"/>
              </p:ext>
            </p:extLst>
          </p:nvPr>
        </p:nvGraphicFramePr>
        <p:xfrm>
          <a:off x="4040776" y="4326259"/>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3" name="TextBox 2">
            <a:extLst>
              <a:ext uri="{FF2B5EF4-FFF2-40B4-BE49-F238E27FC236}">
                <a16:creationId xmlns:a16="http://schemas.microsoft.com/office/drawing/2014/main" id="{FF967707-A47F-1A21-C045-EC806D885A96}"/>
              </a:ext>
            </a:extLst>
          </p:cNvPr>
          <p:cNvSpPr txBox="1"/>
          <p:nvPr/>
        </p:nvSpPr>
        <p:spPr>
          <a:xfrm>
            <a:off x="8253548" y="808307"/>
            <a:ext cx="3034212" cy="3693319"/>
          </a:xfrm>
          <a:prstGeom prst="rect">
            <a:avLst/>
          </a:prstGeom>
          <a:noFill/>
        </p:spPr>
        <p:txBody>
          <a:bodyPr wrap="square" rtlCol="0">
            <a:spAutoFit/>
          </a:bodyPr>
          <a:lstStyle/>
          <a:p>
            <a:pPr marL="285750" indent="-285750" algn="just">
              <a:buFont typeface="Arial" panose="020B0604020202020204" pitchFamily="34" charset="0"/>
              <a:buChar char="•"/>
            </a:pPr>
            <a:r>
              <a:rPr lang="en-IN" dirty="0">
                <a:solidFill>
                  <a:schemeClr val="accent1">
                    <a:lumMod val="75000"/>
                  </a:schemeClr>
                </a:solidFill>
              </a:rPr>
              <a:t>Training data has 2/3</a:t>
            </a:r>
            <a:r>
              <a:rPr lang="en-IN" baseline="30000" dirty="0">
                <a:solidFill>
                  <a:schemeClr val="accent1">
                    <a:lumMod val="75000"/>
                  </a:schemeClr>
                </a:solidFill>
              </a:rPr>
              <a:t>rd</a:t>
            </a:r>
            <a:r>
              <a:rPr lang="en-IN" dirty="0">
                <a:solidFill>
                  <a:schemeClr val="accent1">
                    <a:lumMod val="75000"/>
                  </a:schemeClr>
                </a:solidFill>
              </a:rPr>
              <a:t> proportion of young faces, which is almost maintained in DDGAN and Stable Diffusion models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DDPM tends to generate more young faces</a:t>
            </a:r>
          </a:p>
          <a:p>
            <a:pPr marL="285750" indent="-285750" algn="just">
              <a:buFont typeface="Arial" panose="020B0604020202020204" pitchFamily="34" charset="0"/>
              <a:buChar char="•"/>
            </a:pPr>
            <a:endParaRPr lang="en-IN" dirty="0">
              <a:solidFill>
                <a:schemeClr val="accent1">
                  <a:lumMod val="75000"/>
                </a:schemeClr>
              </a:solidFill>
            </a:endParaRPr>
          </a:p>
          <a:p>
            <a:pPr marL="285750" indent="-285750" algn="just">
              <a:buFont typeface="Arial" panose="020B0604020202020204" pitchFamily="34" charset="0"/>
              <a:buChar char="•"/>
            </a:pPr>
            <a:r>
              <a:rPr lang="en-IN" dirty="0">
                <a:solidFill>
                  <a:schemeClr val="accent1">
                    <a:lumMod val="75000"/>
                  </a:schemeClr>
                </a:solidFill>
              </a:rPr>
              <a:t>Diffusion models trained on </a:t>
            </a:r>
            <a:r>
              <a:rPr lang="en-IN" dirty="0" err="1">
                <a:solidFill>
                  <a:schemeClr val="accent1">
                    <a:lumMod val="75000"/>
                  </a:schemeClr>
                </a:solidFill>
              </a:rPr>
              <a:t>CelebA</a:t>
            </a:r>
            <a:r>
              <a:rPr lang="en-IN" dirty="0">
                <a:solidFill>
                  <a:schemeClr val="accent1">
                    <a:lumMod val="75000"/>
                  </a:schemeClr>
                </a:solidFill>
              </a:rPr>
              <a:t>-HQ faces are biased to generate young white female facial images</a:t>
            </a:r>
          </a:p>
        </p:txBody>
      </p:sp>
      <p:sp>
        <p:nvSpPr>
          <p:cNvPr id="4" name="TextBox 3">
            <a:extLst>
              <a:ext uri="{FF2B5EF4-FFF2-40B4-BE49-F238E27FC236}">
                <a16:creationId xmlns:a16="http://schemas.microsoft.com/office/drawing/2014/main" id="{9B2B092F-7125-9E5D-760C-701D82C63B7D}"/>
              </a:ext>
            </a:extLst>
          </p:cNvPr>
          <p:cNvSpPr txBox="1"/>
          <p:nvPr/>
        </p:nvSpPr>
        <p:spPr>
          <a:xfrm>
            <a:off x="5147492" y="808307"/>
            <a:ext cx="2722880" cy="369332"/>
          </a:xfrm>
          <a:prstGeom prst="rect">
            <a:avLst/>
          </a:prstGeom>
          <a:noFill/>
        </p:spPr>
        <p:txBody>
          <a:bodyPr wrap="square" rtlCol="0">
            <a:spAutoFit/>
          </a:bodyPr>
          <a:lstStyle/>
          <a:p>
            <a:r>
              <a:rPr lang="en-IN" dirty="0"/>
              <a:t>Generated Data - DDGAN</a:t>
            </a:r>
          </a:p>
        </p:txBody>
      </p:sp>
      <p:sp>
        <p:nvSpPr>
          <p:cNvPr id="5" name="TextBox 4">
            <a:extLst>
              <a:ext uri="{FF2B5EF4-FFF2-40B4-BE49-F238E27FC236}">
                <a16:creationId xmlns:a16="http://schemas.microsoft.com/office/drawing/2014/main" id="{6F6D0C9D-09AF-75B4-A763-C160D245650E}"/>
              </a:ext>
            </a:extLst>
          </p:cNvPr>
          <p:cNvSpPr txBox="1"/>
          <p:nvPr/>
        </p:nvSpPr>
        <p:spPr>
          <a:xfrm>
            <a:off x="2245360" y="782324"/>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14227F2C-5F4C-6C74-E6C4-B68A88D32C06}"/>
              </a:ext>
            </a:extLst>
          </p:cNvPr>
          <p:cNvSpPr txBox="1"/>
          <p:nvPr/>
        </p:nvSpPr>
        <p:spPr>
          <a:xfrm>
            <a:off x="1658986" y="3952800"/>
            <a:ext cx="2722880" cy="369332"/>
          </a:xfrm>
          <a:prstGeom prst="rect">
            <a:avLst/>
          </a:prstGeom>
          <a:noFill/>
        </p:spPr>
        <p:txBody>
          <a:bodyPr wrap="square" rtlCol="0">
            <a:spAutoFit/>
          </a:bodyPr>
          <a:lstStyle/>
          <a:p>
            <a:r>
              <a:rPr lang="en-IN" dirty="0"/>
              <a:t>Generated Data - DDPM</a:t>
            </a:r>
          </a:p>
        </p:txBody>
      </p:sp>
      <p:sp>
        <p:nvSpPr>
          <p:cNvPr id="12" name="TextBox 11">
            <a:extLst>
              <a:ext uri="{FF2B5EF4-FFF2-40B4-BE49-F238E27FC236}">
                <a16:creationId xmlns:a16="http://schemas.microsoft.com/office/drawing/2014/main" id="{6965F4AD-A6AF-AF6A-CB84-22C6CD9A8D01}"/>
              </a:ext>
            </a:extLst>
          </p:cNvPr>
          <p:cNvSpPr txBox="1"/>
          <p:nvPr/>
        </p:nvSpPr>
        <p:spPr>
          <a:xfrm>
            <a:off x="4734562" y="3952800"/>
            <a:ext cx="3566160" cy="369332"/>
          </a:xfrm>
          <a:prstGeom prst="rect">
            <a:avLst/>
          </a:prstGeom>
          <a:noFill/>
        </p:spPr>
        <p:txBody>
          <a:bodyPr wrap="square" rtlCol="0">
            <a:spAutoFit/>
          </a:bodyPr>
          <a:lstStyle/>
          <a:p>
            <a:r>
              <a:rPr lang="en-IN" dirty="0"/>
              <a:t>Generated Data – Stable Diffusion</a:t>
            </a:r>
          </a:p>
        </p:txBody>
      </p:sp>
      <p:graphicFrame>
        <p:nvGraphicFramePr>
          <p:cNvPr id="16" name="Chart 15"/>
          <p:cNvGraphicFramePr>
            <a:graphicFrameLocks/>
          </p:cNvGraphicFramePr>
          <p:nvPr>
            <p:extLst>
              <p:ext uri="{D42A27DB-BD31-4B8C-83A1-F6EECF244321}">
                <p14:modId xmlns:p14="http://schemas.microsoft.com/office/powerpoint/2010/main" val="2511519603"/>
              </p:ext>
            </p:extLst>
          </p:nvPr>
        </p:nvGraphicFramePr>
        <p:xfrm>
          <a:off x="414384" y="4314671"/>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8649061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extLst>
              <p:ext uri="{D42A27DB-BD31-4B8C-83A1-F6EECF244321}">
                <p14:modId xmlns:p14="http://schemas.microsoft.com/office/powerpoint/2010/main" val="1507927803"/>
              </p:ext>
            </p:extLst>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extLst>
              <p:ext uri="{D42A27DB-BD31-4B8C-83A1-F6EECF244321}">
                <p14:modId xmlns:p14="http://schemas.microsoft.com/office/powerpoint/2010/main" val="3453625848"/>
              </p:ext>
            </p:extLst>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extLst>
              <p:ext uri="{D42A27DB-BD31-4B8C-83A1-F6EECF244321}">
                <p14:modId xmlns:p14="http://schemas.microsoft.com/office/powerpoint/2010/main" val="470093407"/>
              </p:ext>
            </p:extLst>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graphicFrame>
        <p:nvGraphicFramePr>
          <p:cNvPr id="17" name="Chart 16"/>
          <p:cNvGraphicFramePr>
            <a:graphicFrameLocks/>
          </p:cNvGraphicFramePr>
          <p:nvPr>
            <p:extLst>
              <p:ext uri="{D42A27DB-BD31-4B8C-83A1-F6EECF244321}">
                <p14:modId xmlns:p14="http://schemas.microsoft.com/office/powerpoint/2010/main" val="4209220164"/>
              </p:ext>
            </p:extLst>
          </p:nvPr>
        </p:nvGraphicFramePr>
        <p:xfrm>
          <a:off x="545548"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602797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extLst>
              <p:ext uri="{D42A27DB-BD31-4B8C-83A1-F6EECF244321}">
                <p14:modId xmlns:p14="http://schemas.microsoft.com/office/powerpoint/2010/main" val="190572099"/>
              </p:ext>
            </p:extLst>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extLst>
              <p:ext uri="{D42A27DB-BD31-4B8C-83A1-F6EECF244321}">
                <p14:modId xmlns:p14="http://schemas.microsoft.com/office/powerpoint/2010/main" val="3355775092"/>
              </p:ext>
            </p:extLst>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extLst>
              <p:ext uri="{D42A27DB-BD31-4B8C-83A1-F6EECF244321}">
                <p14:modId xmlns:p14="http://schemas.microsoft.com/office/powerpoint/2010/main" val="2225296806"/>
              </p:ext>
            </p:extLst>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graphicFrame>
        <p:nvGraphicFramePr>
          <p:cNvPr id="18" name="Chart 17"/>
          <p:cNvGraphicFramePr>
            <a:graphicFrameLocks/>
          </p:cNvGraphicFramePr>
          <p:nvPr>
            <p:extLst>
              <p:ext uri="{D42A27DB-BD31-4B8C-83A1-F6EECF244321}">
                <p14:modId xmlns:p14="http://schemas.microsoft.com/office/powerpoint/2010/main" val="4174007324"/>
              </p:ext>
            </p:extLst>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737586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dataset</a:t>
            </a:r>
          </a:p>
        </p:txBody>
      </p:sp>
    </p:spTree>
    <p:extLst>
      <p:ext uri="{BB962C8B-B14F-4D97-AF65-F5344CB8AC3E}">
        <p14:creationId xmlns:p14="http://schemas.microsoft.com/office/powerpoint/2010/main" val="9303696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01117595-5CAB-71EC-46DA-0BF2E9C9B085}"/>
              </a:ext>
            </a:extLst>
          </p:cNvPr>
          <p:cNvGraphicFramePr>
            <a:graphicFrameLocks/>
          </p:cNvGraphicFramePr>
          <p:nvPr>
            <p:extLst>
              <p:ext uri="{D42A27DB-BD31-4B8C-83A1-F6EECF244321}">
                <p14:modId xmlns:p14="http://schemas.microsoft.com/office/powerpoint/2010/main" val="3054484890"/>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BABD944A-F459-7D12-84FE-BDA3DA46388B}"/>
              </a:ext>
            </a:extLst>
          </p:cNvPr>
          <p:cNvGraphicFramePr>
            <a:graphicFrameLocks/>
          </p:cNvGraphicFramePr>
          <p:nvPr>
            <p:extLst>
              <p:ext uri="{D42A27DB-BD31-4B8C-83A1-F6EECF244321}">
                <p14:modId xmlns:p14="http://schemas.microsoft.com/office/powerpoint/2010/main" val="2928320010"/>
              </p:ext>
            </p:extLst>
          </p:nvPr>
        </p:nvGraphicFramePr>
        <p:xfrm>
          <a:off x="5767614" y="84473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p:cNvGraphicFramePr>
            <a:graphicFrameLocks/>
          </p:cNvGraphicFramePr>
          <p:nvPr>
            <p:extLst>
              <p:ext uri="{D42A27DB-BD31-4B8C-83A1-F6EECF244321}">
                <p14:modId xmlns:p14="http://schemas.microsoft.com/office/powerpoint/2010/main" val="904216103"/>
              </p:ext>
            </p:extLst>
          </p:nvPr>
        </p:nvGraphicFramePr>
        <p:xfrm>
          <a:off x="1930400" y="4070956"/>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27889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B622E20C-5C02-8DA3-6B2E-9D45A6B385D6}"/>
              </a:ext>
            </a:extLst>
          </p:cNvPr>
          <p:cNvGraphicFramePr>
            <a:graphicFrameLocks/>
          </p:cNvGraphicFramePr>
          <p:nvPr>
            <p:extLst>
              <p:ext uri="{D42A27DB-BD31-4B8C-83A1-F6EECF244321}">
                <p14:modId xmlns:p14="http://schemas.microsoft.com/office/powerpoint/2010/main" val="2439166518"/>
              </p:ext>
            </p:extLst>
          </p:nvPr>
        </p:nvGraphicFramePr>
        <p:xfrm>
          <a:off x="2129244" y="97857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A0D1E244-E85C-56E1-4DAC-4B6B145078DA}"/>
              </a:ext>
            </a:extLst>
          </p:cNvPr>
          <p:cNvGraphicFramePr>
            <a:graphicFrameLocks/>
          </p:cNvGraphicFramePr>
          <p:nvPr>
            <p:extLst>
              <p:ext uri="{D42A27DB-BD31-4B8C-83A1-F6EECF244321}">
                <p14:modId xmlns:p14="http://schemas.microsoft.com/office/powerpoint/2010/main" val="2363724619"/>
              </p:ext>
            </p:extLst>
          </p:nvPr>
        </p:nvGraphicFramePr>
        <p:xfrm>
          <a:off x="5770880" y="963013"/>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p:cNvGraphicFramePr>
            <a:graphicFrameLocks/>
          </p:cNvGraphicFramePr>
          <p:nvPr>
            <p:extLst>
              <p:ext uri="{D42A27DB-BD31-4B8C-83A1-F6EECF244321}">
                <p14:modId xmlns:p14="http://schemas.microsoft.com/office/powerpoint/2010/main" val="1616867844"/>
              </p:ext>
            </p:extLst>
          </p:nvPr>
        </p:nvGraphicFramePr>
        <p:xfrm>
          <a:off x="1798322" y="405998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2978546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D2655726-653F-C2A8-1B39-521130101D75}"/>
              </a:ext>
            </a:extLst>
          </p:cNvPr>
          <p:cNvGraphicFramePr>
            <a:graphicFrameLocks/>
          </p:cNvGraphicFramePr>
          <p:nvPr>
            <p:extLst>
              <p:ext uri="{D42A27DB-BD31-4B8C-83A1-F6EECF244321}">
                <p14:modId xmlns:p14="http://schemas.microsoft.com/office/powerpoint/2010/main" val="1996361566"/>
              </p:ext>
            </p:extLst>
          </p:nvPr>
        </p:nvGraphicFramePr>
        <p:xfrm>
          <a:off x="2209800" y="1098815"/>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7D7FF751-CB33-4D49-360A-1DC9CB8A08C3}"/>
              </a:ext>
            </a:extLst>
          </p:cNvPr>
          <p:cNvGraphicFramePr>
            <a:graphicFrameLocks/>
          </p:cNvGraphicFramePr>
          <p:nvPr>
            <p:extLst>
              <p:ext uri="{D42A27DB-BD31-4B8C-83A1-F6EECF244321}">
                <p14:modId xmlns:p14="http://schemas.microsoft.com/office/powerpoint/2010/main" val="3672524602"/>
              </p:ext>
            </p:extLst>
          </p:nvPr>
        </p:nvGraphicFramePr>
        <p:xfrm>
          <a:off x="5703388" y="1098815"/>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p:cNvGraphicFramePr>
            <a:graphicFrameLocks/>
          </p:cNvGraphicFramePr>
          <p:nvPr>
            <p:extLst>
              <p:ext uri="{D42A27DB-BD31-4B8C-83A1-F6EECF244321}">
                <p14:modId xmlns:p14="http://schemas.microsoft.com/office/powerpoint/2010/main" val="1849135286"/>
              </p:ext>
            </p:extLst>
          </p:nvPr>
        </p:nvGraphicFramePr>
        <p:xfrm>
          <a:off x="1950720" y="41148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984578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extLst>
              <p:ext uri="{D42A27DB-BD31-4B8C-83A1-F6EECF244321}">
                <p14:modId xmlns:p14="http://schemas.microsoft.com/office/powerpoint/2010/main" val="1776202527"/>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extLst>
              <p:ext uri="{D42A27DB-BD31-4B8C-83A1-F6EECF244321}">
                <p14:modId xmlns:p14="http://schemas.microsoft.com/office/powerpoint/2010/main" val="4095053659"/>
              </p:ext>
            </p:extLst>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p:cNvGraphicFramePr>
            <a:graphicFrameLocks/>
          </p:cNvGraphicFramePr>
          <p:nvPr>
            <p:extLst>
              <p:ext uri="{D42A27DB-BD31-4B8C-83A1-F6EECF244321}">
                <p14:modId xmlns:p14="http://schemas.microsoft.com/office/powerpoint/2010/main" val="483893656"/>
              </p:ext>
            </p:extLst>
          </p:nvPr>
        </p:nvGraphicFramePr>
        <p:xfrm>
          <a:off x="1482659" y="4254691"/>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extLst>
              <p:ext uri="{D42A27DB-BD31-4B8C-83A1-F6EECF244321}">
                <p14:modId xmlns:p14="http://schemas.microsoft.com/office/powerpoint/2010/main" val="2710920666"/>
              </p:ext>
            </p:extLst>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extLst>
              <p:ext uri="{D42A27DB-BD31-4B8C-83A1-F6EECF244321}">
                <p14:modId xmlns:p14="http://schemas.microsoft.com/office/powerpoint/2010/main" val="1568915454"/>
              </p:ext>
            </p:extLst>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p:cNvGraphicFramePr>
            <a:graphicFrameLocks/>
          </p:cNvGraphicFramePr>
          <p:nvPr>
            <p:extLst>
              <p:ext uri="{D42A27DB-BD31-4B8C-83A1-F6EECF244321}">
                <p14:modId xmlns:p14="http://schemas.microsoft.com/office/powerpoint/2010/main" val="3273013630"/>
              </p:ext>
            </p:extLst>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balanced </a:t>
            </a:r>
            <a:r>
              <a:rPr lang="en-IN"/>
              <a:t>(race + gender</a:t>
            </a:r>
            <a:r>
              <a:rPr lang="en-IN" dirty="0"/>
              <a:t>) dataset</a:t>
            </a:r>
          </a:p>
        </p:txBody>
      </p:sp>
    </p:spTree>
    <p:extLst>
      <p:ext uri="{BB962C8B-B14F-4D97-AF65-F5344CB8AC3E}">
        <p14:creationId xmlns:p14="http://schemas.microsoft.com/office/powerpoint/2010/main" val="26122372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5E519C08-145F-9E37-01A7-E5E72D88EE0A}"/>
              </a:ext>
            </a:extLst>
          </p:cNvPr>
          <p:cNvGraphicFramePr>
            <a:graphicFrameLocks/>
          </p:cNvGraphicFramePr>
          <p:nvPr>
            <p:extLst>
              <p:ext uri="{D42A27DB-BD31-4B8C-83A1-F6EECF244321}">
                <p14:modId xmlns:p14="http://schemas.microsoft.com/office/powerpoint/2010/main" val="1901798024"/>
              </p:ext>
            </p:extLst>
          </p:nvPr>
        </p:nvGraphicFramePr>
        <p:xfrm>
          <a:off x="2184400" y="9130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117EF42D-1639-42F9-5D1B-4DAAFAB80530}"/>
              </a:ext>
            </a:extLst>
          </p:cNvPr>
          <p:cNvGraphicFramePr>
            <a:graphicFrameLocks/>
          </p:cNvGraphicFramePr>
          <p:nvPr>
            <p:extLst>
              <p:ext uri="{D42A27DB-BD31-4B8C-83A1-F6EECF244321}">
                <p14:modId xmlns:p14="http://schemas.microsoft.com/office/powerpoint/2010/main" val="2038508988"/>
              </p:ext>
            </p:extLst>
          </p:nvPr>
        </p:nvGraphicFramePr>
        <p:xfrm>
          <a:off x="5777774"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 name="Chart 2">
            <a:extLst>
              <a:ext uri="{FF2B5EF4-FFF2-40B4-BE49-F238E27FC236}">
                <a16:creationId xmlns:a16="http://schemas.microsoft.com/office/drawing/2014/main" id="{352DB522-0E8F-8993-4C61-36ADF3098C89}"/>
              </a:ext>
            </a:extLst>
          </p:cNvPr>
          <p:cNvGraphicFramePr>
            <a:graphicFrameLocks/>
          </p:cNvGraphicFramePr>
          <p:nvPr>
            <p:extLst>
              <p:ext uri="{D42A27DB-BD31-4B8C-83A1-F6EECF244321}">
                <p14:modId xmlns:p14="http://schemas.microsoft.com/office/powerpoint/2010/main" val="2908005002"/>
              </p:ext>
            </p:extLst>
          </p:nvPr>
        </p:nvGraphicFramePr>
        <p:xfrm>
          <a:off x="1879600" y="404803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9291671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84176838-CBB3-5E52-E809-90BAABF9D3B1}"/>
              </a:ext>
            </a:extLst>
          </p:cNvPr>
          <p:cNvGraphicFramePr>
            <a:graphicFrameLocks/>
          </p:cNvGraphicFramePr>
          <p:nvPr>
            <p:extLst>
              <p:ext uri="{D42A27DB-BD31-4B8C-83A1-F6EECF244321}">
                <p14:modId xmlns:p14="http://schemas.microsoft.com/office/powerpoint/2010/main" val="3533147532"/>
              </p:ext>
            </p:extLst>
          </p:nvPr>
        </p:nvGraphicFramePr>
        <p:xfrm>
          <a:off x="2129244" y="97553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1293782F-034D-7DEC-866E-1705F461BA24}"/>
              </a:ext>
            </a:extLst>
          </p:cNvPr>
          <p:cNvGraphicFramePr>
            <a:graphicFrameLocks/>
          </p:cNvGraphicFramePr>
          <p:nvPr>
            <p:extLst>
              <p:ext uri="{D42A27DB-BD31-4B8C-83A1-F6EECF244321}">
                <p14:modId xmlns:p14="http://schemas.microsoft.com/office/powerpoint/2010/main" val="1988209238"/>
              </p:ext>
            </p:extLst>
          </p:nvPr>
        </p:nvGraphicFramePr>
        <p:xfrm>
          <a:off x="5770880" y="1002246"/>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7D819D70-7AAF-A399-9B50-CE59FE49B111}"/>
              </a:ext>
            </a:extLst>
          </p:cNvPr>
          <p:cNvGraphicFramePr>
            <a:graphicFrameLocks/>
          </p:cNvGraphicFramePr>
          <p:nvPr>
            <p:extLst>
              <p:ext uri="{D42A27DB-BD31-4B8C-83A1-F6EECF244321}">
                <p14:modId xmlns:p14="http://schemas.microsoft.com/office/powerpoint/2010/main" val="2089500000"/>
              </p:ext>
            </p:extLst>
          </p:nvPr>
        </p:nvGraphicFramePr>
        <p:xfrm>
          <a:off x="1879600" y="41148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2807486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D6632804-FB31-7398-95A1-266D47C0F132}"/>
              </a:ext>
            </a:extLst>
          </p:cNvPr>
          <p:cNvGraphicFramePr>
            <a:graphicFrameLocks/>
          </p:cNvGraphicFramePr>
          <p:nvPr>
            <p:extLst>
              <p:ext uri="{D42A27DB-BD31-4B8C-83A1-F6EECF244321}">
                <p14:modId xmlns:p14="http://schemas.microsoft.com/office/powerpoint/2010/main" val="1577724565"/>
              </p:ext>
            </p:extLst>
          </p:nvPr>
        </p:nvGraphicFramePr>
        <p:xfrm>
          <a:off x="2209800" y="109149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6535C6E0-8F51-BD63-9DD8-D76E203B124F}"/>
              </a:ext>
            </a:extLst>
          </p:cNvPr>
          <p:cNvGraphicFramePr>
            <a:graphicFrameLocks/>
          </p:cNvGraphicFramePr>
          <p:nvPr>
            <p:extLst>
              <p:ext uri="{D42A27DB-BD31-4B8C-83A1-F6EECF244321}">
                <p14:modId xmlns:p14="http://schemas.microsoft.com/office/powerpoint/2010/main" val="1233179794"/>
              </p:ext>
            </p:extLst>
          </p:nvPr>
        </p:nvGraphicFramePr>
        <p:xfrm>
          <a:off x="5703388" y="112111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E40A3F3F-051D-D697-CEB1-9F1B17AEE38D}"/>
              </a:ext>
            </a:extLst>
          </p:cNvPr>
          <p:cNvGraphicFramePr>
            <a:graphicFrameLocks/>
          </p:cNvGraphicFramePr>
          <p:nvPr>
            <p:extLst>
              <p:ext uri="{D42A27DB-BD31-4B8C-83A1-F6EECF244321}">
                <p14:modId xmlns:p14="http://schemas.microsoft.com/office/powerpoint/2010/main" val="2690440423"/>
              </p:ext>
            </p:extLst>
          </p:nvPr>
        </p:nvGraphicFramePr>
        <p:xfrm>
          <a:off x="1930400" y="41819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72492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extLst>
              <p:ext uri="{D42A27DB-BD31-4B8C-83A1-F6EECF244321}">
                <p14:modId xmlns:p14="http://schemas.microsoft.com/office/powerpoint/2010/main" val="2997083114"/>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74234C2B-511F-B28A-8C7C-F43A5F7C1C02}"/>
              </a:ext>
            </a:extLst>
          </p:cNvPr>
          <p:cNvGraphicFramePr>
            <a:graphicFrameLocks/>
          </p:cNvGraphicFramePr>
          <p:nvPr>
            <p:extLst>
              <p:ext uri="{D42A27DB-BD31-4B8C-83A1-F6EECF244321}">
                <p14:modId xmlns:p14="http://schemas.microsoft.com/office/powerpoint/2010/main" val="3842809798"/>
              </p:ext>
            </p:extLst>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2963895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extLst>
              <p:ext uri="{D42A27DB-BD31-4B8C-83A1-F6EECF244321}">
                <p14:modId xmlns:p14="http://schemas.microsoft.com/office/powerpoint/2010/main" val="2351593700"/>
              </p:ext>
            </p:extLst>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5B2E119-74AC-62BA-8ECE-BF8AEF57C686}"/>
              </a:ext>
            </a:extLst>
          </p:cNvPr>
          <p:cNvGraphicFramePr>
            <a:graphicFrameLocks/>
          </p:cNvGraphicFramePr>
          <p:nvPr>
            <p:extLst>
              <p:ext uri="{D42A27DB-BD31-4B8C-83A1-F6EECF244321}">
                <p14:modId xmlns:p14="http://schemas.microsoft.com/office/powerpoint/2010/main" val="441060954"/>
              </p:ext>
            </p:extLst>
          </p:nvPr>
        </p:nvGraphicFramePr>
        <p:xfrm>
          <a:off x="6484018" y="1168400"/>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920298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2A8A0C-0754-E422-B5F7-51B3627A332F}"/>
              </a:ext>
            </a:extLst>
          </p:cNvPr>
          <p:cNvPicPr>
            <a:picLocks noChangeAspect="1"/>
          </p:cNvPicPr>
          <p:nvPr/>
        </p:nvPicPr>
        <p:blipFill>
          <a:blip r:embed="rId2"/>
          <a:stretch>
            <a:fillRect/>
          </a:stretch>
        </p:blipFill>
        <p:spPr>
          <a:xfrm>
            <a:off x="1754413" y="558143"/>
            <a:ext cx="3562533" cy="844593"/>
          </a:xfrm>
          <a:prstGeom prst="rect">
            <a:avLst/>
          </a:prstGeom>
        </p:spPr>
      </p:pic>
      <p:pic>
        <p:nvPicPr>
          <p:cNvPr id="5" name="Picture 4">
            <a:extLst>
              <a:ext uri="{FF2B5EF4-FFF2-40B4-BE49-F238E27FC236}">
                <a16:creationId xmlns:a16="http://schemas.microsoft.com/office/drawing/2014/main" id="{67C24720-4167-8739-0B75-581BCD04E4E8}"/>
              </a:ext>
            </a:extLst>
          </p:cNvPr>
          <p:cNvPicPr>
            <a:picLocks noChangeAspect="1"/>
          </p:cNvPicPr>
          <p:nvPr/>
        </p:nvPicPr>
        <p:blipFill>
          <a:blip r:embed="rId3"/>
          <a:stretch>
            <a:fillRect/>
          </a:stretch>
        </p:blipFill>
        <p:spPr>
          <a:xfrm>
            <a:off x="1754413" y="1584266"/>
            <a:ext cx="4616687" cy="2267067"/>
          </a:xfrm>
          <a:prstGeom prst="rect">
            <a:avLst/>
          </a:prstGeom>
        </p:spPr>
      </p:pic>
    </p:spTree>
    <p:extLst>
      <p:ext uri="{BB962C8B-B14F-4D97-AF65-F5344CB8AC3E}">
        <p14:creationId xmlns:p14="http://schemas.microsoft.com/office/powerpoint/2010/main" val="23255466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Tree>
    <p:extLst>
      <p:ext uri="{BB962C8B-B14F-4D97-AF65-F5344CB8AC3E}">
        <p14:creationId xmlns:p14="http://schemas.microsoft.com/office/powerpoint/2010/main" val="3982072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3090</TotalTime>
  <Words>1219</Words>
  <Application>Microsoft Office PowerPoint</Application>
  <PresentationFormat>Widescreen</PresentationFormat>
  <Paragraphs>224</Paragraphs>
  <Slides>56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56</vt:i4>
      </vt:variant>
    </vt:vector>
  </HeadingPairs>
  <TitlesOfParts>
    <vt:vector size="60"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on DDPM model</vt:lpstr>
      <vt:lpstr>PowerPoint Presentation</vt:lpstr>
      <vt:lpstr>PowerPoint Presentation</vt:lpstr>
      <vt:lpstr>PowerPoint Presentation</vt:lpstr>
      <vt:lpstr>PowerPoint Presentation</vt:lpstr>
      <vt:lpstr>PowerPoint Presentation</vt:lpstr>
      <vt:lpstr>Analysis on Stable Diffusion model</vt:lpstr>
      <vt:lpstr>PowerPoint Presentation</vt:lpstr>
      <vt:lpstr>PowerPoint Presentation</vt:lpstr>
      <vt:lpstr>PowerPoint Presentation</vt:lpstr>
      <vt:lpstr>PowerPoint Presentation</vt:lpstr>
      <vt:lpstr>PowerPoint Presentation</vt:lpstr>
      <vt:lpstr>Analysis on DDGAN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CelebA-HQ dataset</vt:lpstr>
      <vt:lpstr>PowerPoint Presentation</vt:lpstr>
      <vt:lpstr>PowerPoint Presentation</vt:lpstr>
      <vt:lpstr>PowerPoint Presentation</vt:lpstr>
      <vt:lpstr>PowerPoint Presentation</vt:lpstr>
      <vt:lpstr>PowerPoint Presentation</vt:lpstr>
      <vt:lpstr>Fairface dataset</vt:lpstr>
      <vt:lpstr>PowerPoint Presentation</vt:lpstr>
      <vt:lpstr>PowerPoint Presentation</vt:lpstr>
      <vt:lpstr>PowerPoint Presentation</vt:lpstr>
      <vt:lpstr>PowerPoint Presentation</vt:lpstr>
      <vt:lpstr>PowerPoint Presentation</vt:lpstr>
      <vt:lpstr>Fairface balanced (race + gender) dataset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Admin</cp:lastModifiedBy>
  <cp:revision>49</cp:revision>
  <dcterms:created xsi:type="dcterms:W3CDTF">2023-12-11T11:15:53Z</dcterms:created>
  <dcterms:modified xsi:type="dcterms:W3CDTF">2024-02-05T09:40:48Z</dcterms:modified>
</cp:coreProperties>
</file>