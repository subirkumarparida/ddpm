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charts/chart12.xml" ContentType="application/vnd.openxmlformats-officedocument.drawingml.chart+xml"/>
  <Override PartName="/ppt/charts/style12.xml" ContentType="application/vnd.ms-office.chartstyle+xml"/>
  <Override PartName="/ppt/charts/colors12.xml" ContentType="application/vnd.ms-office.chartcolorstyle+xml"/>
  <Override PartName="/ppt/charts/chart13.xml" ContentType="application/vnd.openxmlformats-officedocument.drawingml.chart+xml"/>
  <Override PartName="/ppt/charts/style13.xml" ContentType="application/vnd.ms-office.chartstyle+xml"/>
  <Override PartName="/ppt/charts/colors13.xml" ContentType="application/vnd.ms-office.chartcolorstyle+xml"/>
  <Override PartName="/ppt/charts/chart14.xml" ContentType="application/vnd.openxmlformats-officedocument.drawingml.chart+xml"/>
  <Override PartName="/ppt/charts/style14.xml" ContentType="application/vnd.ms-office.chartstyle+xml"/>
  <Override PartName="/ppt/charts/colors14.xml" ContentType="application/vnd.ms-office.chartcolorstyle+xml"/>
  <Override PartName="/ppt/charts/chart15.xml" ContentType="application/vnd.openxmlformats-officedocument.drawingml.chart+xml"/>
  <Override PartName="/ppt/charts/style15.xml" ContentType="application/vnd.ms-office.chartstyle+xml"/>
  <Override PartName="/ppt/charts/colors15.xml" ContentType="application/vnd.ms-office.chartcolorstyle+xml"/>
  <Override PartName="/ppt/charts/chart16.xml" ContentType="application/vnd.openxmlformats-officedocument.drawingml.chart+xml"/>
  <Override PartName="/ppt/charts/style16.xml" ContentType="application/vnd.ms-office.chartstyle+xml"/>
  <Override PartName="/ppt/charts/colors16.xml" ContentType="application/vnd.ms-office.chartcolorstyle+xml"/>
  <Override PartName="/ppt/charts/chart17.xml" ContentType="application/vnd.openxmlformats-officedocument.drawingml.chart+xml"/>
  <Override PartName="/ppt/charts/style17.xml" ContentType="application/vnd.ms-office.chartstyle+xml"/>
  <Override PartName="/ppt/charts/colors17.xml" ContentType="application/vnd.ms-office.chartcolorstyle+xml"/>
  <Override PartName="/ppt/charts/chart18.xml" ContentType="application/vnd.openxmlformats-officedocument.drawingml.chart+xml"/>
  <Override PartName="/ppt/charts/style18.xml" ContentType="application/vnd.ms-office.chartstyle+xml"/>
  <Override PartName="/ppt/charts/colors18.xml" ContentType="application/vnd.ms-office.chartcolorstyle+xml"/>
  <Override PartName="/ppt/charts/chart19.xml" ContentType="application/vnd.openxmlformats-officedocument.drawingml.chart+xml"/>
  <Override PartName="/ppt/charts/style19.xml" ContentType="application/vnd.ms-office.chartstyle+xml"/>
  <Override PartName="/ppt/charts/colors19.xml" ContentType="application/vnd.ms-office.chartcolorstyle+xml"/>
  <Override PartName="/ppt/charts/chart20.xml" ContentType="application/vnd.openxmlformats-officedocument.drawingml.chart+xml"/>
  <Override PartName="/ppt/charts/style20.xml" ContentType="application/vnd.ms-office.chartstyle+xml"/>
  <Override PartName="/ppt/charts/colors20.xml" ContentType="application/vnd.ms-office.chartcolorstyle+xml"/>
  <Override PartName="/ppt/charts/chart21.xml" ContentType="application/vnd.openxmlformats-officedocument.drawingml.chart+xml"/>
  <Override PartName="/ppt/charts/style21.xml" ContentType="application/vnd.ms-office.chartstyle+xml"/>
  <Override PartName="/ppt/charts/colors21.xml" ContentType="application/vnd.ms-office.chartcolorstyle+xml"/>
  <Override PartName="/ppt/charts/chart22.xml" ContentType="application/vnd.openxmlformats-officedocument.drawingml.chart+xml"/>
  <Override PartName="/ppt/charts/style22.xml" ContentType="application/vnd.ms-office.chartstyle+xml"/>
  <Override PartName="/ppt/charts/colors22.xml" ContentType="application/vnd.ms-office.chartcolorstyle+xml"/>
  <Override PartName="/ppt/charts/chart23.xml" ContentType="application/vnd.openxmlformats-officedocument.drawingml.chart+xml"/>
  <Override PartName="/ppt/charts/style23.xml" ContentType="application/vnd.ms-office.chartstyle+xml"/>
  <Override PartName="/ppt/charts/colors23.xml" ContentType="application/vnd.ms-office.chartcolorstyle+xml"/>
  <Override PartName="/ppt/charts/chart24.xml" ContentType="application/vnd.openxmlformats-officedocument.drawingml.chart+xml"/>
  <Override PartName="/ppt/charts/style24.xml" ContentType="application/vnd.ms-office.chartstyle+xml"/>
  <Override PartName="/ppt/charts/colors24.xml" ContentType="application/vnd.ms-office.chartcolorstyle+xml"/>
  <Override PartName="/ppt/charts/chart25.xml" ContentType="application/vnd.openxmlformats-officedocument.drawingml.chart+xml"/>
  <Override PartName="/ppt/charts/style25.xml" ContentType="application/vnd.ms-office.chartstyle+xml"/>
  <Override PartName="/ppt/charts/colors25.xml" ContentType="application/vnd.ms-office.chartcolorstyle+xml"/>
  <Override PartName="/ppt/charts/chart26.xml" ContentType="application/vnd.openxmlformats-officedocument.drawingml.chart+xml"/>
  <Override PartName="/ppt/charts/style26.xml" ContentType="application/vnd.ms-office.chartstyle+xml"/>
  <Override PartName="/ppt/charts/colors26.xml" ContentType="application/vnd.ms-office.chartcolorstyle+xml"/>
  <Override PartName="/ppt/charts/chart27.xml" ContentType="application/vnd.openxmlformats-officedocument.drawingml.chart+xml"/>
  <Override PartName="/ppt/charts/style27.xml" ContentType="application/vnd.ms-office.chartstyle+xml"/>
  <Override PartName="/ppt/charts/colors27.xml" ContentType="application/vnd.ms-office.chartcolorstyle+xml"/>
  <Override PartName="/ppt/charts/chart28.xml" ContentType="application/vnd.openxmlformats-officedocument.drawingml.chart+xml"/>
  <Override PartName="/ppt/charts/style28.xml" ContentType="application/vnd.ms-office.chartstyle+xml"/>
  <Override PartName="/ppt/charts/colors28.xml" ContentType="application/vnd.ms-office.chartcolorstyle+xml"/>
  <Override PartName="/ppt/charts/chart29.xml" ContentType="application/vnd.openxmlformats-officedocument.drawingml.chart+xml"/>
  <Override PartName="/ppt/charts/style29.xml" ContentType="application/vnd.ms-office.chartstyle+xml"/>
  <Override PartName="/ppt/charts/colors29.xml" ContentType="application/vnd.ms-office.chartcolorstyle+xml"/>
  <Override PartName="/ppt/charts/chart30.xml" ContentType="application/vnd.openxmlformats-officedocument.drawingml.chart+xml"/>
  <Override PartName="/ppt/charts/style30.xml" ContentType="application/vnd.ms-office.chartstyle+xml"/>
  <Override PartName="/ppt/charts/colors30.xml" ContentType="application/vnd.ms-office.chartcolorstyle+xml"/>
  <Override PartName="/ppt/charts/chart31.xml" ContentType="application/vnd.openxmlformats-officedocument.drawingml.chart+xml"/>
  <Override PartName="/ppt/charts/style31.xml" ContentType="application/vnd.ms-office.chartstyle+xml"/>
  <Override PartName="/ppt/charts/colors31.xml" ContentType="application/vnd.ms-office.chartcolorstyle+xml"/>
  <Override PartName="/ppt/charts/chart32.xml" ContentType="application/vnd.openxmlformats-officedocument.drawingml.chart+xml"/>
  <Override PartName="/ppt/charts/style32.xml" ContentType="application/vnd.ms-office.chartstyle+xml"/>
  <Override PartName="/ppt/charts/colors32.xml" ContentType="application/vnd.ms-office.chartcolorstyle+xml"/>
  <Override PartName="/ppt/charts/chart33.xml" ContentType="application/vnd.openxmlformats-officedocument.drawingml.chart+xml"/>
  <Override PartName="/ppt/charts/style33.xml" ContentType="application/vnd.ms-office.chartstyle+xml"/>
  <Override PartName="/ppt/charts/colors33.xml" ContentType="application/vnd.ms-office.chartcolorstyle+xml"/>
  <Override PartName="/ppt/charts/chart34.xml" ContentType="application/vnd.openxmlformats-officedocument.drawingml.chart+xml"/>
  <Override PartName="/ppt/charts/style34.xml" ContentType="application/vnd.ms-office.chartstyle+xml"/>
  <Override PartName="/ppt/charts/colors34.xml" ContentType="application/vnd.ms-office.chartcolorstyle+xml"/>
  <Override PartName="/ppt/charts/chart35.xml" ContentType="application/vnd.openxmlformats-officedocument.drawingml.chart+xml"/>
  <Override PartName="/ppt/charts/style35.xml" ContentType="application/vnd.ms-office.chartstyle+xml"/>
  <Override PartName="/ppt/charts/colors35.xml" ContentType="application/vnd.ms-office.chartcolorstyle+xml"/>
  <Override PartName="/ppt/charts/chart36.xml" ContentType="application/vnd.openxmlformats-officedocument.drawingml.chart+xml"/>
  <Override PartName="/ppt/charts/style36.xml" ContentType="application/vnd.ms-office.chartstyle+xml"/>
  <Override PartName="/ppt/charts/colors36.xml" ContentType="application/vnd.ms-office.chartcolorstyle+xml"/>
  <Override PartName="/ppt/charts/chart37.xml" ContentType="application/vnd.openxmlformats-officedocument.drawingml.chart+xml"/>
  <Override PartName="/ppt/charts/style37.xml" ContentType="application/vnd.ms-office.chartstyle+xml"/>
  <Override PartName="/ppt/charts/colors37.xml" ContentType="application/vnd.ms-office.chartcolorstyle+xml"/>
  <Override PartName="/ppt/charts/chart38.xml" ContentType="application/vnd.openxmlformats-officedocument.drawingml.chart+xml"/>
  <Override PartName="/ppt/charts/style38.xml" ContentType="application/vnd.ms-office.chartstyle+xml"/>
  <Override PartName="/ppt/charts/colors38.xml" ContentType="application/vnd.ms-office.chartcolorstyle+xml"/>
  <Override PartName="/ppt/charts/chart39.xml" ContentType="application/vnd.openxmlformats-officedocument.drawingml.chart+xml"/>
  <Override PartName="/ppt/charts/style39.xml" ContentType="application/vnd.ms-office.chartstyle+xml"/>
  <Override PartName="/ppt/charts/colors39.xml" ContentType="application/vnd.ms-office.chartcolorstyle+xml"/>
  <Override PartName="/ppt/charts/chart40.xml" ContentType="application/vnd.openxmlformats-officedocument.drawingml.chart+xml"/>
  <Override PartName="/ppt/charts/style40.xml" ContentType="application/vnd.ms-office.chartstyle+xml"/>
  <Override PartName="/ppt/charts/colors40.xml" ContentType="application/vnd.ms-office.chartcolorstyle+xml"/>
  <Override PartName="/ppt/charts/chart41.xml" ContentType="application/vnd.openxmlformats-officedocument.drawingml.chart+xml"/>
  <Override PartName="/ppt/charts/style41.xml" ContentType="application/vnd.ms-office.chartstyle+xml"/>
  <Override PartName="/ppt/charts/colors41.xml" ContentType="application/vnd.ms-office.chartcolorstyle+xml"/>
  <Override PartName="/ppt/charts/chart42.xml" ContentType="application/vnd.openxmlformats-officedocument.drawingml.chart+xml"/>
  <Override PartName="/ppt/charts/style42.xml" ContentType="application/vnd.ms-office.chartstyle+xml"/>
  <Override PartName="/ppt/charts/colors42.xml" ContentType="application/vnd.ms-office.chartcolorstyle+xml"/>
  <Override PartName="/ppt/charts/chart43.xml" ContentType="application/vnd.openxmlformats-officedocument.drawingml.chart+xml"/>
  <Override PartName="/ppt/charts/style43.xml" ContentType="application/vnd.ms-office.chartstyle+xml"/>
  <Override PartName="/ppt/charts/colors43.xml" ContentType="application/vnd.ms-office.chartcolorstyle+xml"/>
  <Override PartName="/ppt/charts/chart44.xml" ContentType="application/vnd.openxmlformats-officedocument.drawingml.chart+xml"/>
  <Override PartName="/ppt/charts/style44.xml" ContentType="application/vnd.ms-office.chartstyle+xml"/>
  <Override PartName="/ppt/charts/colors44.xml" ContentType="application/vnd.ms-office.chartcolorstyle+xml"/>
  <Override PartName="/ppt/charts/chart45.xml" ContentType="application/vnd.openxmlformats-officedocument.drawingml.chart+xml"/>
  <Override PartName="/ppt/charts/style45.xml" ContentType="application/vnd.ms-office.chartstyle+xml"/>
  <Override PartName="/ppt/charts/colors45.xml" ContentType="application/vnd.ms-office.chartcolorstyle+xml"/>
  <Override PartName="/ppt/charts/chart46.xml" ContentType="application/vnd.openxmlformats-officedocument.drawingml.chart+xml"/>
  <Override PartName="/ppt/charts/style46.xml" ContentType="application/vnd.ms-office.chartstyle+xml"/>
  <Override PartName="/ppt/charts/colors46.xml" ContentType="application/vnd.ms-office.chartcolorstyle+xml"/>
  <Override PartName="/ppt/charts/chart47.xml" ContentType="application/vnd.openxmlformats-officedocument.drawingml.chart+xml"/>
  <Override PartName="/ppt/charts/style47.xml" ContentType="application/vnd.ms-office.chartstyle+xml"/>
  <Override PartName="/ppt/charts/colors47.xml" ContentType="application/vnd.ms-office.chartcolorstyle+xml"/>
  <Override PartName="/ppt/charts/chart48.xml" ContentType="application/vnd.openxmlformats-officedocument.drawingml.chart+xml"/>
  <Override PartName="/ppt/charts/style48.xml" ContentType="application/vnd.ms-office.chartstyle+xml"/>
  <Override PartName="/ppt/charts/colors48.xml" ContentType="application/vnd.ms-office.chartcolorstyle+xml"/>
  <Override PartName="/ppt/charts/chart49.xml" ContentType="application/vnd.openxmlformats-officedocument.drawingml.chart+xml"/>
  <Override PartName="/ppt/charts/style49.xml" ContentType="application/vnd.ms-office.chartstyle+xml"/>
  <Override PartName="/ppt/charts/colors49.xml" ContentType="application/vnd.ms-office.chartcolorstyle+xml"/>
  <Override PartName="/ppt/charts/chart50.xml" ContentType="application/vnd.openxmlformats-officedocument.drawingml.chart+xml"/>
  <Override PartName="/ppt/charts/style50.xml" ContentType="application/vnd.ms-office.chartstyle+xml"/>
  <Override PartName="/ppt/charts/colors50.xml" ContentType="application/vnd.ms-office.chartcolorstyle+xml"/>
  <Override PartName="/ppt/charts/chart51.xml" ContentType="application/vnd.openxmlformats-officedocument.drawingml.chart+xml"/>
  <Override PartName="/ppt/charts/style51.xml" ContentType="application/vnd.ms-office.chartstyle+xml"/>
  <Override PartName="/ppt/charts/colors51.xml" ContentType="application/vnd.ms-office.chartcolorstyle+xml"/>
  <Override PartName="/ppt/charts/chart52.xml" ContentType="application/vnd.openxmlformats-officedocument.drawingml.chart+xml"/>
  <Override PartName="/ppt/charts/style52.xml" ContentType="application/vnd.ms-office.chartstyle+xml"/>
  <Override PartName="/ppt/charts/colors52.xml" ContentType="application/vnd.ms-office.chartcolorstyle+xml"/>
  <Override PartName="/ppt/charts/chart53.xml" ContentType="application/vnd.openxmlformats-officedocument.drawingml.chart+xml"/>
  <Override PartName="/ppt/charts/style53.xml" ContentType="application/vnd.ms-office.chartstyle+xml"/>
  <Override PartName="/ppt/charts/colors53.xml" ContentType="application/vnd.ms-office.chartcolorstyle+xml"/>
  <Override PartName="/ppt/charts/chart54.xml" ContentType="application/vnd.openxmlformats-officedocument.drawingml.chart+xml"/>
  <Override PartName="/ppt/charts/style54.xml" ContentType="application/vnd.ms-office.chartstyle+xml"/>
  <Override PartName="/ppt/charts/colors54.xml" ContentType="application/vnd.ms-office.chartcolorstyle+xml"/>
  <Override PartName="/ppt/charts/chart55.xml" ContentType="application/vnd.openxmlformats-officedocument.drawingml.chart+xml"/>
  <Override PartName="/ppt/charts/style55.xml" ContentType="application/vnd.ms-office.chartstyle+xml"/>
  <Override PartName="/ppt/charts/colors55.xml" ContentType="application/vnd.ms-office.chartcolorstyle+xml"/>
  <Override PartName="/ppt/charts/chart56.xml" ContentType="application/vnd.openxmlformats-officedocument.drawingml.chart+xml"/>
  <Override PartName="/ppt/charts/style56.xml" ContentType="application/vnd.ms-office.chartstyle+xml"/>
  <Override PartName="/ppt/charts/colors56.xml" ContentType="application/vnd.ms-office.chartcolorstyle+xml"/>
  <Override PartName="/ppt/charts/chart57.xml" ContentType="application/vnd.openxmlformats-officedocument.drawingml.chart+xml"/>
  <Override PartName="/ppt/charts/style57.xml" ContentType="application/vnd.ms-office.chartstyle+xml"/>
  <Override PartName="/ppt/charts/colors57.xml" ContentType="application/vnd.ms-office.chartcolorstyle+xml"/>
  <Override PartName="/ppt/charts/chart58.xml" ContentType="application/vnd.openxmlformats-officedocument.drawingml.chart+xml"/>
  <Override PartName="/ppt/charts/style58.xml" ContentType="application/vnd.ms-office.chartstyle+xml"/>
  <Override PartName="/ppt/charts/colors58.xml" ContentType="application/vnd.ms-office.chartcolorstyle+xml"/>
  <Override PartName="/ppt/charts/chart59.xml" ContentType="application/vnd.openxmlformats-officedocument.drawingml.chart+xml"/>
  <Override PartName="/ppt/charts/style59.xml" ContentType="application/vnd.ms-office.chartstyle+xml"/>
  <Override PartName="/ppt/charts/colors59.xml" ContentType="application/vnd.ms-office.chartcolorstyle+xml"/>
  <Override PartName="/ppt/charts/chart60.xml" ContentType="application/vnd.openxmlformats-officedocument.drawingml.chart+xml"/>
  <Override PartName="/ppt/charts/style60.xml" ContentType="application/vnd.ms-office.chartstyle+xml"/>
  <Override PartName="/ppt/charts/colors60.xml" ContentType="application/vnd.ms-office.chartcolorstyle+xml"/>
  <Override PartName="/ppt/charts/chart61.xml" ContentType="application/vnd.openxmlformats-officedocument.drawingml.chart+xml"/>
  <Override PartName="/ppt/charts/style61.xml" ContentType="application/vnd.ms-office.chartstyle+xml"/>
  <Override PartName="/ppt/charts/colors61.xml" ContentType="application/vnd.ms-office.chartcolorstyle+xml"/>
  <Override PartName="/ppt/charts/chart62.xml" ContentType="application/vnd.openxmlformats-officedocument.drawingml.chart+xml"/>
  <Override PartName="/ppt/charts/style62.xml" ContentType="application/vnd.ms-office.chartstyle+xml"/>
  <Override PartName="/ppt/charts/colors62.xml" ContentType="application/vnd.ms-office.chartcolorstyle+xml"/>
  <Override PartName="/ppt/charts/chart63.xml" ContentType="application/vnd.openxmlformats-officedocument.drawingml.chart+xml"/>
  <Override PartName="/ppt/charts/style63.xml" ContentType="application/vnd.ms-office.chartstyle+xml"/>
  <Override PartName="/ppt/charts/colors63.xml" ContentType="application/vnd.ms-office.chartcolorstyle+xml"/>
  <Override PartName="/ppt/charts/chart64.xml" ContentType="application/vnd.openxmlformats-officedocument.drawingml.chart+xml"/>
  <Override PartName="/ppt/charts/style64.xml" ContentType="application/vnd.ms-office.chartstyle+xml"/>
  <Override PartName="/ppt/charts/colors64.xml" ContentType="application/vnd.ms-office.chartcolorstyle+xml"/>
  <Override PartName="/ppt/charts/chart65.xml" ContentType="application/vnd.openxmlformats-officedocument.drawingml.chart+xml"/>
  <Override PartName="/ppt/charts/style65.xml" ContentType="application/vnd.ms-office.chartstyle+xml"/>
  <Override PartName="/ppt/charts/colors65.xml" ContentType="application/vnd.ms-office.chartcolorstyle+xml"/>
  <Override PartName="/ppt/charts/chart66.xml" ContentType="application/vnd.openxmlformats-officedocument.drawingml.chart+xml"/>
  <Override PartName="/ppt/charts/style66.xml" ContentType="application/vnd.ms-office.chartstyle+xml"/>
  <Override PartName="/ppt/charts/colors66.xml" ContentType="application/vnd.ms-office.chartcolorstyle+xml"/>
  <Override PartName="/ppt/charts/chart67.xml" ContentType="application/vnd.openxmlformats-officedocument.drawingml.chart+xml"/>
  <Override PartName="/ppt/charts/style67.xml" ContentType="application/vnd.ms-office.chartstyle+xml"/>
  <Override PartName="/ppt/charts/colors67.xml" ContentType="application/vnd.ms-office.chartcolorstyle+xml"/>
  <Override PartName="/ppt/charts/chart68.xml" ContentType="application/vnd.openxmlformats-officedocument.drawingml.chart+xml"/>
  <Override PartName="/ppt/charts/style68.xml" ContentType="application/vnd.ms-office.chartstyle+xml"/>
  <Override PartName="/ppt/charts/colors68.xml" ContentType="application/vnd.ms-office.chartcolorstyle+xml"/>
  <Override PartName="/ppt/charts/chart69.xml" ContentType="application/vnd.openxmlformats-officedocument.drawingml.chart+xml"/>
  <Override PartName="/ppt/charts/style69.xml" ContentType="application/vnd.ms-office.chartstyle+xml"/>
  <Override PartName="/ppt/charts/colors69.xml" ContentType="application/vnd.ms-office.chartcolorstyle+xml"/>
  <Override PartName="/ppt/charts/chart70.xml" ContentType="application/vnd.openxmlformats-officedocument.drawingml.chart+xml"/>
  <Override PartName="/ppt/charts/style70.xml" ContentType="application/vnd.ms-office.chartstyle+xml"/>
  <Override PartName="/ppt/charts/colors70.xml" ContentType="application/vnd.ms-office.chartcolorstyle+xml"/>
  <Override PartName="/ppt/charts/chart71.xml" ContentType="application/vnd.openxmlformats-officedocument.drawingml.chart+xml"/>
  <Override PartName="/ppt/charts/style71.xml" ContentType="application/vnd.ms-office.chartstyle+xml"/>
  <Override PartName="/ppt/charts/colors71.xml" ContentType="application/vnd.ms-office.chartcolorstyle+xml"/>
  <Override PartName="/ppt/charts/chart72.xml" ContentType="application/vnd.openxmlformats-officedocument.drawingml.chart+xml"/>
  <Override PartName="/ppt/charts/style72.xml" ContentType="application/vnd.ms-office.chartstyle+xml"/>
  <Override PartName="/ppt/charts/colors72.xml" ContentType="application/vnd.ms-office.chartcolorstyle+xml"/>
  <Override PartName="/ppt/charts/chart73.xml" ContentType="application/vnd.openxmlformats-officedocument.drawingml.chart+xml"/>
  <Override PartName="/ppt/charts/style73.xml" ContentType="application/vnd.ms-office.chartstyle+xml"/>
  <Override PartName="/ppt/charts/colors73.xml" ContentType="application/vnd.ms-office.chartcolorstyle+xml"/>
  <Override PartName="/ppt/charts/chart74.xml" ContentType="application/vnd.openxmlformats-officedocument.drawingml.chart+xml"/>
  <Override PartName="/ppt/charts/style74.xml" ContentType="application/vnd.ms-office.chartstyle+xml"/>
  <Override PartName="/ppt/charts/colors74.xml" ContentType="application/vnd.ms-office.chartcolorstyle+xml"/>
  <Override PartName="/ppt/charts/chart75.xml" ContentType="application/vnd.openxmlformats-officedocument.drawingml.chart+xml"/>
  <Override PartName="/ppt/charts/style75.xml" ContentType="application/vnd.ms-office.chartstyle+xml"/>
  <Override PartName="/ppt/charts/colors75.xml" ContentType="application/vnd.ms-office.chartcolorstyle+xml"/>
  <Override PartName="/ppt/charts/chart76.xml" ContentType="application/vnd.openxmlformats-officedocument.drawingml.chart+xml"/>
  <Override PartName="/ppt/charts/style76.xml" ContentType="application/vnd.ms-office.chartstyle+xml"/>
  <Override PartName="/ppt/charts/colors76.xml" ContentType="application/vnd.ms-office.chartcolorstyle+xml"/>
  <Override PartName="/ppt/charts/chart77.xml" ContentType="application/vnd.openxmlformats-officedocument.drawingml.chart+xml"/>
  <Override PartName="/ppt/charts/style77.xml" ContentType="application/vnd.ms-office.chartstyle+xml"/>
  <Override PartName="/ppt/charts/colors77.xml" ContentType="application/vnd.ms-office.chartcolorstyle+xml"/>
  <Override PartName="/ppt/charts/chart78.xml" ContentType="application/vnd.openxmlformats-officedocument.drawingml.chart+xml"/>
  <Override PartName="/ppt/charts/style78.xml" ContentType="application/vnd.ms-office.chartstyle+xml"/>
  <Override PartName="/ppt/charts/colors78.xml" ContentType="application/vnd.ms-office.chartcolorstyle+xml"/>
  <Override PartName="/ppt/charts/chart79.xml" ContentType="application/vnd.openxmlformats-officedocument.drawingml.chart+xml"/>
  <Override PartName="/ppt/charts/style79.xml" ContentType="application/vnd.ms-office.chartstyle+xml"/>
  <Override PartName="/ppt/charts/colors79.xml" ContentType="application/vnd.ms-office.chartcolorstyle+xml"/>
  <Override PartName="/ppt/charts/chart80.xml" ContentType="application/vnd.openxmlformats-officedocument.drawingml.chart+xml"/>
  <Override PartName="/ppt/charts/style80.xml" ContentType="application/vnd.ms-office.chartstyle+xml"/>
  <Override PartName="/ppt/charts/colors80.xml" ContentType="application/vnd.ms-office.chartcolorstyle+xml"/>
  <Override PartName="/ppt/charts/chart81.xml" ContentType="application/vnd.openxmlformats-officedocument.drawingml.chart+xml"/>
  <Override PartName="/ppt/charts/style81.xml" ContentType="application/vnd.ms-office.chartstyle+xml"/>
  <Override PartName="/ppt/charts/colors81.xml" ContentType="application/vnd.ms-office.chartcolorstyle+xml"/>
  <Override PartName="/ppt/charts/chart82.xml" ContentType="application/vnd.openxmlformats-officedocument.drawingml.chart+xml"/>
  <Override PartName="/ppt/charts/style82.xml" ContentType="application/vnd.ms-office.chartstyle+xml"/>
  <Override PartName="/ppt/charts/colors82.xml" ContentType="application/vnd.ms-office.chartcolorstyle+xml"/>
  <Override PartName="/ppt/charts/chart83.xml" ContentType="application/vnd.openxmlformats-officedocument.drawingml.chart+xml"/>
  <Override PartName="/ppt/charts/style83.xml" ContentType="application/vnd.ms-office.chartstyle+xml"/>
  <Override PartName="/ppt/charts/colors83.xml" ContentType="application/vnd.ms-office.chartcolorstyle+xml"/>
  <Override PartName="/ppt/charts/chart84.xml" ContentType="application/vnd.openxmlformats-officedocument.drawingml.chart+xml"/>
  <Override PartName="/ppt/charts/style84.xml" ContentType="application/vnd.ms-office.chartstyle+xml"/>
  <Override PartName="/ppt/charts/colors84.xml" ContentType="application/vnd.ms-office.chartcolorstyle+xml"/>
  <Override PartName="/ppt/charts/chart85.xml" ContentType="application/vnd.openxmlformats-officedocument.drawingml.chart+xml"/>
  <Override PartName="/ppt/charts/style85.xml" ContentType="application/vnd.ms-office.chartstyle+xml"/>
  <Override PartName="/ppt/charts/colors85.xml" ContentType="application/vnd.ms-office.chartcolorstyle+xml"/>
  <Override PartName="/ppt/charts/chart86.xml" ContentType="application/vnd.openxmlformats-officedocument.drawingml.chart+xml"/>
  <Override PartName="/ppt/charts/style86.xml" ContentType="application/vnd.ms-office.chartstyle+xml"/>
  <Override PartName="/ppt/charts/colors86.xml" ContentType="application/vnd.ms-office.chartcolorstyle+xml"/>
  <Override PartName="/ppt/charts/chart87.xml" ContentType="application/vnd.openxmlformats-officedocument.drawingml.chart+xml"/>
  <Override PartName="/ppt/charts/style87.xml" ContentType="application/vnd.ms-office.chartstyle+xml"/>
  <Override PartName="/ppt/charts/colors87.xml" ContentType="application/vnd.ms-office.chartcolorstyle+xml"/>
  <Override PartName="/ppt/charts/chart88.xml" ContentType="application/vnd.openxmlformats-officedocument.drawingml.chart+xml"/>
  <Override PartName="/ppt/charts/style88.xml" ContentType="application/vnd.ms-office.chartstyle+xml"/>
  <Override PartName="/ppt/charts/colors88.xml" ContentType="application/vnd.ms-office.chartcolorstyle+xml"/>
  <Override PartName="/ppt/charts/chart89.xml" ContentType="application/vnd.openxmlformats-officedocument.drawingml.chart+xml"/>
  <Override PartName="/ppt/charts/style89.xml" ContentType="application/vnd.ms-office.chartstyle+xml"/>
  <Override PartName="/ppt/charts/colors89.xml" ContentType="application/vnd.ms-office.chartcolorstyle+xml"/>
  <Override PartName="/ppt/charts/chart90.xml" ContentType="application/vnd.openxmlformats-officedocument.drawingml.chart+xml"/>
  <Override PartName="/ppt/charts/style90.xml" ContentType="application/vnd.ms-office.chartstyle+xml"/>
  <Override PartName="/ppt/charts/colors90.xml" ContentType="application/vnd.ms-office.chartcolorstyle+xml"/>
  <Override PartName="/ppt/charts/chart91.xml" ContentType="application/vnd.openxmlformats-officedocument.drawingml.chart+xml"/>
  <Override PartName="/ppt/charts/style91.xml" ContentType="application/vnd.ms-office.chartstyle+xml"/>
  <Override PartName="/ppt/charts/colors91.xml" ContentType="application/vnd.ms-office.chartcolorstyl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5" r:id="rId2"/>
    <p:sldId id="276" r:id="rId3"/>
    <p:sldId id="277" r:id="rId4"/>
    <p:sldId id="280" r:id="rId5"/>
    <p:sldId id="257" r:id="rId6"/>
    <p:sldId id="312" r:id="rId7"/>
    <p:sldId id="272" r:id="rId8"/>
    <p:sldId id="274" r:id="rId9"/>
    <p:sldId id="323" r:id="rId10"/>
    <p:sldId id="324" r:id="rId11"/>
    <p:sldId id="278" r:id="rId12"/>
    <p:sldId id="279" r:id="rId13"/>
    <p:sldId id="331" r:id="rId14"/>
    <p:sldId id="282" r:id="rId15"/>
    <p:sldId id="297" r:id="rId16"/>
    <p:sldId id="290" r:id="rId17"/>
    <p:sldId id="302" r:id="rId18"/>
    <p:sldId id="285" r:id="rId19"/>
    <p:sldId id="313" r:id="rId20"/>
    <p:sldId id="292" r:id="rId21"/>
    <p:sldId id="314" r:id="rId22"/>
    <p:sldId id="298" r:id="rId23"/>
    <p:sldId id="303" r:id="rId24"/>
    <p:sldId id="299" r:id="rId25"/>
    <p:sldId id="315" r:id="rId26"/>
    <p:sldId id="300" r:id="rId27"/>
    <p:sldId id="316" r:id="rId28"/>
    <p:sldId id="273" r:id="rId29"/>
    <p:sldId id="301" r:id="rId30"/>
    <p:sldId id="258" r:id="rId31"/>
    <p:sldId id="317" r:id="rId32"/>
    <p:sldId id="266" r:id="rId33"/>
    <p:sldId id="267" r:id="rId34"/>
    <p:sldId id="283" r:id="rId35"/>
    <p:sldId id="268" r:id="rId36"/>
    <p:sldId id="318" r:id="rId37"/>
    <p:sldId id="281" r:id="rId38"/>
    <p:sldId id="294" r:id="rId39"/>
    <p:sldId id="295" r:id="rId40"/>
    <p:sldId id="296" r:id="rId41"/>
    <p:sldId id="319" r:id="rId42"/>
    <p:sldId id="320" r:id="rId43"/>
    <p:sldId id="311" r:id="rId44"/>
    <p:sldId id="269" r:id="rId45"/>
    <p:sldId id="270" r:id="rId46"/>
    <p:sldId id="271" r:id="rId47"/>
    <p:sldId id="321" r:id="rId48"/>
    <p:sldId id="322" r:id="rId49"/>
    <p:sldId id="325" r:id="rId50"/>
    <p:sldId id="326" r:id="rId51"/>
    <p:sldId id="327" r:id="rId52"/>
    <p:sldId id="328" r:id="rId53"/>
    <p:sldId id="329" r:id="rId54"/>
    <p:sldId id="330" r:id="rId55"/>
    <p:sldId id="332" r:id="rId56"/>
    <p:sldId id="264" r:id="rId5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05C1FB8-4D08-4548-B26C-AE629FEB5D6E}" v="9" dt="2024-02-06T03:31:18.18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286" autoAdjust="0"/>
    <p:restoredTop sz="94660"/>
  </p:normalViewPr>
  <p:slideViewPr>
    <p:cSldViewPr snapToGrid="0">
      <p:cViewPr varScale="1">
        <p:scale>
          <a:sx n="63" d="100"/>
          <a:sy n="63" d="100"/>
        </p:scale>
        <p:origin x="676"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ubir Parida" userId="5adae42a5ff17c16" providerId="LiveId" clId="{840E3A22-11DA-4C6F-9B3F-EF20193E732C}"/>
    <pc:docChg chg="undo custSel addSld delSld modSld sldOrd">
      <pc:chgData name="Subir Parida" userId="5adae42a5ff17c16" providerId="LiveId" clId="{840E3A22-11DA-4C6F-9B3F-EF20193E732C}" dt="2023-12-26T21:46:17.395" v="1897" actId="20577"/>
      <pc:docMkLst>
        <pc:docMk/>
      </pc:docMkLst>
      <pc:sldChg chg="addSp delSp modSp mod ord">
        <pc:chgData name="Subir Parida" userId="5adae42a5ff17c16" providerId="LiveId" clId="{840E3A22-11DA-4C6F-9B3F-EF20193E732C}" dt="2023-12-12T08:33:34.455" v="308" actId="20577"/>
        <pc:sldMkLst>
          <pc:docMk/>
          <pc:sldMk cId="4170326576" sldId="257"/>
        </pc:sldMkLst>
        <pc:spChg chg="mod">
          <ac:chgData name="Subir Parida" userId="5adae42a5ff17c16" providerId="LiveId" clId="{840E3A22-11DA-4C6F-9B3F-EF20193E732C}" dt="2023-12-12T08:33:34.455" v="308" actId="20577"/>
          <ac:spMkLst>
            <pc:docMk/>
            <pc:sldMk cId="4170326576" sldId="257"/>
            <ac:spMk id="6" creationId="{00000000-0000-0000-0000-000000000000}"/>
          </ac:spMkLst>
        </pc:spChg>
        <pc:graphicFrameChg chg="add mod">
          <ac:chgData name="Subir Parida" userId="5adae42a5ff17c16" providerId="LiveId" clId="{840E3A22-11DA-4C6F-9B3F-EF20193E732C}" dt="2023-12-11T18:15:43.243" v="11" actId="1076"/>
          <ac:graphicFrameMkLst>
            <pc:docMk/>
            <pc:sldMk cId="4170326576" sldId="257"/>
            <ac:graphicFrameMk id="2" creationId="{84A11EB6-F581-D9C8-0251-0518A7BC6151}"/>
          </ac:graphicFrameMkLst>
        </pc:graphicFrameChg>
        <pc:graphicFrameChg chg="add mod">
          <ac:chgData name="Subir Parida" userId="5adae42a5ff17c16" providerId="LiveId" clId="{840E3A22-11DA-4C6F-9B3F-EF20193E732C}" dt="2023-12-11T18:16:10.998" v="15" actId="1076"/>
          <ac:graphicFrameMkLst>
            <pc:docMk/>
            <pc:sldMk cId="4170326576" sldId="257"/>
            <ac:graphicFrameMk id="3" creationId="{14CBA0DF-1B6B-2BFB-8D8D-49C7AA36F31E}"/>
          </ac:graphicFrameMkLst>
        </pc:graphicFrameChg>
        <pc:graphicFrameChg chg="add mod">
          <ac:chgData name="Subir Parida" userId="5adae42a5ff17c16" providerId="LiveId" clId="{840E3A22-11DA-4C6F-9B3F-EF20193E732C}" dt="2023-12-11T18:16:25.101" v="19" actId="1076"/>
          <ac:graphicFrameMkLst>
            <pc:docMk/>
            <pc:sldMk cId="4170326576" sldId="257"/>
            <ac:graphicFrameMk id="4" creationId="{9DBDE645-54AE-943A-FC93-B07737B39EB4}"/>
          </ac:graphicFrameMkLst>
        </pc:graphicFrameChg>
        <pc:graphicFrameChg chg="add mod">
          <ac:chgData name="Subir Parida" userId="5adae42a5ff17c16" providerId="LiveId" clId="{840E3A22-11DA-4C6F-9B3F-EF20193E732C}" dt="2023-12-11T18:16:42.508" v="23" actId="1076"/>
          <ac:graphicFrameMkLst>
            <pc:docMk/>
            <pc:sldMk cId="4170326576" sldId="257"/>
            <ac:graphicFrameMk id="5" creationId="{B542B676-1E3C-CCF4-E91F-9A7C7FF0DF99}"/>
          </ac:graphicFrameMkLst>
        </pc:graphicFrameChg>
        <pc:graphicFrameChg chg="del">
          <ac:chgData name="Subir Parida" userId="5adae42a5ff17c16" providerId="LiveId" clId="{840E3A22-11DA-4C6F-9B3F-EF20193E732C}" dt="2023-12-11T18:15:58.553" v="12" actId="478"/>
          <ac:graphicFrameMkLst>
            <pc:docMk/>
            <pc:sldMk cId="4170326576" sldId="257"/>
            <ac:graphicFrameMk id="7" creationId="{00000000-0000-0000-0000-000000000000}"/>
          </ac:graphicFrameMkLst>
        </pc:graphicFrameChg>
        <pc:graphicFrameChg chg="del">
          <ac:chgData name="Subir Parida" userId="5adae42a5ff17c16" providerId="LiveId" clId="{840E3A22-11DA-4C6F-9B3F-EF20193E732C}" dt="2023-12-11T18:15:31.700" v="10" actId="478"/>
          <ac:graphicFrameMkLst>
            <pc:docMk/>
            <pc:sldMk cId="4170326576" sldId="257"/>
            <ac:graphicFrameMk id="8" creationId="{00000000-0000-0000-0000-000000000000}"/>
          </ac:graphicFrameMkLst>
        </pc:graphicFrameChg>
        <pc:graphicFrameChg chg="del">
          <ac:chgData name="Subir Parida" userId="5adae42a5ff17c16" providerId="LiveId" clId="{840E3A22-11DA-4C6F-9B3F-EF20193E732C}" dt="2023-12-11T18:16:19.134" v="16" actId="478"/>
          <ac:graphicFrameMkLst>
            <pc:docMk/>
            <pc:sldMk cId="4170326576" sldId="257"/>
            <ac:graphicFrameMk id="9" creationId="{00000000-0000-0000-0000-000000000000}"/>
          </ac:graphicFrameMkLst>
        </pc:graphicFrameChg>
        <pc:graphicFrameChg chg="del">
          <ac:chgData name="Subir Parida" userId="5adae42a5ff17c16" providerId="LiveId" clId="{840E3A22-11DA-4C6F-9B3F-EF20193E732C}" dt="2023-12-11T18:16:28.715" v="20" actId="478"/>
          <ac:graphicFrameMkLst>
            <pc:docMk/>
            <pc:sldMk cId="4170326576" sldId="257"/>
            <ac:graphicFrameMk id="10" creationId="{00000000-0000-0000-0000-000000000000}"/>
          </ac:graphicFrameMkLst>
        </pc:graphicFrameChg>
      </pc:sldChg>
      <pc:sldChg chg="modSp mod ord">
        <pc:chgData name="Subir Parida" userId="5adae42a5ff17c16" providerId="LiveId" clId="{840E3A22-11DA-4C6F-9B3F-EF20193E732C}" dt="2023-12-12T08:33:13.249" v="301" actId="20577"/>
        <pc:sldMkLst>
          <pc:docMk/>
          <pc:sldMk cId="104386090" sldId="258"/>
        </pc:sldMkLst>
        <pc:spChg chg="mod">
          <ac:chgData name="Subir Parida" userId="5adae42a5ff17c16" providerId="LiveId" clId="{840E3A22-11DA-4C6F-9B3F-EF20193E732C}" dt="2023-12-12T08:33:13.249" v="301" actId="20577"/>
          <ac:spMkLst>
            <pc:docMk/>
            <pc:sldMk cId="104386090" sldId="258"/>
            <ac:spMk id="6" creationId="{00000000-0000-0000-0000-000000000000}"/>
          </ac:spMkLst>
        </pc:spChg>
      </pc:sldChg>
      <pc:sldChg chg="modSp add mod ord">
        <pc:chgData name="Subir Parida" userId="5adae42a5ff17c16" providerId="LiveId" clId="{840E3A22-11DA-4C6F-9B3F-EF20193E732C}" dt="2023-12-12T08:31:02.368" v="203"/>
        <pc:sldMkLst>
          <pc:docMk/>
          <pc:sldMk cId="1021300577" sldId="259"/>
        </pc:sldMkLst>
        <pc:spChg chg="mod">
          <ac:chgData name="Subir Parida" userId="5adae42a5ff17c16" providerId="LiveId" clId="{840E3A22-11DA-4C6F-9B3F-EF20193E732C}" dt="2023-12-12T07:27:34.390" v="34" actId="115"/>
          <ac:spMkLst>
            <pc:docMk/>
            <pc:sldMk cId="1021300577" sldId="259"/>
            <ac:spMk id="6" creationId="{00000000-0000-0000-0000-000000000000}"/>
          </ac:spMkLst>
        </pc:spChg>
      </pc:sldChg>
      <pc:sldChg chg="addSp modSp new mod">
        <pc:chgData name="Subir Parida" userId="5adae42a5ff17c16" providerId="LiveId" clId="{840E3A22-11DA-4C6F-9B3F-EF20193E732C}" dt="2023-12-11T18:20:51.090" v="27"/>
        <pc:sldMkLst>
          <pc:docMk/>
          <pc:sldMk cId="1723193605" sldId="260"/>
        </pc:sldMkLst>
        <pc:spChg chg="add mod">
          <ac:chgData name="Subir Parida" userId="5adae42a5ff17c16" providerId="LiveId" clId="{840E3A22-11DA-4C6F-9B3F-EF20193E732C}" dt="2023-12-11T18:20:51.090" v="27"/>
          <ac:spMkLst>
            <pc:docMk/>
            <pc:sldMk cId="1723193605" sldId="260"/>
            <ac:spMk id="3" creationId="{0EC76D3C-8D53-F6E3-255D-F3F91EB36B2D}"/>
          </ac:spMkLst>
        </pc:spChg>
        <pc:graphicFrameChg chg="add mod">
          <ac:chgData name="Subir Parida" userId="5adae42a5ff17c16" providerId="LiveId" clId="{840E3A22-11DA-4C6F-9B3F-EF20193E732C}" dt="2023-12-11T18:20:46.575" v="26" actId="1076"/>
          <ac:graphicFrameMkLst>
            <pc:docMk/>
            <pc:sldMk cId="1723193605" sldId="260"/>
            <ac:graphicFrameMk id="2" creationId="{4EF5903B-44C3-81A8-F64A-735A5A765B77}"/>
          </ac:graphicFrameMkLst>
        </pc:graphicFrameChg>
      </pc:sldChg>
      <pc:sldChg chg="addSp delSp modSp add mod ord">
        <pc:chgData name="Subir Parida" userId="5adae42a5ff17c16" providerId="LiveId" clId="{840E3A22-11DA-4C6F-9B3F-EF20193E732C}" dt="2023-12-26T21:23:38.747" v="530" actId="1076"/>
        <pc:sldMkLst>
          <pc:docMk/>
          <pc:sldMk cId="2882496549" sldId="261"/>
        </pc:sldMkLst>
        <pc:spChg chg="mod">
          <ac:chgData name="Subir Parida" userId="5adae42a5ff17c16" providerId="LiveId" clId="{840E3A22-11DA-4C6F-9B3F-EF20193E732C}" dt="2023-12-12T07:39:41.329" v="68" actId="20577"/>
          <ac:spMkLst>
            <pc:docMk/>
            <pc:sldMk cId="2882496549" sldId="261"/>
            <ac:spMk id="6" creationId="{00000000-0000-0000-0000-000000000000}"/>
          </ac:spMkLst>
        </pc:spChg>
        <pc:spChg chg="add mod">
          <ac:chgData name="Subir Parida" userId="5adae42a5ff17c16" providerId="LiveId" clId="{840E3A22-11DA-4C6F-9B3F-EF20193E732C}" dt="2023-12-26T21:23:33.811" v="529" actId="1076"/>
          <ac:spMkLst>
            <pc:docMk/>
            <pc:sldMk cId="2882496549" sldId="261"/>
            <ac:spMk id="10" creationId="{67C95C17-8519-C442-B6D2-2AB931828790}"/>
          </ac:spMkLst>
        </pc:spChg>
        <pc:spChg chg="add mod">
          <ac:chgData name="Subir Parida" userId="5adae42a5ff17c16" providerId="LiveId" clId="{840E3A22-11DA-4C6F-9B3F-EF20193E732C}" dt="2023-12-26T21:23:38.747" v="530" actId="1076"/>
          <ac:spMkLst>
            <pc:docMk/>
            <pc:sldMk cId="2882496549" sldId="261"/>
            <ac:spMk id="11" creationId="{2AB1F630-3908-A1D9-D31A-14E612F3B706}"/>
          </ac:spMkLst>
        </pc:spChg>
        <pc:graphicFrameChg chg="del">
          <ac:chgData name="Subir Parida" userId="5adae42a5ff17c16" providerId="LiveId" clId="{840E3A22-11DA-4C6F-9B3F-EF20193E732C}" dt="2023-12-12T07:27:54.108" v="37" actId="478"/>
          <ac:graphicFrameMkLst>
            <pc:docMk/>
            <pc:sldMk cId="2882496549" sldId="261"/>
            <ac:graphicFrameMk id="2" creationId="{00000000-0000-0000-0000-000000000000}"/>
          </ac:graphicFrameMkLst>
        </pc:graphicFrameChg>
        <pc:graphicFrameChg chg="add mod">
          <ac:chgData name="Subir Parida" userId="5adae42a5ff17c16" providerId="LiveId" clId="{840E3A22-11DA-4C6F-9B3F-EF20193E732C}" dt="2023-12-26T21:23:27.893" v="528" actId="1076"/>
          <ac:graphicFrameMkLst>
            <pc:docMk/>
            <pc:sldMk cId="2882496549" sldId="261"/>
            <ac:graphicFrameMk id="2" creationId="{7ADA39BA-15ED-6B66-2B95-BAAD1D42C13C}"/>
          </ac:graphicFrameMkLst>
        </pc:graphicFrameChg>
        <pc:graphicFrameChg chg="del">
          <ac:chgData name="Subir Parida" userId="5adae42a5ff17c16" providerId="LiveId" clId="{840E3A22-11DA-4C6F-9B3F-EF20193E732C}" dt="2023-12-12T07:27:55.755" v="38" actId="478"/>
          <ac:graphicFrameMkLst>
            <pc:docMk/>
            <pc:sldMk cId="2882496549" sldId="261"/>
            <ac:graphicFrameMk id="3" creationId="{00000000-0000-0000-0000-000000000000}"/>
          </ac:graphicFrameMkLst>
        </pc:graphicFrameChg>
        <pc:graphicFrameChg chg="add mod">
          <ac:chgData name="Subir Parida" userId="5adae42a5ff17c16" providerId="LiveId" clId="{840E3A22-11DA-4C6F-9B3F-EF20193E732C}" dt="2023-12-26T21:23:19.873" v="527" actId="1076"/>
          <ac:graphicFrameMkLst>
            <pc:docMk/>
            <pc:sldMk cId="2882496549" sldId="261"/>
            <ac:graphicFrameMk id="3" creationId="{50C56331-AB8E-71C3-20AC-03D4E655005E}"/>
          </ac:graphicFrameMkLst>
        </pc:graphicFrameChg>
        <pc:graphicFrameChg chg="del">
          <ac:chgData name="Subir Parida" userId="5adae42a5ff17c16" providerId="LiveId" clId="{840E3A22-11DA-4C6F-9B3F-EF20193E732C}" dt="2023-12-12T07:27:57.011" v="39" actId="478"/>
          <ac:graphicFrameMkLst>
            <pc:docMk/>
            <pc:sldMk cId="2882496549" sldId="261"/>
            <ac:graphicFrameMk id="4" creationId="{00000000-0000-0000-0000-000000000000}"/>
          </ac:graphicFrameMkLst>
        </pc:graphicFrameChg>
        <pc:graphicFrameChg chg="del">
          <ac:chgData name="Subir Parida" userId="5adae42a5ff17c16" providerId="LiveId" clId="{840E3A22-11DA-4C6F-9B3F-EF20193E732C}" dt="2023-12-12T07:27:53.119" v="36" actId="478"/>
          <ac:graphicFrameMkLst>
            <pc:docMk/>
            <pc:sldMk cId="2882496549" sldId="261"/>
            <ac:graphicFrameMk id="5" creationId="{00000000-0000-0000-0000-000000000000}"/>
          </ac:graphicFrameMkLst>
        </pc:graphicFrameChg>
        <pc:graphicFrameChg chg="add del mod">
          <ac:chgData name="Subir Parida" userId="5adae42a5ff17c16" providerId="LiveId" clId="{840E3A22-11DA-4C6F-9B3F-EF20193E732C}" dt="2023-12-26T21:11:23.548" v="501" actId="478"/>
          <ac:graphicFrameMkLst>
            <pc:docMk/>
            <pc:sldMk cId="2882496549" sldId="261"/>
            <ac:graphicFrameMk id="7" creationId="{D81A0785-932C-76AD-9261-EF5FE0762A85}"/>
          </ac:graphicFrameMkLst>
        </pc:graphicFrameChg>
        <pc:graphicFrameChg chg="add del mod">
          <ac:chgData name="Subir Parida" userId="5adae42a5ff17c16" providerId="LiveId" clId="{840E3A22-11DA-4C6F-9B3F-EF20193E732C}" dt="2023-12-12T07:40:19.531" v="86" actId="478"/>
          <ac:graphicFrameMkLst>
            <pc:docMk/>
            <pc:sldMk cId="2882496549" sldId="261"/>
            <ac:graphicFrameMk id="8" creationId="{D6EF0A76-D961-75C4-26C4-B1F14F0111A6}"/>
          </ac:graphicFrameMkLst>
        </pc:graphicFrameChg>
        <pc:graphicFrameChg chg="add del mod">
          <ac:chgData name="Subir Parida" userId="5adae42a5ff17c16" providerId="LiveId" clId="{840E3A22-11DA-4C6F-9B3F-EF20193E732C}" dt="2023-12-12T07:40:20.159" v="87" actId="478"/>
          <ac:graphicFrameMkLst>
            <pc:docMk/>
            <pc:sldMk cId="2882496549" sldId="261"/>
            <ac:graphicFrameMk id="9" creationId="{69E59269-446D-875B-28A9-0F3332E6208E}"/>
          </ac:graphicFrameMkLst>
        </pc:graphicFrameChg>
        <pc:graphicFrameChg chg="add del mod">
          <ac:chgData name="Subir Parida" userId="5adae42a5ff17c16" providerId="LiveId" clId="{840E3A22-11DA-4C6F-9B3F-EF20193E732C}" dt="2023-12-26T21:18:41.818" v="514" actId="478"/>
          <ac:graphicFrameMkLst>
            <pc:docMk/>
            <pc:sldMk cId="2882496549" sldId="261"/>
            <ac:graphicFrameMk id="12" creationId="{F5FAB062-51D0-9EBB-F9CE-79346ADD3282}"/>
          </ac:graphicFrameMkLst>
        </pc:graphicFrameChg>
      </pc:sldChg>
      <pc:sldChg chg="addSp delSp modSp add mod ord">
        <pc:chgData name="Subir Parida" userId="5adae42a5ff17c16" providerId="LiveId" clId="{840E3A22-11DA-4C6F-9B3F-EF20193E732C}" dt="2023-12-26T21:24:54.781" v="540" actId="1076"/>
        <pc:sldMkLst>
          <pc:docMk/>
          <pc:sldMk cId="1726559390" sldId="262"/>
        </pc:sldMkLst>
        <pc:spChg chg="add del mod">
          <ac:chgData name="Subir Parida" userId="5adae42a5ff17c16" providerId="LiveId" clId="{840E3A22-11DA-4C6F-9B3F-EF20193E732C}" dt="2023-12-26T21:24:27.198" v="535" actId="478"/>
          <ac:spMkLst>
            <pc:docMk/>
            <pc:sldMk cId="1726559390" sldId="262"/>
            <ac:spMk id="2" creationId="{7204911C-66F5-D965-746E-CD20C5ECFBEB}"/>
          </ac:spMkLst>
        </pc:spChg>
        <pc:spChg chg="add del mod">
          <ac:chgData name="Subir Parida" userId="5adae42a5ff17c16" providerId="LiveId" clId="{840E3A22-11DA-4C6F-9B3F-EF20193E732C}" dt="2023-12-26T21:24:24.091" v="534" actId="478"/>
          <ac:spMkLst>
            <pc:docMk/>
            <pc:sldMk cId="1726559390" sldId="262"/>
            <ac:spMk id="3" creationId="{2E64F693-B950-8284-BB56-514A7A97997D}"/>
          </ac:spMkLst>
        </pc:spChg>
        <pc:spChg chg="mod">
          <ac:chgData name="Subir Parida" userId="5adae42a5ff17c16" providerId="LiveId" clId="{840E3A22-11DA-4C6F-9B3F-EF20193E732C}" dt="2023-12-12T07:40:05.903" v="82" actId="20577"/>
          <ac:spMkLst>
            <pc:docMk/>
            <pc:sldMk cId="1726559390" sldId="262"/>
            <ac:spMk id="6" creationId="{00000000-0000-0000-0000-000000000000}"/>
          </ac:spMkLst>
        </pc:spChg>
        <pc:spChg chg="add del mod">
          <ac:chgData name="Subir Parida" userId="5adae42a5ff17c16" providerId="LiveId" clId="{840E3A22-11DA-4C6F-9B3F-EF20193E732C}" dt="2023-12-26T21:24:21.734" v="533"/>
          <ac:spMkLst>
            <pc:docMk/>
            <pc:sldMk cId="1726559390" sldId="262"/>
            <ac:spMk id="9" creationId="{09712D1D-618C-E0FF-AD4F-FABD367A650A}"/>
          </ac:spMkLst>
        </pc:spChg>
        <pc:spChg chg="add del mod">
          <ac:chgData name="Subir Parida" userId="5adae42a5ff17c16" providerId="LiveId" clId="{840E3A22-11DA-4C6F-9B3F-EF20193E732C}" dt="2023-12-26T21:24:21.734" v="533"/>
          <ac:spMkLst>
            <pc:docMk/>
            <pc:sldMk cId="1726559390" sldId="262"/>
            <ac:spMk id="10" creationId="{8F595F27-0948-6DB5-3D6C-D1E60F242C8D}"/>
          </ac:spMkLst>
        </pc:spChg>
        <pc:spChg chg="add mod">
          <ac:chgData name="Subir Parida" userId="5adae42a5ff17c16" providerId="LiveId" clId="{840E3A22-11DA-4C6F-9B3F-EF20193E732C}" dt="2023-12-26T21:24:27.718" v="536"/>
          <ac:spMkLst>
            <pc:docMk/>
            <pc:sldMk cId="1726559390" sldId="262"/>
            <ac:spMk id="11" creationId="{3F2C10B2-028A-4D1A-F82A-8D5978E68F6B}"/>
          </ac:spMkLst>
        </pc:spChg>
        <pc:spChg chg="add mod">
          <ac:chgData name="Subir Parida" userId="5adae42a5ff17c16" providerId="LiveId" clId="{840E3A22-11DA-4C6F-9B3F-EF20193E732C}" dt="2023-12-26T21:24:27.718" v="536"/>
          <ac:spMkLst>
            <pc:docMk/>
            <pc:sldMk cId="1726559390" sldId="262"/>
            <ac:spMk id="12" creationId="{BE797174-599A-B1C6-18FA-0A00D923735B}"/>
          </ac:spMkLst>
        </pc:spChg>
        <pc:graphicFrameChg chg="add del mod">
          <ac:chgData name="Subir Parida" userId="5adae42a5ff17c16" providerId="LiveId" clId="{840E3A22-11DA-4C6F-9B3F-EF20193E732C}" dt="2023-12-26T21:20:04.380" v="522" actId="478"/>
          <ac:graphicFrameMkLst>
            <pc:docMk/>
            <pc:sldMk cId="1726559390" sldId="262"/>
            <ac:graphicFrameMk id="4" creationId="{4CE56741-9689-9B24-BA72-650CFD4059A2}"/>
          </ac:graphicFrameMkLst>
        </pc:graphicFrameChg>
        <pc:graphicFrameChg chg="add mod">
          <ac:chgData name="Subir Parida" userId="5adae42a5ff17c16" providerId="LiveId" clId="{840E3A22-11DA-4C6F-9B3F-EF20193E732C}" dt="2023-12-26T21:24:54.781" v="540" actId="1076"/>
          <ac:graphicFrameMkLst>
            <pc:docMk/>
            <pc:sldMk cId="1726559390" sldId="262"/>
            <ac:graphicFrameMk id="5" creationId="{99C47A2A-F298-ED44-4D21-D7CAF423B677}"/>
          </ac:graphicFrameMkLst>
        </pc:graphicFrameChg>
        <pc:graphicFrameChg chg="add mod">
          <ac:chgData name="Subir Parida" userId="5adae42a5ff17c16" providerId="LiveId" clId="{840E3A22-11DA-4C6F-9B3F-EF20193E732C}" dt="2023-12-26T21:24:39.583" v="539" actId="1076"/>
          <ac:graphicFrameMkLst>
            <pc:docMk/>
            <pc:sldMk cId="1726559390" sldId="262"/>
            <ac:graphicFrameMk id="7" creationId="{8781BA4F-8532-AF84-9997-11CF47ED9035}"/>
          </ac:graphicFrameMkLst>
        </pc:graphicFrameChg>
        <pc:graphicFrameChg chg="del">
          <ac:chgData name="Subir Parida" userId="5adae42a5ff17c16" providerId="LiveId" clId="{840E3A22-11DA-4C6F-9B3F-EF20193E732C}" dt="2023-12-12T07:40:23.741" v="88" actId="478"/>
          <ac:graphicFrameMkLst>
            <pc:docMk/>
            <pc:sldMk cId="1726559390" sldId="262"/>
            <ac:graphicFrameMk id="7" creationId="{D81A0785-932C-76AD-9261-EF5FE0762A85}"/>
          </ac:graphicFrameMkLst>
        </pc:graphicFrameChg>
        <pc:graphicFrameChg chg="del mod">
          <ac:chgData name="Subir Parida" userId="5adae42a5ff17c16" providerId="LiveId" clId="{840E3A22-11DA-4C6F-9B3F-EF20193E732C}" dt="2023-12-26T21:11:40.335" v="503" actId="478"/>
          <ac:graphicFrameMkLst>
            <pc:docMk/>
            <pc:sldMk cId="1726559390" sldId="262"/>
            <ac:graphicFrameMk id="8" creationId="{D6EF0A76-D961-75C4-26C4-B1F14F0111A6}"/>
          </ac:graphicFrameMkLst>
        </pc:graphicFrameChg>
        <pc:graphicFrameChg chg="del">
          <ac:chgData name="Subir Parida" userId="5adae42a5ff17c16" providerId="LiveId" clId="{840E3A22-11DA-4C6F-9B3F-EF20193E732C}" dt="2023-12-12T07:40:24.626" v="89" actId="478"/>
          <ac:graphicFrameMkLst>
            <pc:docMk/>
            <pc:sldMk cId="1726559390" sldId="262"/>
            <ac:graphicFrameMk id="9" creationId="{69E59269-446D-875B-28A9-0F3332E6208E}"/>
          </ac:graphicFrameMkLst>
        </pc:graphicFrameChg>
      </pc:sldChg>
      <pc:sldChg chg="addSp delSp modSp add mod ord">
        <pc:chgData name="Subir Parida" userId="5adae42a5ff17c16" providerId="LiveId" clId="{840E3A22-11DA-4C6F-9B3F-EF20193E732C}" dt="2023-12-26T21:25:28.099" v="546" actId="1076"/>
        <pc:sldMkLst>
          <pc:docMk/>
          <pc:sldMk cId="3059798220" sldId="263"/>
        </pc:sldMkLst>
        <pc:spChg chg="add del mod">
          <ac:chgData name="Subir Parida" userId="5adae42a5ff17c16" providerId="LiveId" clId="{840E3A22-11DA-4C6F-9B3F-EF20193E732C}" dt="2023-12-26T21:25:05.913" v="541" actId="478"/>
          <ac:spMkLst>
            <pc:docMk/>
            <pc:sldMk cId="3059798220" sldId="263"/>
            <ac:spMk id="2" creationId="{C17582C6-2E0E-EE76-1122-CD1F21A055E2}"/>
          </ac:spMkLst>
        </pc:spChg>
        <pc:spChg chg="add del mod">
          <ac:chgData name="Subir Parida" userId="5adae42a5ff17c16" providerId="LiveId" clId="{840E3A22-11DA-4C6F-9B3F-EF20193E732C}" dt="2023-12-26T21:25:05.913" v="541" actId="478"/>
          <ac:spMkLst>
            <pc:docMk/>
            <pc:sldMk cId="3059798220" sldId="263"/>
            <ac:spMk id="3" creationId="{7B1771FB-1D62-1F0F-CC85-C6817AFE20D7}"/>
          </ac:spMkLst>
        </pc:spChg>
        <pc:spChg chg="mod">
          <ac:chgData name="Subir Parida" userId="5adae42a5ff17c16" providerId="LiveId" clId="{840E3A22-11DA-4C6F-9B3F-EF20193E732C}" dt="2023-12-12T07:40:12.426" v="85" actId="20577"/>
          <ac:spMkLst>
            <pc:docMk/>
            <pc:sldMk cId="3059798220" sldId="263"/>
            <ac:spMk id="6" creationId="{00000000-0000-0000-0000-000000000000}"/>
          </ac:spMkLst>
        </pc:spChg>
        <pc:spChg chg="add mod">
          <ac:chgData name="Subir Parida" userId="5adae42a5ff17c16" providerId="LiveId" clId="{840E3A22-11DA-4C6F-9B3F-EF20193E732C}" dt="2023-12-26T21:25:06.608" v="542"/>
          <ac:spMkLst>
            <pc:docMk/>
            <pc:sldMk cId="3059798220" sldId="263"/>
            <ac:spMk id="7" creationId="{DA0F25E0-BD63-F91F-80F4-2163A75B0588}"/>
          </ac:spMkLst>
        </pc:spChg>
        <pc:spChg chg="add mod">
          <ac:chgData name="Subir Parida" userId="5adae42a5ff17c16" providerId="LiveId" clId="{840E3A22-11DA-4C6F-9B3F-EF20193E732C}" dt="2023-12-26T21:25:06.608" v="542"/>
          <ac:spMkLst>
            <pc:docMk/>
            <pc:sldMk cId="3059798220" sldId="263"/>
            <ac:spMk id="8" creationId="{507293F9-18DC-4462-47EB-2E2BBD2E93FC}"/>
          </ac:spMkLst>
        </pc:spChg>
        <pc:graphicFrameChg chg="add mod">
          <ac:chgData name="Subir Parida" userId="5adae42a5ff17c16" providerId="LiveId" clId="{840E3A22-11DA-4C6F-9B3F-EF20193E732C}" dt="2023-12-26T21:25:28.099" v="546" actId="1076"/>
          <ac:graphicFrameMkLst>
            <pc:docMk/>
            <pc:sldMk cId="3059798220" sldId="263"/>
            <ac:graphicFrameMk id="4" creationId="{A52229EA-0F56-7771-F61D-AA4477DB09EC}"/>
          </ac:graphicFrameMkLst>
        </pc:graphicFrameChg>
        <pc:graphicFrameChg chg="add mod">
          <ac:chgData name="Subir Parida" userId="5adae42a5ff17c16" providerId="LiveId" clId="{840E3A22-11DA-4C6F-9B3F-EF20193E732C}" dt="2023-12-26T21:25:16.528" v="545" actId="1076"/>
          <ac:graphicFrameMkLst>
            <pc:docMk/>
            <pc:sldMk cId="3059798220" sldId="263"/>
            <ac:graphicFrameMk id="5" creationId="{E5D1D8DA-E7A3-EC41-0250-C7BD300B2554}"/>
          </ac:graphicFrameMkLst>
        </pc:graphicFrameChg>
        <pc:graphicFrameChg chg="del">
          <ac:chgData name="Subir Parida" userId="5adae42a5ff17c16" providerId="LiveId" clId="{840E3A22-11DA-4C6F-9B3F-EF20193E732C}" dt="2023-12-12T07:40:27.519" v="90" actId="478"/>
          <ac:graphicFrameMkLst>
            <pc:docMk/>
            <pc:sldMk cId="3059798220" sldId="263"/>
            <ac:graphicFrameMk id="7" creationId="{D81A0785-932C-76AD-9261-EF5FE0762A85}"/>
          </ac:graphicFrameMkLst>
        </pc:graphicFrameChg>
        <pc:graphicFrameChg chg="del">
          <ac:chgData name="Subir Parida" userId="5adae42a5ff17c16" providerId="LiveId" clId="{840E3A22-11DA-4C6F-9B3F-EF20193E732C}" dt="2023-12-12T07:40:28.518" v="91" actId="478"/>
          <ac:graphicFrameMkLst>
            <pc:docMk/>
            <pc:sldMk cId="3059798220" sldId="263"/>
            <ac:graphicFrameMk id="8" creationId="{D6EF0A76-D961-75C4-26C4-B1F14F0111A6}"/>
          </ac:graphicFrameMkLst>
        </pc:graphicFrameChg>
        <pc:graphicFrameChg chg="del mod">
          <ac:chgData name="Subir Parida" userId="5adae42a5ff17c16" providerId="LiveId" clId="{840E3A22-11DA-4C6F-9B3F-EF20193E732C}" dt="2023-12-26T21:11:55.268" v="507" actId="478"/>
          <ac:graphicFrameMkLst>
            <pc:docMk/>
            <pc:sldMk cId="3059798220" sldId="263"/>
            <ac:graphicFrameMk id="9" creationId="{69E59269-446D-875B-28A9-0F3332E6208E}"/>
          </ac:graphicFrameMkLst>
        </pc:graphicFrameChg>
      </pc:sldChg>
      <pc:sldChg chg="addSp delSp modSp new mod">
        <pc:chgData name="Subir Parida" userId="5adae42a5ff17c16" providerId="LiveId" clId="{840E3A22-11DA-4C6F-9B3F-EF20193E732C}" dt="2023-12-26T21:40:28.020" v="1236" actId="478"/>
        <pc:sldMkLst>
          <pc:docMk/>
          <pc:sldMk cId="3982072557" sldId="264"/>
        </pc:sldMkLst>
        <pc:spChg chg="del mod">
          <ac:chgData name="Subir Parida" userId="5adae42a5ff17c16" providerId="LiveId" clId="{840E3A22-11DA-4C6F-9B3F-EF20193E732C}" dt="2023-12-26T21:40:23.447" v="1235" actId="478"/>
          <ac:spMkLst>
            <pc:docMk/>
            <pc:sldMk cId="3982072557" sldId="264"/>
            <ac:spMk id="2" creationId="{143D4D63-BCEE-F490-655C-F2F66633FE01}"/>
          </ac:spMkLst>
        </pc:spChg>
        <pc:spChg chg="add mod">
          <ac:chgData name="Subir Parida" userId="5adae42a5ff17c16" providerId="LiveId" clId="{840E3A22-11DA-4C6F-9B3F-EF20193E732C}" dt="2023-12-26T21:40:19.527" v="1234" actId="20577"/>
          <ac:spMkLst>
            <pc:docMk/>
            <pc:sldMk cId="3982072557" sldId="264"/>
            <ac:spMk id="3" creationId="{92738BA0-154D-1263-9074-0EBD975AC9DA}"/>
          </ac:spMkLst>
        </pc:spChg>
        <pc:spChg chg="add del mod">
          <ac:chgData name="Subir Parida" userId="5adae42a5ff17c16" providerId="LiveId" clId="{840E3A22-11DA-4C6F-9B3F-EF20193E732C}" dt="2023-12-26T21:40:28.020" v="1236" actId="478"/>
          <ac:spMkLst>
            <pc:docMk/>
            <pc:sldMk cId="3982072557" sldId="264"/>
            <ac:spMk id="5" creationId="{60EBD877-ABCE-73B0-383A-20813314D1F6}"/>
          </ac:spMkLst>
        </pc:spChg>
      </pc:sldChg>
      <pc:sldChg chg="delSp modSp new mod ord">
        <pc:chgData name="Subir Parida" userId="5adae42a5ff17c16" providerId="LiveId" clId="{840E3A22-11DA-4C6F-9B3F-EF20193E732C}" dt="2023-12-25T23:42:25.013" v="352" actId="478"/>
        <pc:sldMkLst>
          <pc:docMk/>
          <pc:sldMk cId="2487788552" sldId="265"/>
        </pc:sldMkLst>
        <pc:spChg chg="mod">
          <ac:chgData name="Subir Parida" userId="5adae42a5ff17c16" providerId="LiveId" clId="{840E3A22-11DA-4C6F-9B3F-EF20193E732C}" dt="2023-12-12T08:32:21.498" v="281" actId="20577"/>
          <ac:spMkLst>
            <pc:docMk/>
            <pc:sldMk cId="2487788552" sldId="265"/>
            <ac:spMk id="2" creationId="{62AAB9B3-EEB2-1593-7229-641E7A961866}"/>
          </ac:spMkLst>
        </pc:spChg>
        <pc:spChg chg="del mod">
          <ac:chgData name="Subir Parida" userId="5adae42a5ff17c16" providerId="LiveId" clId="{840E3A22-11DA-4C6F-9B3F-EF20193E732C}" dt="2023-12-25T23:42:25.013" v="352" actId="478"/>
          <ac:spMkLst>
            <pc:docMk/>
            <pc:sldMk cId="2487788552" sldId="265"/>
            <ac:spMk id="3" creationId="{DA529324-D415-9768-7066-C9CA83499825}"/>
          </ac:spMkLst>
        </pc:spChg>
      </pc:sldChg>
      <pc:sldChg chg="addSp delSp modSp new mod">
        <pc:chgData name="Subir Parida" userId="5adae42a5ff17c16" providerId="LiveId" clId="{840E3A22-11DA-4C6F-9B3F-EF20193E732C}" dt="2023-12-13T19:58:17.587" v="334" actId="1076"/>
        <pc:sldMkLst>
          <pc:docMk/>
          <pc:sldMk cId="3372810305" sldId="266"/>
        </pc:sldMkLst>
        <pc:picChg chg="add del mod ord">
          <ac:chgData name="Subir Parida" userId="5adae42a5ff17c16" providerId="LiveId" clId="{840E3A22-11DA-4C6F-9B3F-EF20193E732C}" dt="2023-12-13T19:46:46.267" v="316" actId="478"/>
          <ac:picMkLst>
            <pc:docMk/>
            <pc:sldMk cId="3372810305" sldId="266"/>
            <ac:picMk id="3" creationId="{25EF2102-F455-ACD2-4F4D-4E76D503CE7F}"/>
          </ac:picMkLst>
        </pc:picChg>
        <pc:picChg chg="add del mod ord">
          <ac:chgData name="Subir Parida" userId="5adae42a5ff17c16" providerId="LiveId" clId="{840E3A22-11DA-4C6F-9B3F-EF20193E732C}" dt="2023-12-13T19:46:46.267" v="316" actId="478"/>
          <ac:picMkLst>
            <pc:docMk/>
            <pc:sldMk cId="3372810305" sldId="266"/>
            <ac:picMk id="5" creationId="{0787C007-5473-5F97-4699-9FF147C29FC8}"/>
          </ac:picMkLst>
        </pc:picChg>
        <pc:picChg chg="add del mod ord">
          <ac:chgData name="Subir Parida" userId="5adae42a5ff17c16" providerId="LiveId" clId="{840E3A22-11DA-4C6F-9B3F-EF20193E732C}" dt="2023-12-13T19:46:46.267" v="316" actId="478"/>
          <ac:picMkLst>
            <pc:docMk/>
            <pc:sldMk cId="3372810305" sldId="266"/>
            <ac:picMk id="7" creationId="{46684A6F-BCFD-F9DD-C335-7ADCAF20171E}"/>
          </ac:picMkLst>
        </pc:picChg>
        <pc:picChg chg="add del mod ord">
          <ac:chgData name="Subir Parida" userId="5adae42a5ff17c16" providerId="LiveId" clId="{840E3A22-11DA-4C6F-9B3F-EF20193E732C}" dt="2023-12-13T19:46:46.267" v="316" actId="478"/>
          <ac:picMkLst>
            <pc:docMk/>
            <pc:sldMk cId="3372810305" sldId="266"/>
            <ac:picMk id="9" creationId="{C01A065C-3075-CCD0-D79D-26A44414D160}"/>
          </ac:picMkLst>
        </pc:picChg>
        <pc:picChg chg="add del mod ord">
          <ac:chgData name="Subir Parida" userId="5adae42a5ff17c16" providerId="LiveId" clId="{840E3A22-11DA-4C6F-9B3F-EF20193E732C}" dt="2023-12-13T19:46:46.267" v="316" actId="478"/>
          <ac:picMkLst>
            <pc:docMk/>
            <pc:sldMk cId="3372810305" sldId="266"/>
            <ac:picMk id="11" creationId="{BF958442-1C54-0CD2-10AA-6709848D3998}"/>
          </ac:picMkLst>
        </pc:picChg>
        <pc:picChg chg="add del mod ord">
          <ac:chgData name="Subir Parida" userId="5adae42a5ff17c16" providerId="LiveId" clId="{840E3A22-11DA-4C6F-9B3F-EF20193E732C}" dt="2023-12-13T19:46:46.267" v="316" actId="478"/>
          <ac:picMkLst>
            <pc:docMk/>
            <pc:sldMk cId="3372810305" sldId="266"/>
            <ac:picMk id="13" creationId="{85825335-6CA3-62D6-4D14-CC213BBFD6FF}"/>
          </ac:picMkLst>
        </pc:picChg>
        <pc:picChg chg="add del mod ord">
          <ac:chgData name="Subir Parida" userId="5adae42a5ff17c16" providerId="LiveId" clId="{840E3A22-11DA-4C6F-9B3F-EF20193E732C}" dt="2023-12-13T19:46:46.267" v="316" actId="478"/>
          <ac:picMkLst>
            <pc:docMk/>
            <pc:sldMk cId="3372810305" sldId="266"/>
            <ac:picMk id="15" creationId="{8A5503DF-CEB3-4E24-7B46-893DBFF93106}"/>
          </ac:picMkLst>
        </pc:picChg>
        <pc:picChg chg="add del mod ord">
          <ac:chgData name="Subir Parida" userId="5adae42a5ff17c16" providerId="LiveId" clId="{840E3A22-11DA-4C6F-9B3F-EF20193E732C}" dt="2023-12-13T19:46:46.267" v="316" actId="478"/>
          <ac:picMkLst>
            <pc:docMk/>
            <pc:sldMk cId="3372810305" sldId="266"/>
            <ac:picMk id="17" creationId="{90DAEDD3-3067-482B-5092-E509EEBBB201}"/>
          </ac:picMkLst>
        </pc:picChg>
        <pc:picChg chg="add del mod">
          <ac:chgData name="Subir Parida" userId="5adae42a5ff17c16" providerId="LiveId" clId="{840E3A22-11DA-4C6F-9B3F-EF20193E732C}" dt="2023-12-13T19:57:29.575" v="328" actId="478"/>
          <ac:picMkLst>
            <pc:docMk/>
            <pc:sldMk cId="3372810305" sldId="266"/>
            <ac:picMk id="19" creationId="{409B9D2E-C7BF-B13C-5E07-4A8ADD4EFEF4}"/>
          </ac:picMkLst>
        </pc:picChg>
        <pc:picChg chg="add del mod">
          <ac:chgData name="Subir Parida" userId="5adae42a5ff17c16" providerId="LiveId" clId="{840E3A22-11DA-4C6F-9B3F-EF20193E732C}" dt="2023-12-13T19:57:08.739" v="323" actId="478"/>
          <ac:picMkLst>
            <pc:docMk/>
            <pc:sldMk cId="3372810305" sldId="266"/>
            <ac:picMk id="21" creationId="{2546FF08-55F1-ADBA-162D-516AFBFC0135}"/>
          </ac:picMkLst>
        </pc:picChg>
        <pc:picChg chg="add mod">
          <ac:chgData name="Subir Parida" userId="5adae42a5ff17c16" providerId="LiveId" clId="{840E3A22-11DA-4C6F-9B3F-EF20193E732C}" dt="2023-12-13T19:58:17.587" v="334" actId="1076"/>
          <ac:picMkLst>
            <pc:docMk/>
            <pc:sldMk cId="3372810305" sldId="266"/>
            <ac:picMk id="23" creationId="{376CD0B0-4E17-E907-E28D-7A7A1C02848D}"/>
          </ac:picMkLst>
        </pc:picChg>
        <pc:picChg chg="add mod">
          <ac:chgData name="Subir Parida" userId="5adae42a5ff17c16" providerId="LiveId" clId="{840E3A22-11DA-4C6F-9B3F-EF20193E732C}" dt="2023-12-13T19:58:17.587" v="334" actId="1076"/>
          <ac:picMkLst>
            <pc:docMk/>
            <pc:sldMk cId="3372810305" sldId="266"/>
            <ac:picMk id="25" creationId="{CB273903-46F7-BD31-B8DF-109822072846}"/>
          </ac:picMkLst>
        </pc:picChg>
        <pc:picChg chg="add del mod">
          <ac:chgData name="Subir Parida" userId="5adae42a5ff17c16" providerId="LiveId" clId="{840E3A22-11DA-4C6F-9B3F-EF20193E732C}" dt="2023-12-13T19:57:06.541" v="322" actId="478"/>
          <ac:picMkLst>
            <pc:docMk/>
            <pc:sldMk cId="3372810305" sldId="266"/>
            <ac:picMk id="27" creationId="{AAA37BD6-B888-CA1A-7FED-ED6536F64EC7}"/>
          </ac:picMkLst>
        </pc:picChg>
        <pc:picChg chg="add mod">
          <ac:chgData name="Subir Parida" userId="5adae42a5ff17c16" providerId="LiveId" clId="{840E3A22-11DA-4C6F-9B3F-EF20193E732C}" dt="2023-12-13T19:58:17.587" v="334" actId="1076"/>
          <ac:picMkLst>
            <pc:docMk/>
            <pc:sldMk cId="3372810305" sldId="266"/>
            <ac:picMk id="29" creationId="{D4B8F34F-2518-E00F-58BE-1E21C86D2D8B}"/>
          </ac:picMkLst>
        </pc:picChg>
        <pc:picChg chg="add mod">
          <ac:chgData name="Subir Parida" userId="5adae42a5ff17c16" providerId="LiveId" clId="{840E3A22-11DA-4C6F-9B3F-EF20193E732C}" dt="2023-12-13T19:58:17.587" v="334" actId="1076"/>
          <ac:picMkLst>
            <pc:docMk/>
            <pc:sldMk cId="3372810305" sldId="266"/>
            <ac:picMk id="31" creationId="{DDFB722E-A391-180C-1FB1-463230712950}"/>
          </ac:picMkLst>
        </pc:picChg>
        <pc:picChg chg="add del mod">
          <ac:chgData name="Subir Parida" userId="5adae42a5ff17c16" providerId="LiveId" clId="{840E3A22-11DA-4C6F-9B3F-EF20193E732C}" dt="2023-12-13T19:57:06.541" v="322" actId="478"/>
          <ac:picMkLst>
            <pc:docMk/>
            <pc:sldMk cId="3372810305" sldId="266"/>
            <ac:picMk id="33" creationId="{FFB516F8-D5E1-F441-13CD-06550DF0428C}"/>
          </ac:picMkLst>
        </pc:picChg>
      </pc:sldChg>
      <pc:sldChg chg="addSp delSp modSp add mod">
        <pc:chgData name="Subir Parida" userId="5adae42a5ff17c16" providerId="LiveId" clId="{840E3A22-11DA-4C6F-9B3F-EF20193E732C}" dt="2023-12-13T19:59:31.456" v="351" actId="1038"/>
        <pc:sldMkLst>
          <pc:docMk/>
          <pc:sldMk cId="3943825340" sldId="267"/>
        </pc:sldMkLst>
        <pc:picChg chg="add del mod">
          <ac:chgData name="Subir Parida" userId="5adae42a5ff17c16" providerId="LiveId" clId="{840E3A22-11DA-4C6F-9B3F-EF20193E732C}" dt="2023-12-13T19:59:12.765" v="347" actId="1076"/>
          <ac:picMkLst>
            <pc:docMk/>
            <pc:sldMk cId="3943825340" sldId="267"/>
            <ac:picMk id="19" creationId="{409B9D2E-C7BF-B13C-5E07-4A8ADD4EFEF4}"/>
          </ac:picMkLst>
        </pc:picChg>
        <pc:picChg chg="mod">
          <ac:chgData name="Subir Parida" userId="5adae42a5ff17c16" providerId="LiveId" clId="{840E3A22-11DA-4C6F-9B3F-EF20193E732C}" dt="2023-12-13T19:59:18.730" v="348" actId="1076"/>
          <ac:picMkLst>
            <pc:docMk/>
            <pc:sldMk cId="3943825340" sldId="267"/>
            <ac:picMk id="21" creationId="{2546FF08-55F1-ADBA-162D-516AFBFC0135}"/>
          </ac:picMkLst>
        </pc:picChg>
        <pc:picChg chg="add del">
          <ac:chgData name="Subir Parida" userId="5adae42a5ff17c16" providerId="LiveId" clId="{840E3A22-11DA-4C6F-9B3F-EF20193E732C}" dt="2023-12-13T19:58:57.354" v="342" actId="478"/>
          <ac:picMkLst>
            <pc:docMk/>
            <pc:sldMk cId="3943825340" sldId="267"/>
            <ac:picMk id="23" creationId="{376CD0B0-4E17-E907-E28D-7A7A1C02848D}"/>
          </ac:picMkLst>
        </pc:picChg>
        <pc:picChg chg="add del">
          <ac:chgData name="Subir Parida" userId="5adae42a5ff17c16" providerId="LiveId" clId="{840E3A22-11DA-4C6F-9B3F-EF20193E732C}" dt="2023-12-13T19:58:55.576" v="341" actId="478"/>
          <ac:picMkLst>
            <pc:docMk/>
            <pc:sldMk cId="3943825340" sldId="267"/>
            <ac:picMk id="25" creationId="{CB273903-46F7-BD31-B8DF-109822072846}"/>
          </ac:picMkLst>
        </pc:picChg>
        <pc:picChg chg="mod">
          <ac:chgData name="Subir Parida" userId="5adae42a5ff17c16" providerId="LiveId" clId="{840E3A22-11DA-4C6F-9B3F-EF20193E732C}" dt="2023-12-13T19:59:22.677" v="349" actId="1076"/>
          <ac:picMkLst>
            <pc:docMk/>
            <pc:sldMk cId="3943825340" sldId="267"/>
            <ac:picMk id="27" creationId="{AAA37BD6-B888-CA1A-7FED-ED6536F64EC7}"/>
          </ac:picMkLst>
        </pc:picChg>
        <pc:picChg chg="add del">
          <ac:chgData name="Subir Parida" userId="5adae42a5ff17c16" providerId="LiveId" clId="{840E3A22-11DA-4C6F-9B3F-EF20193E732C}" dt="2023-12-13T19:58:54.029" v="340" actId="478"/>
          <ac:picMkLst>
            <pc:docMk/>
            <pc:sldMk cId="3943825340" sldId="267"/>
            <ac:picMk id="29" creationId="{D4B8F34F-2518-E00F-58BE-1E21C86D2D8B}"/>
          </ac:picMkLst>
        </pc:picChg>
        <pc:picChg chg="add del">
          <ac:chgData name="Subir Parida" userId="5adae42a5ff17c16" providerId="LiveId" clId="{840E3A22-11DA-4C6F-9B3F-EF20193E732C}" dt="2023-12-13T19:58:52.435" v="339" actId="478"/>
          <ac:picMkLst>
            <pc:docMk/>
            <pc:sldMk cId="3943825340" sldId="267"/>
            <ac:picMk id="31" creationId="{DDFB722E-A391-180C-1FB1-463230712950}"/>
          </ac:picMkLst>
        </pc:picChg>
        <pc:picChg chg="mod">
          <ac:chgData name="Subir Parida" userId="5adae42a5ff17c16" providerId="LiveId" clId="{840E3A22-11DA-4C6F-9B3F-EF20193E732C}" dt="2023-12-13T19:59:31.456" v="351" actId="1038"/>
          <ac:picMkLst>
            <pc:docMk/>
            <pc:sldMk cId="3943825340" sldId="267"/>
            <ac:picMk id="33" creationId="{FFB516F8-D5E1-F441-13CD-06550DF0428C}"/>
          </ac:picMkLst>
        </pc:picChg>
      </pc:sldChg>
      <pc:sldChg chg="delSp add mod">
        <pc:chgData name="Subir Parida" userId="5adae42a5ff17c16" providerId="LiveId" clId="{840E3A22-11DA-4C6F-9B3F-EF20193E732C}" dt="2023-12-26T11:46:19.439" v="357" actId="478"/>
        <pc:sldMkLst>
          <pc:docMk/>
          <pc:sldMk cId="192496337" sldId="268"/>
        </pc:sldMkLst>
        <pc:graphicFrameChg chg="del">
          <ac:chgData name="Subir Parida" userId="5adae42a5ff17c16" providerId="LiveId" clId="{840E3A22-11DA-4C6F-9B3F-EF20193E732C}" dt="2023-12-26T11:46:11.780" v="354" actId="478"/>
          <ac:graphicFrameMkLst>
            <pc:docMk/>
            <pc:sldMk cId="192496337" sldId="268"/>
            <ac:graphicFrameMk id="2" creationId="{00000000-0000-0000-0000-000000000000}"/>
          </ac:graphicFrameMkLst>
        </pc:graphicFrameChg>
        <pc:graphicFrameChg chg="del">
          <ac:chgData name="Subir Parida" userId="5adae42a5ff17c16" providerId="LiveId" clId="{840E3A22-11DA-4C6F-9B3F-EF20193E732C}" dt="2023-12-26T11:46:17.396" v="356" actId="478"/>
          <ac:graphicFrameMkLst>
            <pc:docMk/>
            <pc:sldMk cId="192496337" sldId="268"/>
            <ac:graphicFrameMk id="3" creationId="{00000000-0000-0000-0000-000000000000}"/>
          </ac:graphicFrameMkLst>
        </pc:graphicFrameChg>
        <pc:graphicFrameChg chg="del">
          <ac:chgData name="Subir Parida" userId="5adae42a5ff17c16" providerId="LiveId" clId="{840E3A22-11DA-4C6F-9B3F-EF20193E732C}" dt="2023-12-26T11:46:19.439" v="357" actId="478"/>
          <ac:graphicFrameMkLst>
            <pc:docMk/>
            <pc:sldMk cId="192496337" sldId="268"/>
            <ac:graphicFrameMk id="4" creationId="{00000000-0000-0000-0000-000000000000}"/>
          </ac:graphicFrameMkLst>
        </pc:graphicFrameChg>
        <pc:graphicFrameChg chg="del">
          <ac:chgData name="Subir Parida" userId="5adae42a5ff17c16" providerId="LiveId" clId="{840E3A22-11DA-4C6F-9B3F-EF20193E732C}" dt="2023-12-26T11:46:14.928" v="355" actId="478"/>
          <ac:graphicFrameMkLst>
            <pc:docMk/>
            <pc:sldMk cId="192496337" sldId="268"/>
            <ac:graphicFrameMk id="5" creationId="{00000000-0000-0000-0000-000000000000}"/>
          </ac:graphicFrameMkLst>
        </pc:graphicFrameChg>
      </pc:sldChg>
      <pc:sldChg chg="addSp delSp modSp add mod">
        <pc:chgData name="Subir Parida" userId="5adae42a5ff17c16" providerId="LiveId" clId="{840E3A22-11DA-4C6F-9B3F-EF20193E732C}" dt="2023-12-26T21:28:56.232" v="567" actId="1076"/>
        <pc:sldMkLst>
          <pc:docMk/>
          <pc:sldMk cId="215968993" sldId="269"/>
        </pc:sldMkLst>
        <pc:spChg chg="add del mod">
          <ac:chgData name="Subir Parida" userId="5adae42a5ff17c16" providerId="LiveId" clId="{840E3A22-11DA-4C6F-9B3F-EF20193E732C}" dt="2023-12-26T21:28:31.331" v="556"/>
          <ac:spMkLst>
            <pc:docMk/>
            <pc:sldMk cId="215968993" sldId="269"/>
            <ac:spMk id="4" creationId="{5BDC3F13-CAF9-37E3-A026-2DFEAD5D4030}"/>
          </ac:spMkLst>
        </pc:spChg>
        <pc:spChg chg="add del mod">
          <ac:chgData name="Subir Parida" userId="5adae42a5ff17c16" providerId="LiveId" clId="{840E3A22-11DA-4C6F-9B3F-EF20193E732C}" dt="2023-12-26T21:28:31.331" v="556"/>
          <ac:spMkLst>
            <pc:docMk/>
            <pc:sldMk cId="215968993" sldId="269"/>
            <ac:spMk id="5" creationId="{E49602E5-3C71-1EA0-A7F2-4E07680E7C95}"/>
          </ac:spMkLst>
        </pc:spChg>
        <pc:spChg chg="add mod">
          <ac:chgData name="Subir Parida" userId="5adae42a5ff17c16" providerId="LiveId" clId="{840E3A22-11DA-4C6F-9B3F-EF20193E732C}" dt="2023-12-26T21:28:38.118" v="558"/>
          <ac:spMkLst>
            <pc:docMk/>
            <pc:sldMk cId="215968993" sldId="269"/>
            <ac:spMk id="7" creationId="{99AEC536-685B-CB4B-881D-793135E5DD7C}"/>
          </ac:spMkLst>
        </pc:spChg>
        <pc:spChg chg="add mod">
          <ac:chgData name="Subir Parida" userId="5adae42a5ff17c16" providerId="LiveId" clId="{840E3A22-11DA-4C6F-9B3F-EF20193E732C}" dt="2023-12-26T21:28:44.621" v="566" actId="20577"/>
          <ac:spMkLst>
            <pc:docMk/>
            <pc:sldMk cId="215968993" sldId="269"/>
            <ac:spMk id="8" creationId="{9392F3DA-F88A-6284-9F77-EF5A3D7585AF}"/>
          </ac:spMkLst>
        </pc:spChg>
        <pc:spChg chg="del">
          <ac:chgData name="Subir Parida" userId="5adae42a5ff17c16" providerId="LiveId" clId="{840E3A22-11DA-4C6F-9B3F-EF20193E732C}" dt="2023-12-26T21:28:37.496" v="557" actId="478"/>
          <ac:spMkLst>
            <pc:docMk/>
            <pc:sldMk cId="215968993" sldId="269"/>
            <ac:spMk id="10" creationId="{67C95C17-8519-C442-B6D2-2AB931828790}"/>
          </ac:spMkLst>
        </pc:spChg>
        <pc:spChg chg="del mod">
          <ac:chgData name="Subir Parida" userId="5adae42a5ff17c16" providerId="LiveId" clId="{840E3A22-11DA-4C6F-9B3F-EF20193E732C}" dt="2023-12-26T21:28:37.496" v="557" actId="478"/>
          <ac:spMkLst>
            <pc:docMk/>
            <pc:sldMk cId="215968993" sldId="269"/>
            <ac:spMk id="11" creationId="{2AB1F630-3908-A1D9-D31A-14E612F3B706}"/>
          </ac:spMkLst>
        </pc:spChg>
        <pc:graphicFrameChg chg="add del mod">
          <ac:chgData name="Subir Parida" userId="5adae42a5ff17c16" providerId="LiveId" clId="{840E3A22-11DA-4C6F-9B3F-EF20193E732C}" dt="2023-12-26T21:27:48.360" v="553" actId="478"/>
          <ac:graphicFrameMkLst>
            <pc:docMk/>
            <pc:sldMk cId="215968993" sldId="269"/>
            <ac:graphicFrameMk id="2" creationId="{AFCF22D5-60FF-4E1B-37F0-CB068F82D16F}"/>
          </ac:graphicFrameMkLst>
        </pc:graphicFrameChg>
        <pc:graphicFrameChg chg="add mod">
          <ac:chgData name="Subir Parida" userId="5adae42a5ff17c16" providerId="LiveId" clId="{840E3A22-11DA-4C6F-9B3F-EF20193E732C}" dt="2023-12-26T21:28:56.232" v="567" actId="1076"/>
          <ac:graphicFrameMkLst>
            <pc:docMk/>
            <pc:sldMk cId="215968993" sldId="269"/>
            <ac:graphicFrameMk id="3" creationId="{AFCF22D5-60FF-4E1B-37F0-CB068F82D16F}"/>
          </ac:graphicFrameMkLst>
        </pc:graphicFrameChg>
        <pc:graphicFrameChg chg="del">
          <ac:chgData name="Subir Parida" userId="5adae42a5ff17c16" providerId="LiveId" clId="{840E3A22-11DA-4C6F-9B3F-EF20193E732C}" dt="2023-12-26T11:46:30.939" v="359" actId="478"/>
          <ac:graphicFrameMkLst>
            <pc:docMk/>
            <pc:sldMk cId="215968993" sldId="269"/>
            <ac:graphicFrameMk id="7" creationId="{D81A0785-932C-76AD-9261-EF5FE0762A85}"/>
          </ac:graphicFrameMkLst>
        </pc:graphicFrameChg>
        <pc:graphicFrameChg chg="del">
          <ac:chgData name="Subir Parida" userId="5adae42a5ff17c16" providerId="LiveId" clId="{840E3A22-11DA-4C6F-9B3F-EF20193E732C}" dt="2023-12-26T11:46:27.337" v="358" actId="478"/>
          <ac:graphicFrameMkLst>
            <pc:docMk/>
            <pc:sldMk cId="215968993" sldId="269"/>
            <ac:graphicFrameMk id="12" creationId="{F5FAB062-51D0-9EBB-F9CE-79346ADD3282}"/>
          </ac:graphicFrameMkLst>
        </pc:graphicFrameChg>
      </pc:sldChg>
      <pc:sldChg chg="addSp delSp modSp add mod">
        <pc:chgData name="Subir Parida" userId="5adae42a5ff17c16" providerId="LiveId" clId="{840E3A22-11DA-4C6F-9B3F-EF20193E732C}" dt="2023-12-26T21:29:12.949" v="570" actId="1076"/>
        <pc:sldMkLst>
          <pc:docMk/>
          <pc:sldMk cId="3795673518" sldId="270"/>
        </pc:sldMkLst>
        <pc:spChg chg="del">
          <ac:chgData name="Subir Parida" userId="5adae42a5ff17c16" providerId="LiveId" clId="{840E3A22-11DA-4C6F-9B3F-EF20193E732C}" dt="2023-12-26T21:29:02.818" v="568" actId="478"/>
          <ac:spMkLst>
            <pc:docMk/>
            <pc:sldMk cId="3795673518" sldId="270"/>
            <ac:spMk id="2" creationId="{7204911C-66F5-D965-746E-CD20C5ECFBEB}"/>
          </ac:spMkLst>
        </pc:spChg>
        <pc:spChg chg="del mod">
          <ac:chgData name="Subir Parida" userId="5adae42a5ff17c16" providerId="LiveId" clId="{840E3A22-11DA-4C6F-9B3F-EF20193E732C}" dt="2023-12-26T21:29:02.818" v="568" actId="478"/>
          <ac:spMkLst>
            <pc:docMk/>
            <pc:sldMk cId="3795673518" sldId="270"/>
            <ac:spMk id="3" creationId="{2E64F693-B950-8284-BB56-514A7A97997D}"/>
          </ac:spMkLst>
        </pc:spChg>
        <pc:spChg chg="add mod">
          <ac:chgData name="Subir Parida" userId="5adae42a5ff17c16" providerId="LiveId" clId="{840E3A22-11DA-4C6F-9B3F-EF20193E732C}" dt="2023-12-26T21:29:03.431" v="569"/>
          <ac:spMkLst>
            <pc:docMk/>
            <pc:sldMk cId="3795673518" sldId="270"/>
            <ac:spMk id="4" creationId="{3FC781FC-9E23-6FAB-684E-75B679DCA137}"/>
          </ac:spMkLst>
        </pc:spChg>
        <pc:spChg chg="add mod">
          <ac:chgData name="Subir Parida" userId="5adae42a5ff17c16" providerId="LiveId" clId="{840E3A22-11DA-4C6F-9B3F-EF20193E732C}" dt="2023-12-26T21:29:03.431" v="569"/>
          <ac:spMkLst>
            <pc:docMk/>
            <pc:sldMk cId="3795673518" sldId="270"/>
            <ac:spMk id="7" creationId="{47309465-41DD-7AC9-C1CC-F8E484E5A01A}"/>
          </ac:spMkLst>
        </pc:spChg>
        <pc:graphicFrameChg chg="del">
          <ac:chgData name="Subir Parida" userId="5adae42a5ff17c16" providerId="LiveId" clId="{840E3A22-11DA-4C6F-9B3F-EF20193E732C}" dt="2023-12-26T11:47:32.838" v="408" actId="478"/>
          <ac:graphicFrameMkLst>
            <pc:docMk/>
            <pc:sldMk cId="3795673518" sldId="270"/>
            <ac:graphicFrameMk id="4" creationId="{4CE56741-9689-9B24-BA72-650CFD4059A2}"/>
          </ac:graphicFrameMkLst>
        </pc:graphicFrameChg>
        <pc:graphicFrameChg chg="add mod">
          <ac:chgData name="Subir Parida" userId="5adae42a5ff17c16" providerId="LiveId" clId="{840E3A22-11DA-4C6F-9B3F-EF20193E732C}" dt="2023-12-26T21:29:12.949" v="570" actId="1076"/>
          <ac:graphicFrameMkLst>
            <pc:docMk/>
            <pc:sldMk cId="3795673518" sldId="270"/>
            <ac:graphicFrameMk id="5" creationId="{88B88DA9-602E-2E6D-B5D4-0BB2FD7CDA7D}"/>
          </ac:graphicFrameMkLst>
        </pc:graphicFrameChg>
        <pc:graphicFrameChg chg="del">
          <ac:chgData name="Subir Parida" userId="5adae42a5ff17c16" providerId="LiveId" clId="{840E3A22-11DA-4C6F-9B3F-EF20193E732C}" dt="2023-12-26T11:47:35.083" v="409" actId="478"/>
          <ac:graphicFrameMkLst>
            <pc:docMk/>
            <pc:sldMk cId="3795673518" sldId="270"/>
            <ac:graphicFrameMk id="8" creationId="{D6EF0A76-D961-75C4-26C4-B1F14F0111A6}"/>
          </ac:graphicFrameMkLst>
        </pc:graphicFrameChg>
      </pc:sldChg>
      <pc:sldChg chg="addSp delSp modSp add mod">
        <pc:chgData name="Subir Parida" userId="5adae42a5ff17c16" providerId="LiveId" clId="{840E3A22-11DA-4C6F-9B3F-EF20193E732C}" dt="2023-12-26T21:29:38.212" v="573" actId="1076"/>
        <pc:sldMkLst>
          <pc:docMk/>
          <pc:sldMk cId="3074762448" sldId="271"/>
        </pc:sldMkLst>
        <pc:spChg chg="del">
          <ac:chgData name="Subir Parida" userId="5adae42a5ff17c16" providerId="LiveId" clId="{840E3A22-11DA-4C6F-9B3F-EF20193E732C}" dt="2023-12-26T21:29:27.677" v="571" actId="478"/>
          <ac:spMkLst>
            <pc:docMk/>
            <pc:sldMk cId="3074762448" sldId="271"/>
            <ac:spMk id="2" creationId="{C17582C6-2E0E-EE76-1122-CD1F21A055E2}"/>
          </ac:spMkLst>
        </pc:spChg>
        <pc:spChg chg="del mod">
          <ac:chgData name="Subir Parida" userId="5adae42a5ff17c16" providerId="LiveId" clId="{840E3A22-11DA-4C6F-9B3F-EF20193E732C}" dt="2023-12-26T21:29:27.677" v="571" actId="478"/>
          <ac:spMkLst>
            <pc:docMk/>
            <pc:sldMk cId="3074762448" sldId="271"/>
            <ac:spMk id="3" creationId="{7B1771FB-1D62-1F0F-CC85-C6817AFE20D7}"/>
          </ac:spMkLst>
        </pc:spChg>
        <pc:spChg chg="add mod">
          <ac:chgData name="Subir Parida" userId="5adae42a5ff17c16" providerId="LiveId" clId="{840E3A22-11DA-4C6F-9B3F-EF20193E732C}" dt="2023-12-26T21:29:28.589" v="572"/>
          <ac:spMkLst>
            <pc:docMk/>
            <pc:sldMk cId="3074762448" sldId="271"/>
            <ac:spMk id="5" creationId="{A7639D00-BE63-9382-2C4B-4F260916EE1D}"/>
          </ac:spMkLst>
        </pc:spChg>
        <pc:spChg chg="add mod">
          <ac:chgData name="Subir Parida" userId="5adae42a5ff17c16" providerId="LiveId" clId="{840E3A22-11DA-4C6F-9B3F-EF20193E732C}" dt="2023-12-26T21:29:28.589" v="572"/>
          <ac:spMkLst>
            <pc:docMk/>
            <pc:sldMk cId="3074762448" sldId="271"/>
            <ac:spMk id="7" creationId="{6D141A10-DE24-7A5B-DA05-B9E20E5B7C8B}"/>
          </ac:spMkLst>
        </pc:spChg>
        <pc:graphicFrameChg chg="add mod">
          <ac:chgData name="Subir Parida" userId="5adae42a5ff17c16" providerId="LiveId" clId="{840E3A22-11DA-4C6F-9B3F-EF20193E732C}" dt="2023-12-26T21:29:38.212" v="573" actId="1076"/>
          <ac:graphicFrameMkLst>
            <pc:docMk/>
            <pc:sldMk cId="3074762448" sldId="271"/>
            <ac:graphicFrameMk id="4" creationId="{04D4D283-FD59-2BDE-7AAC-2652E7AF583D}"/>
          </ac:graphicFrameMkLst>
        </pc:graphicFrameChg>
        <pc:graphicFrameChg chg="del">
          <ac:chgData name="Subir Parida" userId="5adae42a5ff17c16" providerId="LiveId" clId="{840E3A22-11DA-4C6F-9B3F-EF20193E732C}" dt="2023-12-26T11:47:50.475" v="426" actId="478"/>
          <ac:graphicFrameMkLst>
            <pc:docMk/>
            <pc:sldMk cId="3074762448" sldId="271"/>
            <ac:graphicFrameMk id="9" creationId="{69E59269-446D-875B-28A9-0F3332E6208E}"/>
          </ac:graphicFrameMkLst>
        </pc:graphicFrameChg>
      </pc:sldChg>
      <pc:sldChg chg="addSp delSp modSp add mod">
        <pc:chgData name="Subir Parida" userId="5adae42a5ff17c16" providerId="LiveId" clId="{840E3A22-11DA-4C6F-9B3F-EF20193E732C}" dt="2023-12-26T11:52:08.430" v="495" actId="1076"/>
        <pc:sldMkLst>
          <pc:docMk/>
          <pc:sldMk cId="3614249861" sldId="272"/>
        </pc:sldMkLst>
        <pc:spChg chg="mod">
          <ac:chgData name="Subir Parida" userId="5adae42a5ff17c16" providerId="LiveId" clId="{840E3A22-11DA-4C6F-9B3F-EF20193E732C}" dt="2023-12-26T11:48:15.414" v="439" actId="20577"/>
          <ac:spMkLst>
            <pc:docMk/>
            <pc:sldMk cId="3614249861" sldId="272"/>
            <ac:spMk id="6" creationId="{00000000-0000-0000-0000-000000000000}"/>
          </ac:spMkLst>
        </pc:spChg>
        <pc:graphicFrameChg chg="del">
          <ac:chgData name="Subir Parida" userId="5adae42a5ff17c16" providerId="LiveId" clId="{840E3A22-11DA-4C6F-9B3F-EF20193E732C}" dt="2023-12-26T11:48:20.784" v="440" actId="478"/>
          <ac:graphicFrameMkLst>
            <pc:docMk/>
            <pc:sldMk cId="3614249861" sldId="272"/>
            <ac:graphicFrameMk id="2" creationId="{84A11EB6-F581-D9C8-0251-0518A7BC6151}"/>
          </ac:graphicFrameMkLst>
        </pc:graphicFrameChg>
        <pc:graphicFrameChg chg="del">
          <ac:chgData name="Subir Parida" userId="5adae42a5ff17c16" providerId="LiveId" clId="{840E3A22-11DA-4C6F-9B3F-EF20193E732C}" dt="2023-12-26T11:48:23.953" v="441" actId="478"/>
          <ac:graphicFrameMkLst>
            <pc:docMk/>
            <pc:sldMk cId="3614249861" sldId="272"/>
            <ac:graphicFrameMk id="3" creationId="{14CBA0DF-1B6B-2BFB-8D8D-49C7AA36F31E}"/>
          </ac:graphicFrameMkLst>
        </pc:graphicFrameChg>
        <pc:graphicFrameChg chg="del">
          <ac:chgData name="Subir Parida" userId="5adae42a5ff17c16" providerId="LiveId" clId="{840E3A22-11DA-4C6F-9B3F-EF20193E732C}" dt="2023-12-26T11:48:27.607" v="443" actId="478"/>
          <ac:graphicFrameMkLst>
            <pc:docMk/>
            <pc:sldMk cId="3614249861" sldId="272"/>
            <ac:graphicFrameMk id="4" creationId="{9DBDE645-54AE-943A-FC93-B07737B39EB4}"/>
          </ac:graphicFrameMkLst>
        </pc:graphicFrameChg>
        <pc:graphicFrameChg chg="del">
          <ac:chgData name="Subir Parida" userId="5adae42a5ff17c16" providerId="LiveId" clId="{840E3A22-11DA-4C6F-9B3F-EF20193E732C}" dt="2023-12-26T11:48:25.780" v="442" actId="478"/>
          <ac:graphicFrameMkLst>
            <pc:docMk/>
            <pc:sldMk cId="3614249861" sldId="272"/>
            <ac:graphicFrameMk id="5" creationId="{B542B676-1E3C-CCF4-E91F-9A7C7FF0DF99}"/>
          </ac:graphicFrameMkLst>
        </pc:graphicFrameChg>
        <pc:graphicFrameChg chg="add mod">
          <ac:chgData name="Subir Parida" userId="5adae42a5ff17c16" providerId="LiveId" clId="{840E3A22-11DA-4C6F-9B3F-EF20193E732C}" dt="2023-12-26T11:52:08.430" v="495" actId="1076"/>
          <ac:graphicFrameMkLst>
            <pc:docMk/>
            <pc:sldMk cId="3614249861" sldId="272"/>
            <ac:graphicFrameMk id="7" creationId="{A4E02CF3-7672-3529-8EDF-E0594069C58D}"/>
          </ac:graphicFrameMkLst>
        </pc:graphicFrameChg>
        <pc:graphicFrameChg chg="add mod">
          <ac:chgData name="Subir Parida" userId="5adae42a5ff17c16" providerId="LiveId" clId="{840E3A22-11DA-4C6F-9B3F-EF20193E732C}" dt="2023-12-26T11:52:04.897" v="494" actId="1076"/>
          <ac:graphicFrameMkLst>
            <pc:docMk/>
            <pc:sldMk cId="3614249861" sldId="272"/>
            <ac:graphicFrameMk id="8" creationId="{014EE1FC-AE90-8C2E-A6B3-E89399812C6E}"/>
          </ac:graphicFrameMkLst>
        </pc:graphicFrameChg>
        <pc:graphicFrameChg chg="add mod">
          <ac:chgData name="Subir Parida" userId="5adae42a5ff17c16" providerId="LiveId" clId="{840E3A22-11DA-4C6F-9B3F-EF20193E732C}" dt="2023-12-26T11:51:52.970" v="493" actId="1076"/>
          <ac:graphicFrameMkLst>
            <pc:docMk/>
            <pc:sldMk cId="3614249861" sldId="272"/>
            <ac:graphicFrameMk id="9" creationId="{7D70D8A6-E68B-0F87-9E83-CE2C79EA26C3}"/>
          </ac:graphicFrameMkLst>
        </pc:graphicFrameChg>
        <pc:graphicFrameChg chg="add mod">
          <ac:chgData name="Subir Parida" userId="5adae42a5ff17c16" providerId="LiveId" clId="{840E3A22-11DA-4C6F-9B3F-EF20193E732C}" dt="2023-12-26T11:51:50.047" v="492" actId="1076"/>
          <ac:graphicFrameMkLst>
            <pc:docMk/>
            <pc:sldMk cId="3614249861" sldId="272"/>
            <ac:graphicFrameMk id="10" creationId="{E5358684-4D08-D072-D231-0A59962C2B51}"/>
          </ac:graphicFrameMkLst>
        </pc:graphicFrameChg>
      </pc:sldChg>
      <pc:sldChg chg="delSp modSp new mod">
        <pc:chgData name="Subir Parida" userId="5adae42a5ff17c16" providerId="LiveId" clId="{840E3A22-11DA-4C6F-9B3F-EF20193E732C}" dt="2023-12-26T21:43:23.046" v="1493" actId="20577"/>
        <pc:sldMkLst>
          <pc:docMk/>
          <pc:sldMk cId="889665732" sldId="273"/>
        </pc:sldMkLst>
        <pc:spChg chg="mod">
          <ac:chgData name="Subir Parida" userId="5adae42a5ff17c16" providerId="LiveId" clId="{840E3A22-11DA-4C6F-9B3F-EF20193E732C}" dt="2023-12-26T21:43:23.046" v="1493" actId="20577"/>
          <ac:spMkLst>
            <pc:docMk/>
            <pc:sldMk cId="889665732" sldId="273"/>
            <ac:spMk id="2" creationId="{C71AC9B0-8039-56E0-F888-7D26BAA5C2FF}"/>
          </ac:spMkLst>
        </pc:spChg>
        <pc:spChg chg="del">
          <ac:chgData name="Subir Parida" userId="5adae42a5ff17c16" providerId="LiveId" clId="{840E3A22-11DA-4C6F-9B3F-EF20193E732C}" dt="2023-12-26T21:26:20.094" v="548" actId="478"/>
          <ac:spMkLst>
            <pc:docMk/>
            <pc:sldMk cId="889665732" sldId="273"/>
            <ac:spMk id="3" creationId="{8E6E2526-ABFF-1F02-4872-C86E08B7C1DC}"/>
          </ac:spMkLst>
        </pc:spChg>
      </pc:sldChg>
      <pc:sldChg chg="delSp modSp add mod">
        <pc:chgData name="Subir Parida" userId="5adae42a5ff17c16" providerId="LiveId" clId="{840E3A22-11DA-4C6F-9B3F-EF20193E732C}" dt="2023-12-26T21:26:11.618" v="547" actId="478"/>
        <pc:sldMkLst>
          <pc:docMk/>
          <pc:sldMk cId="1730600894" sldId="274"/>
        </pc:sldMkLst>
        <pc:spChg chg="mod">
          <ac:chgData name="Subir Parida" userId="5adae42a5ff17c16" providerId="LiveId" clId="{840E3A22-11DA-4C6F-9B3F-EF20193E732C}" dt="2023-12-26T11:47:14.314" v="399" actId="20577"/>
          <ac:spMkLst>
            <pc:docMk/>
            <pc:sldMk cId="1730600894" sldId="274"/>
            <ac:spMk id="2" creationId="{C71AC9B0-8039-56E0-F888-7D26BAA5C2FF}"/>
          </ac:spMkLst>
        </pc:spChg>
        <pc:spChg chg="del">
          <ac:chgData name="Subir Parida" userId="5adae42a5ff17c16" providerId="LiveId" clId="{840E3A22-11DA-4C6F-9B3F-EF20193E732C}" dt="2023-12-26T21:26:11.618" v="547" actId="478"/>
          <ac:spMkLst>
            <pc:docMk/>
            <pc:sldMk cId="1730600894" sldId="274"/>
            <ac:spMk id="3" creationId="{8E6E2526-ABFF-1F02-4872-C86E08B7C1DC}"/>
          </ac:spMkLst>
        </pc:spChg>
      </pc:sldChg>
      <pc:sldChg chg="addSp delSp modSp add mod">
        <pc:chgData name="Subir Parida" userId="5adae42a5ff17c16" providerId="LiveId" clId="{840E3A22-11DA-4C6F-9B3F-EF20193E732C}" dt="2023-12-26T11:49:32.295" v="468"/>
        <pc:sldMkLst>
          <pc:docMk/>
          <pc:sldMk cId="1144792116" sldId="275"/>
        </pc:sldMkLst>
        <pc:spChg chg="mod">
          <ac:chgData name="Subir Parida" userId="5adae42a5ff17c16" providerId="LiveId" clId="{840E3A22-11DA-4C6F-9B3F-EF20193E732C}" dt="2023-12-26T11:49:02.954" v="466" actId="20577"/>
          <ac:spMkLst>
            <pc:docMk/>
            <pc:sldMk cId="1144792116" sldId="275"/>
            <ac:spMk id="6" creationId="{00000000-0000-0000-0000-000000000000}"/>
          </ac:spMkLst>
        </pc:spChg>
        <pc:graphicFrameChg chg="add mod">
          <ac:chgData name="Subir Parida" userId="5adae42a5ff17c16" providerId="LiveId" clId="{840E3A22-11DA-4C6F-9B3F-EF20193E732C}" dt="2023-12-26T11:49:32.295" v="468"/>
          <ac:graphicFrameMkLst>
            <pc:docMk/>
            <pc:sldMk cId="1144792116" sldId="275"/>
            <ac:graphicFrameMk id="2" creationId="{A8B8BE97-4E5E-3248-914B-8B0F8A727F52}"/>
          </ac:graphicFrameMkLst>
        </pc:graphicFrameChg>
        <pc:graphicFrameChg chg="add mod">
          <ac:chgData name="Subir Parida" userId="5adae42a5ff17c16" providerId="LiveId" clId="{840E3A22-11DA-4C6F-9B3F-EF20193E732C}" dt="2023-12-26T11:49:32.295" v="468"/>
          <ac:graphicFrameMkLst>
            <pc:docMk/>
            <pc:sldMk cId="1144792116" sldId="275"/>
            <ac:graphicFrameMk id="3" creationId="{50840C85-3AA6-BC47-7565-14794BBC81BD}"/>
          </ac:graphicFrameMkLst>
        </pc:graphicFrameChg>
        <pc:graphicFrameChg chg="add mod">
          <ac:chgData name="Subir Parida" userId="5adae42a5ff17c16" providerId="LiveId" clId="{840E3A22-11DA-4C6F-9B3F-EF20193E732C}" dt="2023-12-26T11:49:32.295" v="468"/>
          <ac:graphicFrameMkLst>
            <pc:docMk/>
            <pc:sldMk cId="1144792116" sldId="275"/>
            <ac:graphicFrameMk id="4" creationId="{43BB0751-93AF-9721-8190-611E9C9E6AF4}"/>
          </ac:graphicFrameMkLst>
        </pc:graphicFrameChg>
        <pc:graphicFrameChg chg="add mod">
          <ac:chgData name="Subir Parida" userId="5adae42a5ff17c16" providerId="LiveId" clId="{840E3A22-11DA-4C6F-9B3F-EF20193E732C}" dt="2023-12-26T11:49:32.295" v="468"/>
          <ac:graphicFrameMkLst>
            <pc:docMk/>
            <pc:sldMk cId="1144792116" sldId="275"/>
            <ac:graphicFrameMk id="5" creationId="{D23ACEC3-9A47-6D71-B875-F3546FBB3519}"/>
          </ac:graphicFrameMkLst>
        </pc:graphicFrameChg>
        <pc:graphicFrameChg chg="del">
          <ac:chgData name="Subir Parida" userId="5adae42a5ff17c16" providerId="LiveId" clId="{840E3A22-11DA-4C6F-9B3F-EF20193E732C}" dt="2023-12-26T11:49:31.507" v="467" actId="478"/>
          <ac:graphicFrameMkLst>
            <pc:docMk/>
            <pc:sldMk cId="1144792116" sldId="275"/>
            <ac:graphicFrameMk id="7" creationId="{00000000-0000-0000-0000-000000000000}"/>
          </ac:graphicFrameMkLst>
        </pc:graphicFrameChg>
        <pc:graphicFrameChg chg="del">
          <ac:chgData name="Subir Parida" userId="5adae42a5ff17c16" providerId="LiveId" clId="{840E3A22-11DA-4C6F-9B3F-EF20193E732C}" dt="2023-12-26T11:49:31.507" v="467" actId="478"/>
          <ac:graphicFrameMkLst>
            <pc:docMk/>
            <pc:sldMk cId="1144792116" sldId="275"/>
            <ac:graphicFrameMk id="8" creationId="{00000000-0000-0000-0000-000000000000}"/>
          </ac:graphicFrameMkLst>
        </pc:graphicFrameChg>
        <pc:graphicFrameChg chg="del">
          <ac:chgData name="Subir Parida" userId="5adae42a5ff17c16" providerId="LiveId" clId="{840E3A22-11DA-4C6F-9B3F-EF20193E732C}" dt="2023-12-26T11:49:31.507" v="467" actId="478"/>
          <ac:graphicFrameMkLst>
            <pc:docMk/>
            <pc:sldMk cId="1144792116" sldId="275"/>
            <ac:graphicFrameMk id="9" creationId="{00000000-0000-0000-0000-000000000000}"/>
          </ac:graphicFrameMkLst>
        </pc:graphicFrameChg>
        <pc:graphicFrameChg chg="del">
          <ac:chgData name="Subir Parida" userId="5adae42a5ff17c16" providerId="LiveId" clId="{840E3A22-11DA-4C6F-9B3F-EF20193E732C}" dt="2023-12-26T11:49:31.507" v="467" actId="478"/>
          <ac:graphicFrameMkLst>
            <pc:docMk/>
            <pc:sldMk cId="1144792116" sldId="275"/>
            <ac:graphicFrameMk id="10" creationId="{00000000-0000-0000-0000-000000000000}"/>
          </ac:graphicFrameMkLst>
        </pc:graphicFrameChg>
      </pc:sldChg>
      <pc:sldChg chg="addSp delSp modSp new mod">
        <pc:chgData name="Subir Parida" userId="5adae42a5ff17c16" providerId="LiveId" clId="{840E3A22-11DA-4C6F-9B3F-EF20193E732C}" dt="2023-12-26T21:34:18.968" v="803" actId="207"/>
        <pc:sldMkLst>
          <pc:docMk/>
          <pc:sldMk cId="3272196759" sldId="276"/>
        </pc:sldMkLst>
        <pc:spChg chg="del">
          <ac:chgData name="Subir Parida" userId="5adae42a5ff17c16" providerId="LiveId" clId="{840E3A22-11DA-4C6F-9B3F-EF20193E732C}" dt="2023-12-26T21:32:35.834" v="777" actId="478"/>
          <ac:spMkLst>
            <pc:docMk/>
            <pc:sldMk cId="3272196759" sldId="276"/>
            <ac:spMk id="2" creationId="{53556D31-A5E1-37BD-7EA2-FA0F407341D7}"/>
          </ac:spMkLst>
        </pc:spChg>
        <pc:spChg chg="mod">
          <ac:chgData name="Subir Parida" userId="5adae42a5ff17c16" providerId="LiveId" clId="{840E3A22-11DA-4C6F-9B3F-EF20193E732C}" dt="2023-12-26T21:34:18.968" v="803" actId="207"/>
          <ac:spMkLst>
            <pc:docMk/>
            <pc:sldMk cId="3272196759" sldId="276"/>
            <ac:spMk id="3" creationId="{9DD463F7-D779-AD99-8658-63E73DF978AB}"/>
          </ac:spMkLst>
        </pc:spChg>
        <pc:spChg chg="add mod">
          <ac:chgData name="Subir Parida" userId="5adae42a5ff17c16" providerId="LiveId" clId="{840E3A22-11DA-4C6F-9B3F-EF20193E732C}" dt="2023-12-26T21:32:53.196" v="796" actId="20577"/>
          <ac:spMkLst>
            <pc:docMk/>
            <pc:sldMk cId="3272196759" sldId="276"/>
            <ac:spMk id="4" creationId="{9BC54237-1D9E-314F-CC70-694CC6C940BD}"/>
          </ac:spMkLst>
        </pc:spChg>
      </pc:sldChg>
      <pc:sldChg chg="modSp add mod">
        <pc:chgData name="Subir Parida" userId="5adae42a5ff17c16" providerId="LiveId" clId="{840E3A22-11DA-4C6F-9B3F-EF20193E732C}" dt="2023-12-26T21:35:41.953" v="840" actId="20577"/>
        <pc:sldMkLst>
          <pc:docMk/>
          <pc:sldMk cId="268647914" sldId="277"/>
        </pc:sldMkLst>
        <pc:spChg chg="mod">
          <ac:chgData name="Subir Parida" userId="5adae42a5ff17c16" providerId="LiveId" clId="{840E3A22-11DA-4C6F-9B3F-EF20193E732C}" dt="2023-12-26T21:35:41.953" v="840" actId="20577"/>
          <ac:spMkLst>
            <pc:docMk/>
            <pc:sldMk cId="268647914" sldId="277"/>
            <ac:spMk id="3" creationId="{9DD463F7-D779-AD99-8658-63E73DF978AB}"/>
          </ac:spMkLst>
        </pc:spChg>
        <pc:spChg chg="mod">
          <ac:chgData name="Subir Parida" userId="5adae42a5ff17c16" providerId="LiveId" clId="{840E3A22-11DA-4C6F-9B3F-EF20193E732C}" dt="2023-12-26T21:35:13.797" v="833" actId="20577"/>
          <ac:spMkLst>
            <pc:docMk/>
            <pc:sldMk cId="268647914" sldId="277"/>
            <ac:spMk id="4" creationId="{9BC54237-1D9E-314F-CC70-694CC6C940BD}"/>
          </ac:spMkLst>
        </pc:spChg>
      </pc:sldChg>
      <pc:sldChg chg="modSp add mod">
        <pc:chgData name="Subir Parida" userId="5adae42a5ff17c16" providerId="LiveId" clId="{840E3A22-11DA-4C6F-9B3F-EF20193E732C}" dt="2023-12-26T21:37:18.538" v="1030" actId="20577"/>
        <pc:sldMkLst>
          <pc:docMk/>
          <pc:sldMk cId="3719661466" sldId="278"/>
        </pc:sldMkLst>
        <pc:spChg chg="mod">
          <ac:chgData name="Subir Parida" userId="5adae42a5ff17c16" providerId="LiveId" clId="{840E3A22-11DA-4C6F-9B3F-EF20193E732C}" dt="2023-12-26T21:37:18.538" v="1030" actId="20577"/>
          <ac:spMkLst>
            <pc:docMk/>
            <pc:sldMk cId="3719661466" sldId="278"/>
            <ac:spMk id="3" creationId="{9DD463F7-D779-AD99-8658-63E73DF978AB}"/>
          </ac:spMkLst>
        </pc:spChg>
        <pc:spChg chg="mod">
          <ac:chgData name="Subir Parida" userId="5adae42a5ff17c16" providerId="LiveId" clId="{840E3A22-11DA-4C6F-9B3F-EF20193E732C}" dt="2023-12-26T21:35:52.600" v="852" actId="20577"/>
          <ac:spMkLst>
            <pc:docMk/>
            <pc:sldMk cId="3719661466" sldId="278"/>
            <ac:spMk id="4" creationId="{9BC54237-1D9E-314F-CC70-694CC6C940BD}"/>
          </ac:spMkLst>
        </pc:spChg>
      </pc:sldChg>
      <pc:sldChg chg="modSp add mod">
        <pc:chgData name="Subir Parida" userId="5adae42a5ff17c16" providerId="LiveId" clId="{840E3A22-11DA-4C6F-9B3F-EF20193E732C}" dt="2023-12-26T21:39:05.315" v="1225" actId="20577"/>
        <pc:sldMkLst>
          <pc:docMk/>
          <pc:sldMk cId="2959480803" sldId="279"/>
        </pc:sldMkLst>
        <pc:spChg chg="mod">
          <ac:chgData name="Subir Parida" userId="5adae42a5ff17c16" providerId="LiveId" clId="{840E3A22-11DA-4C6F-9B3F-EF20193E732C}" dt="2023-12-26T21:39:05.315" v="1225" actId="20577"/>
          <ac:spMkLst>
            <pc:docMk/>
            <pc:sldMk cId="2959480803" sldId="279"/>
            <ac:spMk id="3" creationId="{9DD463F7-D779-AD99-8658-63E73DF978AB}"/>
          </ac:spMkLst>
        </pc:spChg>
        <pc:spChg chg="mod">
          <ac:chgData name="Subir Parida" userId="5adae42a5ff17c16" providerId="LiveId" clId="{840E3A22-11DA-4C6F-9B3F-EF20193E732C}" dt="2023-12-26T21:37:36.143" v="1036" actId="20577"/>
          <ac:spMkLst>
            <pc:docMk/>
            <pc:sldMk cId="2959480803" sldId="279"/>
            <ac:spMk id="4" creationId="{9BC54237-1D9E-314F-CC70-694CC6C940BD}"/>
          </ac:spMkLst>
        </pc:spChg>
      </pc:sldChg>
      <pc:sldChg chg="modSp add mod">
        <pc:chgData name="Subir Parida" userId="5adae42a5ff17c16" providerId="LiveId" clId="{840E3A22-11DA-4C6F-9B3F-EF20193E732C}" dt="2023-12-26T21:43:06.661" v="1467" actId="207"/>
        <pc:sldMkLst>
          <pc:docMk/>
          <pc:sldMk cId="2695453843" sldId="280"/>
        </pc:sldMkLst>
        <pc:spChg chg="mod">
          <ac:chgData name="Subir Parida" userId="5adae42a5ff17c16" providerId="LiveId" clId="{840E3A22-11DA-4C6F-9B3F-EF20193E732C}" dt="2023-12-26T21:43:06.661" v="1467" actId="207"/>
          <ac:spMkLst>
            <pc:docMk/>
            <pc:sldMk cId="2695453843" sldId="280"/>
            <ac:spMk id="3" creationId="{9DD463F7-D779-AD99-8658-63E73DF978AB}"/>
          </ac:spMkLst>
        </pc:spChg>
        <pc:spChg chg="mod">
          <ac:chgData name="Subir Parida" userId="5adae42a5ff17c16" providerId="LiveId" clId="{840E3A22-11DA-4C6F-9B3F-EF20193E732C}" dt="2023-12-26T21:41:06.457" v="1290" actId="20577"/>
          <ac:spMkLst>
            <pc:docMk/>
            <pc:sldMk cId="2695453843" sldId="280"/>
            <ac:spMk id="4" creationId="{9BC54237-1D9E-314F-CC70-694CC6C940BD}"/>
          </ac:spMkLst>
        </pc:spChg>
      </pc:sldChg>
      <pc:sldChg chg="add del">
        <pc:chgData name="Subir Parida" userId="5adae42a5ff17c16" providerId="LiveId" clId="{840E3A22-11DA-4C6F-9B3F-EF20193E732C}" dt="2023-12-26T21:41:15.578" v="1292" actId="47"/>
        <pc:sldMkLst>
          <pc:docMk/>
          <pc:sldMk cId="429864382" sldId="281"/>
        </pc:sldMkLst>
      </pc:sldChg>
      <pc:sldChg chg="add">
        <pc:chgData name="Subir Parida" userId="5adae42a5ff17c16" providerId="LiveId" clId="{840E3A22-11DA-4C6F-9B3F-EF20193E732C}" dt="2023-12-26T21:43:14.748" v="1468"/>
        <pc:sldMkLst>
          <pc:docMk/>
          <pc:sldMk cId="2472170284" sldId="281"/>
        </pc:sldMkLst>
      </pc:sldChg>
      <pc:sldChg chg="modSp add mod ord">
        <pc:chgData name="Subir Parida" userId="5adae42a5ff17c16" providerId="LiveId" clId="{840E3A22-11DA-4C6F-9B3F-EF20193E732C}" dt="2023-12-26T21:46:17.395" v="1897" actId="20577"/>
        <pc:sldMkLst>
          <pc:docMk/>
          <pc:sldMk cId="1622650635" sldId="282"/>
        </pc:sldMkLst>
        <pc:spChg chg="mod">
          <ac:chgData name="Subir Parida" userId="5adae42a5ff17c16" providerId="LiveId" clId="{840E3A22-11DA-4C6F-9B3F-EF20193E732C}" dt="2023-12-26T21:46:17.395" v="1897" actId="20577"/>
          <ac:spMkLst>
            <pc:docMk/>
            <pc:sldMk cId="1622650635" sldId="282"/>
            <ac:spMk id="3" creationId="{9DD463F7-D779-AD99-8658-63E73DF978AB}"/>
          </ac:spMkLst>
        </pc:spChg>
        <pc:spChg chg="mod">
          <ac:chgData name="Subir Parida" userId="5adae42a5ff17c16" providerId="LiveId" clId="{840E3A22-11DA-4C6F-9B3F-EF20193E732C}" dt="2023-12-26T21:43:45.350" v="1533" actId="6549"/>
          <ac:spMkLst>
            <pc:docMk/>
            <pc:sldMk cId="1622650635" sldId="282"/>
            <ac:spMk id="4" creationId="{9BC54237-1D9E-314F-CC70-694CC6C940BD}"/>
          </ac:spMkLst>
        </pc:spChg>
      </pc:sldChg>
    </pc:docChg>
  </pc:docChgLst>
  <pc:docChgLst>
    <pc:chgData name="Subir Parida" userId="5adae42a5ff17c16" providerId="LiveId" clId="{EE273AD1-646E-42A7-A3B3-4BAB3DAFF957}"/>
    <pc:docChg chg="custSel addSld modSld sldOrd">
      <pc:chgData name="Subir Parida" userId="5adae42a5ff17c16" providerId="LiveId" clId="{EE273AD1-646E-42A7-A3B3-4BAB3DAFF957}" dt="2023-12-27T15:42:17.113" v="171"/>
      <pc:docMkLst>
        <pc:docMk/>
      </pc:docMkLst>
      <pc:sldChg chg="addSp delSp modSp mod">
        <pc:chgData name="Subir Parida" userId="5adae42a5ff17c16" providerId="LiveId" clId="{EE273AD1-646E-42A7-A3B3-4BAB3DAFF957}" dt="2023-12-27T15:42:10.670" v="169" actId="1076"/>
        <pc:sldMkLst>
          <pc:docMk/>
          <pc:sldMk cId="3372810305" sldId="266"/>
        </pc:sldMkLst>
        <pc:spChg chg="add mod">
          <ac:chgData name="Subir Parida" userId="5adae42a5ff17c16" providerId="LiveId" clId="{EE273AD1-646E-42A7-A3B3-4BAB3DAFF957}" dt="2023-12-27T15:42:10.670" v="169" actId="1076"/>
          <ac:spMkLst>
            <pc:docMk/>
            <pc:sldMk cId="3372810305" sldId="266"/>
            <ac:spMk id="2" creationId="{3E9D79FD-A769-160B-BDE9-9AC8DA62A8AE}"/>
          </ac:spMkLst>
        </pc:spChg>
        <pc:picChg chg="del">
          <ac:chgData name="Subir Parida" userId="5adae42a5ff17c16" providerId="LiveId" clId="{EE273AD1-646E-42A7-A3B3-4BAB3DAFF957}" dt="2023-12-27T15:37:50.488" v="1" actId="478"/>
          <ac:picMkLst>
            <pc:docMk/>
            <pc:sldMk cId="3372810305" sldId="266"/>
            <ac:picMk id="31" creationId="{DDFB722E-A391-180C-1FB1-463230712950}"/>
          </ac:picMkLst>
        </pc:picChg>
      </pc:sldChg>
      <pc:sldChg chg="addSp delSp modSp mod ord">
        <pc:chgData name="Subir Parida" userId="5adae42a5ff17c16" providerId="LiveId" clId="{EE273AD1-646E-42A7-A3B3-4BAB3DAFF957}" dt="2023-12-27T15:42:15.324" v="170"/>
        <pc:sldMkLst>
          <pc:docMk/>
          <pc:sldMk cId="3943825340" sldId="267"/>
        </pc:sldMkLst>
        <pc:spChg chg="add mod">
          <ac:chgData name="Subir Parida" userId="5adae42a5ff17c16" providerId="LiveId" clId="{EE273AD1-646E-42A7-A3B3-4BAB3DAFF957}" dt="2023-12-27T15:42:15.324" v="170"/>
          <ac:spMkLst>
            <pc:docMk/>
            <pc:sldMk cId="3943825340" sldId="267"/>
            <ac:spMk id="2" creationId="{D34349A5-D54E-7891-C998-2D3AD4335A88}"/>
          </ac:spMkLst>
        </pc:spChg>
        <pc:picChg chg="del">
          <ac:chgData name="Subir Parida" userId="5adae42a5ff17c16" providerId="LiveId" clId="{EE273AD1-646E-42A7-A3B3-4BAB3DAFF957}" dt="2023-12-27T15:38:18.145" v="3" actId="21"/>
          <ac:picMkLst>
            <pc:docMk/>
            <pc:sldMk cId="3943825340" sldId="267"/>
            <ac:picMk id="33" creationId="{FFB516F8-D5E1-F441-13CD-06550DF0428C}"/>
          </ac:picMkLst>
        </pc:picChg>
      </pc:sldChg>
      <pc:sldChg chg="addSp delSp modSp add mod">
        <pc:chgData name="Subir Parida" userId="5adae42a5ff17c16" providerId="LiveId" clId="{EE273AD1-646E-42A7-A3B3-4BAB3DAFF957}" dt="2023-12-27T15:42:17.113" v="171"/>
        <pc:sldMkLst>
          <pc:docMk/>
          <pc:sldMk cId="3485741168" sldId="283"/>
        </pc:sldMkLst>
        <pc:spChg chg="add mod">
          <ac:chgData name="Subir Parida" userId="5adae42a5ff17c16" providerId="LiveId" clId="{EE273AD1-646E-42A7-A3B3-4BAB3DAFF957}" dt="2023-12-27T15:42:17.113" v="171"/>
          <ac:spMkLst>
            <pc:docMk/>
            <pc:sldMk cId="3485741168" sldId="283"/>
            <ac:spMk id="3" creationId="{C6F87637-03C9-CBB2-DC47-147DA08D9227}"/>
          </ac:spMkLst>
        </pc:spChg>
        <pc:picChg chg="add mod">
          <ac:chgData name="Subir Parida" userId="5adae42a5ff17c16" providerId="LiveId" clId="{EE273AD1-646E-42A7-A3B3-4BAB3DAFF957}" dt="2023-12-27T15:38:32.303" v="8" actId="1076"/>
          <ac:picMkLst>
            <pc:docMk/>
            <pc:sldMk cId="3485741168" sldId="283"/>
            <ac:picMk id="2" creationId="{9AD66942-5D6F-3977-29EF-CBE1DDC6F342}"/>
          </ac:picMkLst>
        </pc:picChg>
        <pc:picChg chg="del">
          <ac:chgData name="Subir Parida" userId="5adae42a5ff17c16" providerId="LiveId" clId="{EE273AD1-646E-42A7-A3B3-4BAB3DAFF957}" dt="2023-12-27T15:38:00.457" v="2" actId="478"/>
          <ac:picMkLst>
            <pc:docMk/>
            <pc:sldMk cId="3485741168" sldId="283"/>
            <ac:picMk id="23" creationId="{376CD0B0-4E17-E907-E28D-7A7A1C02848D}"/>
          </ac:picMkLst>
        </pc:picChg>
        <pc:picChg chg="del">
          <ac:chgData name="Subir Parida" userId="5adae42a5ff17c16" providerId="LiveId" clId="{EE273AD1-646E-42A7-A3B3-4BAB3DAFF957}" dt="2023-12-27T15:38:00.457" v="2" actId="478"/>
          <ac:picMkLst>
            <pc:docMk/>
            <pc:sldMk cId="3485741168" sldId="283"/>
            <ac:picMk id="25" creationId="{CB273903-46F7-BD31-B8DF-109822072846}"/>
          </ac:picMkLst>
        </pc:picChg>
        <pc:picChg chg="del">
          <ac:chgData name="Subir Parida" userId="5adae42a5ff17c16" providerId="LiveId" clId="{EE273AD1-646E-42A7-A3B3-4BAB3DAFF957}" dt="2023-12-27T15:38:00.457" v="2" actId="478"/>
          <ac:picMkLst>
            <pc:docMk/>
            <pc:sldMk cId="3485741168" sldId="283"/>
            <ac:picMk id="29" creationId="{D4B8F34F-2518-E00F-58BE-1E21C86D2D8B}"/>
          </ac:picMkLst>
        </pc:picChg>
        <pc:picChg chg="mod">
          <ac:chgData name="Subir Parida" userId="5adae42a5ff17c16" providerId="LiveId" clId="{EE273AD1-646E-42A7-A3B3-4BAB3DAFF957}" dt="2023-12-27T15:38:35.472" v="9" actId="1076"/>
          <ac:picMkLst>
            <pc:docMk/>
            <pc:sldMk cId="3485741168" sldId="283"/>
            <ac:picMk id="31" creationId="{DDFB722E-A391-180C-1FB1-463230712950}"/>
          </ac:picMkLst>
        </pc:picChg>
      </pc:sldChg>
    </pc:docChg>
  </pc:docChgLst>
  <pc:docChgLst>
    <pc:chgData name="Subir Parida" userId="5adae42a5ff17c16" providerId="LiveId" clId="{2570E06C-6CDE-4131-A690-3FA8836EEC55}"/>
    <pc:docChg chg="undo custSel addSld delSld modSld sldOrd">
      <pc:chgData name="Subir Parida" userId="5adae42a5ff17c16" providerId="LiveId" clId="{2570E06C-6CDE-4131-A690-3FA8836EEC55}" dt="2024-01-29T05:47:36.147" v="3531"/>
      <pc:docMkLst>
        <pc:docMk/>
      </pc:docMkLst>
      <pc:sldChg chg="add">
        <pc:chgData name="Subir Parida" userId="5adae42a5ff17c16" providerId="LiveId" clId="{2570E06C-6CDE-4131-A690-3FA8836EEC55}" dt="2024-01-25T10:11:46.871" v="3444"/>
        <pc:sldMkLst>
          <pc:docMk/>
          <pc:sldMk cId="1560635309" sldId="257"/>
        </pc:sldMkLst>
      </pc:sldChg>
      <pc:sldChg chg="addSp delSp modSp del mod">
        <pc:chgData name="Subir Parida" userId="5adae42a5ff17c16" providerId="LiveId" clId="{2570E06C-6CDE-4131-A690-3FA8836EEC55}" dt="2024-01-25T10:11:40.750" v="3443" actId="2696"/>
        <pc:sldMkLst>
          <pc:docMk/>
          <pc:sldMk cId="2428390952" sldId="257"/>
        </pc:sldMkLst>
        <pc:spChg chg="add mod">
          <ac:chgData name="Subir Parida" userId="5adae42a5ff17c16" providerId="LiveId" clId="{2570E06C-6CDE-4131-A690-3FA8836EEC55}" dt="2024-01-20T09:40:34.098" v="1636" actId="20577"/>
          <ac:spMkLst>
            <pc:docMk/>
            <pc:sldMk cId="2428390952" sldId="257"/>
            <ac:spMk id="2" creationId="{37625311-3CB1-DB15-1D59-C0FF6C919C6E}"/>
          </ac:spMkLst>
        </pc:spChg>
        <pc:spChg chg="add del mod">
          <ac:chgData name="Subir Parida" userId="5adae42a5ff17c16" providerId="LiveId" clId="{2570E06C-6CDE-4131-A690-3FA8836EEC55}" dt="2024-01-18T19:29:56.572" v="171" actId="478"/>
          <ac:spMkLst>
            <pc:docMk/>
            <pc:sldMk cId="2428390952" sldId="257"/>
            <ac:spMk id="5" creationId="{A5AD8A56-C0EF-1491-79EC-81804DC05777}"/>
          </ac:spMkLst>
        </pc:spChg>
        <pc:graphicFrameChg chg="del">
          <ac:chgData name="Subir Parida" userId="5adae42a5ff17c16" providerId="LiveId" clId="{2570E06C-6CDE-4131-A690-3FA8836EEC55}" dt="2024-01-18T19:29:02.649" v="160" actId="478"/>
          <ac:graphicFrameMkLst>
            <pc:docMk/>
            <pc:sldMk cId="2428390952" sldId="257"/>
            <ac:graphicFrameMk id="2" creationId="{84A11EB6-F581-D9C8-0251-0518A7BC6151}"/>
          </ac:graphicFrameMkLst>
        </pc:graphicFrameChg>
        <pc:graphicFrameChg chg="del">
          <ac:chgData name="Subir Parida" userId="5adae42a5ff17c16" providerId="LiveId" clId="{2570E06C-6CDE-4131-A690-3FA8836EEC55}" dt="2024-01-18T19:29:49.472" v="169" actId="478"/>
          <ac:graphicFrameMkLst>
            <pc:docMk/>
            <pc:sldMk cId="2428390952" sldId="257"/>
            <ac:graphicFrameMk id="3" creationId="{6644CF82-0F04-1D98-301D-BA68A7C8E60D}"/>
          </ac:graphicFrameMkLst>
        </pc:graphicFrameChg>
        <pc:graphicFrameChg chg="del">
          <ac:chgData name="Subir Parida" userId="5adae42a5ff17c16" providerId="LiveId" clId="{2570E06C-6CDE-4131-A690-3FA8836EEC55}" dt="2024-01-18T19:29:24.257" v="162" actId="478"/>
          <ac:graphicFrameMkLst>
            <pc:docMk/>
            <pc:sldMk cId="2428390952" sldId="257"/>
            <ac:graphicFrameMk id="4" creationId="{9DBDE645-54AE-943A-FC93-B07737B39EB4}"/>
          </ac:graphicFrameMkLst>
        </pc:graphicFrameChg>
        <pc:graphicFrameChg chg="add mod">
          <ac:chgData name="Subir Parida" userId="5adae42a5ff17c16" providerId="LiveId" clId="{2570E06C-6CDE-4131-A690-3FA8836EEC55}" dt="2024-01-18T19:29:15.266" v="161" actId="1076"/>
          <ac:graphicFrameMkLst>
            <pc:docMk/>
            <pc:sldMk cId="2428390952" sldId="257"/>
            <ac:graphicFrameMk id="7" creationId="{C962933E-CF2D-7427-3766-B411B9453B5F}"/>
          </ac:graphicFrameMkLst>
        </pc:graphicFrameChg>
        <pc:graphicFrameChg chg="add mod">
          <ac:chgData name="Subir Parida" userId="5adae42a5ff17c16" providerId="LiveId" clId="{2570E06C-6CDE-4131-A690-3FA8836EEC55}" dt="2024-01-18T19:29:31.355" v="165" actId="1076"/>
          <ac:graphicFrameMkLst>
            <pc:docMk/>
            <pc:sldMk cId="2428390952" sldId="257"/>
            <ac:graphicFrameMk id="8" creationId="{9DA19805-FAF9-B605-2AF3-069CB8323041}"/>
          </ac:graphicFrameMkLst>
        </pc:graphicFrameChg>
        <pc:graphicFrameChg chg="add mod">
          <ac:chgData name="Subir Parida" userId="5adae42a5ff17c16" providerId="LiveId" clId="{2570E06C-6CDE-4131-A690-3FA8836EEC55}" dt="2024-01-20T09:29:02.359" v="1080" actId="1076"/>
          <ac:graphicFrameMkLst>
            <pc:docMk/>
            <pc:sldMk cId="2428390952" sldId="257"/>
            <ac:graphicFrameMk id="9" creationId="{A5DE1C1F-1FC4-5E80-69DF-0CA2902B17D5}"/>
          </ac:graphicFrameMkLst>
        </pc:graphicFrameChg>
      </pc:sldChg>
      <pc:sldChg chg="addSp delSp modSp mod">
        <pc:chgData name="Subir Parida" userId="5adae42a5ff17c16" providerId="LiveId" clId="{2570E06C-6CDE-4131-A690-3FA8836EEC55}" dt="2024-01-19T17:35:36.881" v="493" actId="20577"/>
        <pc:sldMkLst>
          <pc:docMk/>
          <pc:sldMk cId="1516520951" sldId="258"/>
        </pc:sldMkLst>
        <pc:spChg chg="add del mod">
          <ac:chgData name="Subir Parida" userId="5adae42a5ff17c16" providerId="LiveId" clId="{2570E06C-6CDE-4131-A690-3FA8836EEC55}" dt="2024-01-19T17:35:32.224" v="485" actId="478"/>
          <ac:spMkLst>
            <pc:docMk/>
            <pc:sldMk cId="1516520951" sldId="258"/>
            <ac:spMk id="5" creationId="{8CE5562C-67E8-192E-250F-2363383FD99A}"/>
          </ac:spMkLst>
        </pc:spChg>
        <pc:spChg chg="mod">
          <ac:chgData name="Subir Parida" userId="5adae42a5ff17c16" providerId="LiveId" clId="{2570E06C-6CDE-4131-A690-3FA8836EEC55}" dt="2024-01-19T17:35:36.881" v="493" actId="20577"/>
          <ac:spMkLst>
            <pc:docMk/>
            <pc:sldMk cId="1516520951" sldId="258"/>
            <ac:spMk id="6" creationId="{00000000-0000-0000-0000-000000000000}"/>
          </ac:spMkLst>
        </pc:spChg>
        <pc:graphicFrameChg chg="del">
          <ac:chgData name="Subir Parida" userId="5adae42a5ff17c16" providerId="LiveId" clId="{2570E06C-6CDE-4131-A690-3FA8836EEC55}" dt="2024-01-19T17:34:53.898" v="468" actId="478"/>
          <ac:graphicFrameMkLst>
            <pc:docMk/>
            <pc:sldMk cId="1516520951" sldId="258"/>
            <ac:graphicFrameMk id="2" creationId="{00000000-0000-0000-0000-000000000000}"/>
          </ac:graphicFrameMkLst>
        </pc:graphicFrameChg>
        <pc:graphicFrameChg chg="del">
          <ac:chgData name="Subir Parida" userId="5adae42a5ff17c16" providerId="LiveId" clId="{2570E06C-6CDE-4131-A690-3FA8836EEC55}" dt="2024-01-19T17:35:10.204" v="475" actId="478"/>
          <ac:graphicFrameMkLst>
            <pc:docMk/>
            <pc:sldMk cId="1516520951" sldId="258"/>
            <ac:graphicFrameMk id="3" creationId="{00000000-0000-0000-0000-000000000000}"/>
          </ac:graphicFrameMkLst>
        </pc:graphicFrameChg>
        <pc:graphicFrameChg chg="del">
          <ac:chgData name="Subir Parida" userId="5adae42a5ff17c16" providerId="LiveId" clId="{2570E06C-6CDE-4131-A690-3FA8836EEC55}" dt="2024-01-19T17:35:28.064" v="482" actId="478"/>
          <ac:graphicFrameMkLst>
            <pc:docMk/>
            <pc:sldMk cId="1516520951" sldId="258"/>
            <ac:graphicFrameMk id="4" creationId="{00000000-0000-0000-0000-000000000000}"/>
          </ac:graphicFrameMkLst>
        </pc:graphicFrameChg>
        <pc:graphicFrameChg chg="add del mod">
          <ac:chgData name="Subir Parida" userId="5adae42a5ff17c16" providerId="LiveId" clId="{2570E06C-6CDE-4131-A690-3FA8836EEC55}" dt="2024-01-19T17:34:52.155" v="467" actId="21"/>
          <ac:graphicFrameMkLst>
            <pc:docMk/>
            <pc:sldMk cId="1516520951" sldId="258"/>
            <ac:graphicFrameMk id="7" creationId="{692EB575-F22E-EFEF-AE92-81F5359D0519}"/>
          </ac:graphicFrameMkLst>
        </pc:graphicFrameChg>
        <pc:graphicFrameChg chg="add mod">
          <ac:chgData name="Subir Parida" userId="5adae42a5ff17c16" providerId="LiveId" clId="{2570E06C-6CDE-4131-A690-3FA8836EEC55}" dt="2024-01-19T17:34:54.405" v="470"/>
          <ac:graphicFrameMkLst>
            <pc:docMk/>
            <pc:sldMk cId="1516520951" sldId="258"/>
            <ac:graphicFrameMk id="8" creationId="{692EB575-F22E-EFEF-AE92-81F5359D0519}"/>
          </ac:graphicFrameMkLst>
        </pc:graphicFrameChg>
        <pc:graphicFrameChg chg="add del mod">
          <ac:chgData name="Subir Parida" userId="5adae42a5ff17c16" providerId="LiveId" clId="{2570E06C-6CDE-4131-A690-3FA8836EEC55}" dt="2024-01-19T17:35:08.274" v="474" actId="21"/>
          <ac:graphicFrameMkLst>
            <pc:docMk/>
            <pc:sldMk cId="1516520951" sldId="258"/>
            <ac:graphicFrameMk id="9" creationId="{DA9187EB-8DB5-2168-F7EC-AA92A011F956}"/>
          </ac:graphicFrameMkLst>
        </pc:graphicFrameChg>
        <pc:graphicFrameChg chg="add mod">
          <ac:chgData name="Subir Parida" userId="5adae42a5ff17c16" providerId="LiveId" clId="{2570E06C-6CDE-4131-A690-3FA8836EEC55}" dt="2024-01-19T17:35:10.644" v="477"/>
          <ac:graphicFrameMkLst>
            <pc:docMk/>
            <pc:sldMk cId="1516520951" sldId="258"/>
            <ac:graphicFrameMk id="10" creationId="{DA9187EB-8DB5-2168-F7EC-AA92A011F956}"/>
          </ac:graphicFrameMkLst>
        </pc:graphicFrameChg>
        <pc:graphicFrameChg chg="add del mod">
          <ac:chgData name="Subir Parida" userId="5adae42a5ff17c16" providerId="LiveId" clId="{2570E06C-6CDE-4131-A690-3FA8836EEC55}" dt="2024-01-19T17:35:26.383" v="481" actId="21"/>
          <ac:graphicFrameMkLst>
            <pc:docMk/>
            <pc:sldMk cId="1516520951" sldId="258"/>
            <ac:graphicFrameMk id="11" creationId="{B18E36AC-140F-5421-8742-8F4795016FCB}"/>
          </ac:graphicFrameMkLst>
        </pc:graphicFrameChg>
        <pc:graphicFrameChg chg="add mod">
          <ac:chgData name="Subir Parida" userId="5adae42a5ff17c16" providerId="LiveId" clId="{2570E06C-6CDE-4131-A690-3FA8836EEC55}" dt="2024-01-19T17:35:28.538" v="484"/>
          <ac:graphicFrameMkLst>
            <pc:docMk/>
            <pc:sldMk cId="1516520951" sldId="258"/>
            <ac:graphicFrameMk id="12" creationId="{B18E36AC-140F-5421-8742-8F4795016FCB}"/>
          </ac:graphicFrameMkLst>
        </pc:graphicFrameChg>
      </pc:sldChg>
      <pc:sldChg chg="del">
        <pc:chgData name="Subir Parida" userId="5adae42a5ff17c16" providerId="LiveId" clId="{2570E06C-6CDE-4131-A690-3FA8836EEC55}" dt="2024-01-18T19:12:50.942" v="34" actId="47"/>
        <pc:sldMkLst>
          <pc:docMk/>
          <pc:sldMk cId="1021300577" sldId="259"/>
        </pc:sldMkLst>
      </pc:sldChg>
      <pc:sldChg chg="del">
        <pc:chgData name="Subir Parida" userId="5adae42a5ff17c16" providerId="LiveId" clId="{2570E06C-6CDE-4131-A690-3FA8836EEC55}" dt="2024-01-18T19:12:52.250" v="36" actId="47"/>
        <pc:sldMkLst>
          <pc:docMk/>
          <pc:sldMk cId="1723193605" sldId="260"/>
        </pc:sldMkLst>
      </pc:sldChg>
      <pc:sldChg chg="addSp delSp modSp mod">
        <pc:chgData name="Subir Parida" userId="5adae42a5ff17c16" providerId="LiveId" clId="{2570E06C-6CDE-4131-A690-3FA8836EEC55}" dt="2024-01-20T09:43:44.465" v="1651" actId="20577"/>
        <pc:sldMkLst>
          <pc:docMk/>
          <pc:sldMk cId="1164543401" sldId="268"/>
        </pc:sldMkLst>
        <pc:spChg chg="add del mod">
          <ac:chgData name="Subir Parida" userId="5adae42a5ff17c16" providerId="LiveId" clId="{2570E06C-6CDE-4131-A690-3FA8836EEC55}" dt="2024-01-19T19:47:13.648" v="759" actId="478"/>
          <ac:spMkLst>
            <pc:docMk/>
            <pc:sldMk cId="1164543401" sldId="268"/>
            <ac:spMk id="2" creationId="{65096072-A839-F358-492F-B70F1D398709}"/>
          </ac:spMkLst>
        </pc:spChg>
        <pc:spChg chg="mod">
          <ac:chgData name="Subir Parida" userId="5adae42a5ff17c16" providerId="LiveId" clId="{2570E06C-6CDE-4131-A690-3FA8836EEC55}" dt="2024-01-20T09:43:44.465" v="1651" actId="20577"/>
          <ac:spMkLst>
            <pc:docMk/>
            <pc:sldMk cId="1164543401" sldId="268"/>
            <ac:spMk id="6" creationId="{00000000-0000-0000-0000-000000000000}"/>
          </ac:spMkLst>
        </pc:spChg>
        <pc:graphicFrameChg chg="del">
          <ac:chgData name="Subir Parida" userId="5adae42a5ff17c16" providerId="LiveId" clId="{2570E06C-6CDE-4131-A690-3FA8836EEC55}" dt="2024-01-19T19:47:09.577" v="756" actId="478"/>
          <ac:graphicFrameMkLst>
            <pc:docMk/>
            <pc:sldMk cId="1164543401" sldId="268"/>
            <ac:graphicFrameMk id="3" creationId="{00000000-0000-0000-0000-000000000000}"/>
          </ac:graphicFrameMkLst>
        </pc:graphicFrameChg>
        <pc:graphicFrameChg chg="del">
          <ac:chgData name="Subir Parida" userId="5adae42a5ff17c16" providerId="LiveId" clId="{2570E06C-6CDE-4131-A690-3FA8836EEC55}" dt="2024-01-19T19:46:42.073" v="739" actId="478"/>
          <ac:graphicFrameMkLst>
            <pc:docMk/>
            <pc:sldMk cId="1164543401" sldId="268"/>
            <ac:graphicFrameMk id="4" creationId="{00000000-0000-0000-0000-000000000000}"/>
          </ac:graphicFrameMkLst>
        </pc:graphicFrameChg>
        <pc:graphicFrameChg chg="del">
          <ac:chgData name="Subir Parida" userId="5adae42a5ff17c16" providerId="LiveId" clId="{2570E06C-6CDE-4131-A690-3FA8836EEC55}" dt="2024-01-19T19:46:16.252" v="729" actId="478"/>
          <ac:graphicFrameMkLst>
            <pc:docMk/>
            <pc:sldMk cId="1164543401" sldId="268"/>
            <ac:graphicFrameMk id="5" creationId="{00000000-0000-0000-0000-000000000000}"/>
          </ac:graphicFrameMkLst>
        </pc:graphicFrameChg>
        <pc:graphicFrameChg chg="add del mod">
          <ac:chgData name="Subir Parida" userId="5adae42a5ff17c16" providerId="LiveId" clId="{2570E06C-6CDE-4131-A690-3FA8836EEC55}" dt="2024-01-19T19:46:14.429" v="728" actId="21"/>
          <ac:graphicFrameMkLst>
            <pc:docMk/>
            <pc:sldMk cId="1164543401" sldId="268"/>
            <ac:graphicFrameMk id="7" creationId="{98570BF3-4F5F-B7F3-7A94-1A6C6C5C5B0E}"/>
          </ac:graphicFrameMkLst>
        </pc:graphicFrameChg>
        <pc:graphicFrameChg chg="add mod">
          <ac:chgData name="Subir Parida" userId="5adae42a5ff17c16" providerId="LiveId" clId="{2570E06C-6CDE-4131-A690-3FA8836EEC55}" dt="2024-01-19T19:46:16.754" v="731"/>
          <ac:graphicFrameMkLst>
            <pc:docMk/>
            <pc:sldMk cId="1164543401" sldId="268"/>
            <ac:graphicFrameMk id="8" creationId="{98570BF3-4F5F-B7F3-7A94-1A6C6C5C5B0E}"/>
          </ac:graphicFrameMkLst>
        </pc:graphicFrameChg>
        <pc:graphicFrameChg chg="add mod">
          <ac:chgData name="Subir Parida" userId="5adae42a5ff17c16" providerId="LiveId" clId="{2570E06C-6CDE-4131-A690-3FA8836EEC55}" dt="2024-01-19T19:46:27.571" v="734"/>
          <ac:graphicFrameMkLst>
            <pc:docMk/>
            <pc:sldMk cId="1164543401" sldId="268"/>
            <ac:graphicFrameMk id="9" creationId="{A0D1E244-E85C-56E1-4DAC-4B6B145078DA}"/>
          </ac:graphicFrameMkLst>
        </pc:graphicFrameChg>
        <pc:graphicFrameChg chg="add del mod">
          <ac:chgData name="Subir Parida" userId="5adae42a5ff17c16" providerId="LiveId" clId="{2570E06C-6CDE-4131-A690-3FA8836EEC55}" dt="2024-01-19T19:46:40.783" v="738" actId="21"/>
          <ac:graphicFrameMkLst>
            <pc:docMk/>
            <pc:sldMk cId="1164543401" sldId="268"/>
            <ac:graphicFrameMk id="10" creationId="{04ED2FDE-A827-0898-5AB3-6FB9444E9819}"/>
          </ac:graphicFrameMkLst>
        </pc:graphicFrameChg>
        <pc:graphicFrameChg chg="add mod">
          <ac:chgData name="Subir Parida" userId="5adae42a5ff17c16" providerId="LiveId" clId="{2570E06C-6CDE-4131-A690-3FA8836EEC55}" dt="2024-01-19T19:46:42.701" v="741"/>
          <ac:graphicFrameMkLst>
            <pc:docMk/>
            <pc:sldMk cId="1164543401" sldId="268"/>
            <ac:graphicFrameMk id="11" creationId="{04ED2FDE-A827-0898-5AB3-6FB9444E9819}"/>
          </ac:graphicFrameMkLst>
        </pc:graphicFrameChg>
        <pc:graphicFrameChg chg="add del mod">
          <ac:chgData name="Subir Parida" userId="5adae42a5ff17c16" providerId="LiveId" clId="{2570E06C-6CDE-4131-A690-3FA8836EEC55}" dt="2024-01-19T19:47:08.189" v="755" actId="21"/>
          <ac:graphicFrameMkLst>
            <pc:docMk/>
            <pc:sldMk cId="1164543401" sldId="268"/>
            <ac:graphicFrameMk id="12" creationId="{09DBF609-9544-1454-706B-7D19C99EDF01}"/>
          </ac:graphicFrameMkLst>
        </pc:graphicFrameChg>
        <pc:graphicFrameChg chg="add mod">
          <ac:chgData name="Subir Parida" userId="5adae42a5ff17c16" providerId="LiveId" clId="{2570E06C-6CDE-4131-A690-3FA8836EEC55}" dt="2024-01-19T19:47:10.097" v="758"/>
          <ac:graphicFrameMkLst>
            <pc:docMk/>
            <pc:sldMk cId="1164543401" sldId="268"/>
            <ac:graphicFrameMk id="13" creationId="{09DBF609-9544-1454-706B-7D19C99EDF01}"/>
          </ac:graphicFrameMkLst>
        </pc:graphicFrameChg>
      </pc:sldChg>
      <pc:sldChg chg="addSp delSp modSp mod">
        <pc:chgData name="Subir Parida" userId="5adae42a5ff17c16" providerId="LiveId" clId="{2570E06C-6CDE-4131-A690-3FA8836EEC55}" dt="2024-01-19T20:55:59.348" v="912"/>
        <pc:sldMkLst>
          <pc:docMk/>
          <pc:sldMk cId="1612788987" sldId="269"/>
        </pc:sldMkLst>
        <pc:spChg chg="add del mod">
          <ac:chgData name="Subir Parida" userId="5adae42a5ff17c16" providerId="LiveId" clId="{2570E06C-6CDE-4131-A690-3FA8836EEC55}" dt="2024-01-19T20:55:57.587" v="909" actId="478"/>
          <ac:spMkLst>
            <pc:docMk/>
            <pc:sldMk cId="1612788987" sldId="269"/>
            <ac:spMk id="7" creationId="{C3EB055D-039E-7BFD-DF25-4A3DBC388526}"/>
          </ac:spMkLst>
        </pc:spChg>
        <pc:graphicFrameChg chg="del">
          <ac:chgData name="Subir Parida" userId="5adae42a5ff17c16" providerId="LiveId" clId="{2570E06C-6CDE-4131-A690-3FA8836EEC55}" dt="2024-01-19T05:29:45.216" v="282" actId="478"/>
          <ac:graphicFrameMkLst>
            <pc:docMk/>
            <pc:sldMk cId="1612788987" sldId="269"/>
            <ac:graphicFrameMk id="3" creationId="{AFCF22D5-60FF-4E1B-37F0-CB068F82D16F}"/>
          </ac:graphicFrameMkLst>
        </pc:graphicFrameChg>
        <pc:graphicFrameChg chg="add del mod">
          <ac:chgData name="Subir Parida" userId="5adae42a5ff17c16" providerId="LiveId" clId="{2570E06C-6CDE-4131-A690-3FA8836EEC55}" dt="2024-01-19T05:29:43.005" v="281" actId="21"/>
          <ac:graphicFrameMkLst>
            <pc:docMk/>
            <pc:sldMk cId="1612788987" sldId="269"/>
            <ac:graphicFrameMk id="8" creationId="{01117595-5CAB-71EC-46DA-0BF2E9C9B085}"/>
          </ac:graphicFrameMkLst>
        </pc:graphicFrameChg>
        <pc:graphicFrameChg chg="del">
          <ac:chgData name="Subir Parida" userId="5adae42a5ff17c16" providerId="LiveId" clId="{2570E06C-6CDE-4131-A690-3FA8836EEC55}" dt="2024-01-19T19:51:46.352" v="810" actId="478"/>
          <ac:graphicFrameMkLst>
            <pc:docMk/>
            <pc:sldMk cId="1612788987" sldId="269"/>
            <ac:graphicFrameMk id="9" creationId="{00000000-0000-0000-0000-000000000000}"/>
          </ac:graphicFrameMkLst>
        </pc:graphicFrameChg>
        <pc:graphicFrameChg chg="del">
          <ac:chgData name="Subir Parida" userId="5adae42a5ff17c16" providerId="LiveId" clId="{2570E06C-6CDE-4131-A690-3FA8836EEC55}" dt="2024-01-19T20:55:58.381" v="910" actId="478"/>
          <ac:graphicFrameMkLst>
            <pc:docMk/>
            <pc:sldMk cId="1612788987" sldId="269"/>
            <ac:graphicFrameMk id="11" creationId="{F7FC9DA5-81CE-DB49-599C-2CC8EDD797C1}"/>
          </ac:graphicFrameMkLst>
        </pc:graphicFrameChg>
        <pc:graphicFrameChg chg="add mod">
          <ac:chgData name="Subir Parida" userId="5adae42a5ff17c16" providerId="LiveId" clId="{2570E06C-6CDE-4131-A690-3FA8836EEC55}" dt="2024-01-19T05:29:45.992" v="284"/>
          <ac:graphicFrameMkLst>
            <pc:docMk/>
            <pc:sldMk cId="1612788987" sldId="269"/>
            <ac:graphicFrameMk id="12" creationId="{01117595-5CAB-71EC-46DA-0BF2E9C9B085}"/>
          </ac:graphicFrameMkLst>
        </pc:graphicFrameChg>
        <pc:graphicFrameChg chg="add del mod">
          <ac:chgData name="Subir Parida" userId="5adae42a5ff17c16" providerId="LiveId" clId="{2570E06C-6CDE-4131-A690-3FA8836EEC55}" dt="2024-01-19T19:51:44.963" v="809" actId="21"/>
          <ac:graphicFrameMkLst>
            <pc:docMk/>
            <pc:sldMk cId="1612788987" sldId="269"/>
            <ac:graphicFrameMk id="13" creationId="{BABD944A-F459-7D12-84FE-BDA3DA46388B}"/>
          </ac:graphicFrameMkLst>
        </pc:graphicFrameChg>
        <pc:graphicFrameChg chg="add mod">
          <ac:chgData name="Subir Parida" userId="5adae42a5ff17c16" providerId="LiveId" clId="{2570E06C-6CDE-4131-A690-3FA8836EEC55}" dt="2024-01-19T19:51:46.807" v="812"/>
          <ac:graphicFrameMkLst>
            <pc:docMk/>
            <pc:sldMk cId="1612788987" sldId="269"/>
            <ac:graphicFrameMk id="14" creationId="{BABD944A-F459-7D12-84FE-BDA3DA46388B}"/>
          </ac:graphicFrameMkLst>
        </pc:graphicFrameChg>
        <pc:graphicFrameChg chg="add del mod">
          <ac:chgData name="Subir Parida" userId="5adae42a5ff17c16" providerId="LiveId" clId="{2570E06C-6CDE-4131-A690-3FA8836EEC55}" dt="2024-01-19T20:55:56.341" v="908" actId="21"/>
          <ac:graphicFrameMkLst>
            <pc:docMk/>
            <pc:sldMk cId="1612788987" sldId="269"/>
            <ac:graphicFrameMk id="15" creationId="{A7B4D78F-19D0-56F0-C444-1A6B5D839ED7}"/>
          </ac:graphicFrameMkLst>
        </pc:graphicFrameChg>
        <pc:graphicFrameChg chg="add mod">
          <ac:chgData name="Subir Parida" userId="5adae42a5ff17c16" providerId="LiveId" clId="{2570E06C-6CDE-4131-A690-3FA8836EEC55}" dt="2024-01-19T20:55:59.348" v="912"/>
          <ac:graphicFrameMkLst>
            <pc:docMk/>
            <pc:sldMk cId="1612788987" sldId="269"/>
            <ac:graphicFrameMk id="16" creationId="{A7B4D78F-19D0-56F0-C444-1A6B5D839ED7}"/>
          </ac:graphicFrameMkLst>
        </pc:graphicFrameChg>
      </pc:sldChg>
      <pc:sldChg chg="addSp delSp modSp mod">
        <pc:chgData name="Subir Parida" userId="5adae42a5ff17c16" providerId="LiveId" clId="{2570E06C-6CDE-4131-A690-3FA8836EEC55}" dt="2024-01-19T20:56:23.440" v="921"/>
        <pc:sldMkLst>
          <pc:docMk/>
          <pc:sldMk cId="3297854690" sldId="270"/>
        </pc:sldMkLst>
        <pc:spChg chg="add del mod">
          <ac:chgData name="Subir Parida" userId="5adae42a5ff17c16" providerId="LiveId" clId="{2570E06C-6CDE-4131-A690-3FA8836EEC55}" dt="2024-01-19T20:56:03.082" v="913" actId="478"/>
          <ac:spMkLst>
            <pc:docMk/>
            <pc:sldMk cId="3297854690" sldId="270"/>
            <ac:spMk id="4" creationId="{56B45EB1-CEA5-6428-6AD4-377361EA9582}"/>
          </ac:spMkLst>
        </pc:spChg>
        <pc:graphicFrameChg chg="del">
          <ac:chgData name="Subir Parida" userId="5adae42a5ff17c16" providerId="LiveId" clId="{2570E06C-6CDE-4131-A690-3FA8836EEC55}" dt="2024-01-19T05:30:18.072" v="291" actId="478"/>
          <ac:graphicFrameMkLst>
            <pc:docMk/>
            <pc:sldMk cId="3297854690" sldId="270"/>
            <ac:graphicFrameMk id="5" creationId="{88B88DA9-602E-2E6D-B5D4-0BB2FD7CDA7D}"/>
          </ac:graphicFrameMkLst>
        </pc:graphicFrameChg>
        <pc:graphicFrameChg chg="add del mod">
          <ac:chgData name="Subir Parida" userId="5adae42a5ff17c16" providerId="LiveId" clId="{2570E06C-6CDE-4131-A690-3FA8836EEC55}" dt="2024-01-19T05:30:15.835" v="290" actId="21"/>
          <ac:graphicFrameMkLst>
            <pc:docMk/>
            <pc:sldMk cId="3297854690" sldId="270"/>
            <ac:graphicFrameMk id="7" creationId="{B622E20C-5C02-8DA3-6B2E-9D45A6B385D6}"/>
          </ac:graphicFrameMkLst>
        </pc:graphicFrameChg>
        <pc:graphicFrameChg chg="del">
          <ac:chgData name="Subir Parida" userId="5adae42a5ff17c16" providerId="LiveId" clId="{2570E06C-6CDE-4131-A690-3FA8836EEC55}" dt="2024-01-19T19:52:32.174" v="818" actId="478"/>
          <ac:graphicFrameMkLst>
            <pc:docMk/>
            <pc:sldMk cId="3297854690" sldId="270"/>
            <ac:graphicFrameMk id="8" creationId="{00000000-0000-0000-0000-000000000000}"/>
          </ac:graphicFrameMkLst>
        </pc:graphicFrameChg>
        <pc:graphicFrameChg chg="del">
          <ac:chgData name="Subir Parida" userId="5adae42a5ff17c16" providerId="LiveId" clId="{2570E06C-6CDE-4131-A690-3FA8836EEC55}" dt="2024-01-19T20:56:22.285" v="919" actId="478"/>
          <ac:graphicFrameMkLst>
            <pc:docMk/>
            <pc:sldMk cId="3297854690" sldId="270"/>
            <ac:graphicFrameMk id="11" creationId="{6B8B626B-93AC-255F-17EC-EC7246FDBA6C}"/>
          </ac:graphicFrameMkLst>
        </pc:graphicFrameChg>
        <pc:graphicFrameChg chg="add mod">
          <ac:chgData name="Subir Parida" userId="5adae42a5ff17c16" providerId="LiveId" clId="{2570E06C-6CDE-4131-A690-3FA8836EEC55}" dt="2024-01-19T05:30:18.653" v="293"/>
          <ac:graphicFrameMkLst>
            <pc:docMk/>
            <pc:sldMk cId="3297854690" sldId="270"/>
            <ac:graphicFrameMk id="12" creationId="{B622E20C-5C02-8DA3-6B2E-9D45A6B385D6}"/>
          </ac:graphicFrameMkLst>
        </pc:graphicFrameChg>
        <pc:graphicFrameChg chg="add del mod">
          <ac:chgData name="Subir Parida" userId="5adae42a5ff17c16" providerId="LiveId" clId="{2570E06C-6CDE-4131-A690-3FA8836EEC55}" dt="2024-01-19T19:52:30.077" v="817" actId="21"/>
          <ac:graphicFrameMkLst>
            <pc:docMk/>
            <pc:sldMk cId="3297854690" sldId="270"/>
            <ac:graphicFrameMk id="13" creationId="{A0D1E244-E85C-56E1-4DAC-4B6B145078DA}"/>
          </ac:graphicFrameMkLst>
        </pc:graphicFrameChg>
        <pc:graphicFrameChg chg="add mod">
          <ac:chgData name="Subir Parida" userId="5adae42a5ff17c16" providerId="LiveId" clId="{2570E06C-6CDE-4131-A690-3FA8836EEC55}" dt="2024-01-19T19:52:32.576" v="820"/>
          <ac:graphicFrameMkLst>
            <pc:docMk/>
            <pc:sldMk cId="3297854690" sldId="270"/>
            <ac:graphicFrameMk id="14" creationId="{A0D1E244-E85C-56E1-4DAC-4B6B145078DA}"/>
          </ac:graphicFrameMkLst>
        </pc:graphicFrameChg>
        <pc:graphicFrameChg chg="add del mod">
          <ac:chgData name="Subir Parida" userId="5adae42a5ff17c16" providerId="LiveId" clId="{2570E06C-6CDE-4131-A690-3FA8836EEC55}" dt="2024-01-19T20:56:21.159" v="918" actId="21"/>
          <ac:graphicFrameMkLst>
            <pc:docMk/>
            <pc:sldMk cId="3297854690" sldId="270"/>
            <ac:graphicFrameMk id="15" creationId="{67167423-EB61-8931-D390-D6D18F8C0C54}"/>
          </ac:graphicFrameMkLst>
        </pc:graphicFrameChg>
        <pc:graphicFrameChg chg="add mod">
          <ac:chgData name="Subir Parida" userId="5adae42a5ff17c16" providerId="LiveId" clId="{2570E06C-6CDE-4131-A690-3FA8836EEC55}" dt="2024-01-19T20:56:23.440" v="921"/>
          <ac:graphicFrameMkLst>
            <pc:docMk/>
            <pc:sldMk cId="3297854690" sldId="270"/>
            <ac:graphicFrameMk id="16" creationId="{67167423-EB61-8931-D390-D6D18F8C0C54}"/>
          </ac:graphicFrameMkLst>
        </pc:graphicFrameChg>
      </pc:sldChg>
      <pc:sldChg chg="addSp delSp modSp mod">
        <pc:chgData name="Subir Parida" userId="5adae42a5ff17c16" providerId="LiveId" clId="{2570E06C-6CDE-4131-A690-3FA8836EEC55}" dt="2024-01-19T20:56:46.856" v="930"/>
        <pc:sldMkLst>
          <pc:docMk/>
          <pc:sldMk cId="1898457868" sldId="271"/>
        </pc:sldMkLst>
        <pc:spChg chg="add del mod">
          <ac:chgData name="Subir Parida" userId="5adae42a5ff17c16" providerId="LiveId" clId="{2570E06C-6CDE-4131-A690-3FA8836EEC55}" dt="2024-01-19T20:56:27.237" v="922" actId="478"/>
          <ac:spMkLst>
            <pc:docMk/>
            <pc:sldMk cId="1898457868" sldId="271"/>
            <ac:spMk id="5" creationId="{E184D1A5-BCC7-0666-1C02-0E4F77CC9C99}"/>
          </ac:spMkLst>
        </pc:spChg>
        <pc:graphicFrameChg chg="del">
          <ac:chgData name="Subir Parida" userId="5adae42a5ff17c16" providerId="LiveId" clId="{2570E06C-6CDE-4131-A690-3FA8836EEC55}" dt="2024-01-19T05:30:52.577" v="300" actId="478"/>
          <ac:graphicFrameMkLst>
            <pc:docMk/>
            <pc:sldMk cId="1898457868" sldId="271"/>
            <ac:graphicFrameMk id="4" creationId="{04D4D283-FD59-2BDE-7AAC-2652E7AF583D}"/>
          </ac:graphicFrameMkLst>
        </pc:graphicFrameChg>
        <pc:graphicFrameChg chg="add del mod">
          <ac:chgData name="Subir Parida" userId="5adae42a5ff17c16" providerId="LiveId" clId="{2570E06C-6CDE-4131-A690-3FA8836EEC55}" dt="2024-01-19T05:30:50.589" v="299" actId="21"/>
          <ac:graphicFrameMkLst>
            <pc:docMk/>
            <pc:sldMk cId="1898457868" sldId="271"/>
            <ac:graphicFrameMk id="7" creationId="{D2655726-653F-C2A8-1B39-521130101D75}"/>
          </ac:graphicFrameMkLst>
        </pc:graphicFrameChg>
        <pc:graphicFrameChg chg="del">
          <ac:chgData name="Subir Parida" userId="5adae42a5ff17c16" providerId="LiveId" clId="{2570E06C-6CDE-4131-A690-3FA8836EEC55}" dt="2024-01-19T19:52:55.446" v="827" actId="478"/>
          <ac:graphicFrameMkLst>
            <pc:docMk/>
            <pc:sldMk cId="1898457868" sldId="271"/>
            <ac:graphicFrameMk id="8" creationId="{00000000-0000-0000-0000-000000000000}"/>
          </ac:graphicFrameMkLst>
        </pc:graphicFrameChg>
        <pc:graphicFrameChg chg="del">
          <ac:chgData name="Subir Parida" userId="5adae42a5ff17c16" providerId="LiveId" clId="{2570E06C-6CDE-4131-A690-3FA8836EEC55}" dt="2024-01-19T20:56:45.983" v="928" actId="478"/>
          <ac:graphicFrameMkLst>
            <pc:docMk/>
            <pc:sldMk cId="1898457868" sldId="271"/>
            <ac:graphicFrameMk id="11" creationId="{860E5FC9-8BF4-244D-5DCE-2D64DA164DB1}"/>
          </ac:graphicFrameMkLst>
        </pc:graphicFrameChg>
        <pc:graphicFrameChg chg="add mod">
          <ac:chgData name="Subir Parida" userId="5adae42a5ff17c16" providerId="LiveId" clId="{2570E06C-6CDE-4131-A690-3FA8836EEC55}" dt="2024-01-19T05:30:53.179" v="302"/>
          <ac:graphicFrameMkLst>
            <pc:docMk/>
            <pc:sldMk cId="1898457868" sldId="271"/>
            <ac:graphicFrameMk id="12" creationId="{D2655726-653F-C2A8-1B39-521130101D75}"/>
          </ac:graphicFrameMkLst>
        </pc:graphicFrameChg>
        <pc:graphicFrameChg chg="add del mod">
          <ac:chgData name="Subir Parida" userId="5adae42a5ff17c16" providerId="LiveId" clId="{2570E06C-6CDE-4131-A690-3FA8836EEC55}" dt="2024-01-19T19:52:53.779" v="826" actId="21"/>
          <ac:graphicFrameMkLst>
            <pc:docMk/>
            <pc:sldMk cId="1898457868" sldId="271"/>
            <ac:graphicFrameMk id="13" creationId="{7D7FF751-CB33-4D49-360A-1DC9CB8A08C3}"/>
          </ac:graphicFrameMkLst>
        </pc:graphicFrameChg>
        <pc:graphicFrameChg chg="add mod">
          <ac:chgData name="Subir Parida" userId="5adae42a5ff17c16" providerId="LiveId" clId="{2570E06C-6CDE-4131-A690-3FA8836EEC55}" dt="2024-01-19T19:52:55.930" v="829"/>
          <ac:graphicFrameMkLst>
            <pc:docMk/>
            <pc:sldMk cId="1898457868" sldId="271"/>
            <ac:graphicFrameMk id="14" creationId="{7D7FF751-CB33-4D49-360A-1DC9CB8A08C3}"/>
          </ac:graphicFrameMkLst>
        </pc:graphicFrameChg>
        <pc:graphicFrameChg chg="add del mod">
          <ac:chgData name="Subir Parida" userId="5adae42a5ff17c16" providerId="LiveId" clId="{2570E06C-6CDE-4131-A690-3FA8836EEC55}" dt="2024-01-19T20:56:44.619" v="927" actId="21"/>
          <ac:graphicFrameMkLst>
            <pc:docMk/>
            <pc:sldMk cId="1898457868" sldId="271"/>
            <ac:graphicFrameMk id="15" creationId="{2174F4B2-A369-CBD6-6DA9-DAB4329E6CDF}"/>
          </ac:graphicFrameMkLst>
        </pc:graphicFrameChg>
        <pc:graphicFrameChg chg="add mod">
          <ac:chgData name="Subir Parida" userId="5adae42a5ff17c16" providerId="LiveId" clId="{2570E06C-6CDE-4131-A690-3FA8836EEC55}" dt="2024-01-19T20:56:46.856" v="930"/>
          <ac:graphicFrameMkLst>
            <pc:docMk/>
            <pc:sldMk cId="1898457868" sldId="271"/>
            <ac:graphicFrameMk id="16" creationId="{2174F4B2-A369-CBD6-6DA9-DAB4329E6CDF}"/>
          </ac:graphicFrameMkLst>
        </pc:graphicFrameChg>
      </pc:sldChg>
      <pc:sldChg chg="add">
        <pc:chgData name="Subir Parida" userId="5adae42a5ff17c16" providerId="LiveId" clId="{2570E06C-6CDE-4131-A690-3FA8836EEC55}" dt="2024-01-25T10:11:46.871" v="3444"/>
        <pc:sldMkLst>
          <pc:docMk/>
          <pc:sldMk cId="2795034914" sldId="272"/>
        </pc:sldMkLst>
      </pc:sldChg>
      <pc:sldChg chg="addSp delSp modSp del mod">
        <pc:chgData name="Subir Parida" userId="5adae42a5ff17c16" providerId="LiveId" clId="{2570E06C-6CDE-4131-A690-3FA8836EEC55}" dt="2024-01-25T10:11:40.750" v="3443" actId="2696"/>
        <pc:sldMkLst>
          <pc:docMk/>
          <pc:sldMk cId="3620240384" sldId="272"/>
        </pc:sldMkLst>
        <pc:spChg chg="add mod">
          <ac:chgData name="Subir Parida" userId="5adae42a5ff17c16" providerId="LiveId" clId="{2570E06C-6CDE-4131-A690-3FA8836EEC55}" dt="2024-01-20T09:40:26.860" v="1635" actId="20577"/>
          <ac:spMkLst>
            <pc:docMk/>
            <pc:sldMk cId="3620240384" sldId="272"/>
            <ac:spMk id="2" creationId="{5E891691-E1E4-D09C-26AA-B4A41A6BBED0}"/>
          </ac:spMkLst>
        </pc:spChg>
        <pc:spChg chg="add del mod">
          <ac:chgData name="Subir Parida" userId="5adae42a5ff17c16" providerId="LiveId" clId="{2570E06C-6CDE-4131-A690-3FA8836EEC55}" dt="2024-01-19T05:27:49.603" v="254" actId="478"/>
          <ac:spMkLst>
            <pc:docMk/>
            <pc:sldMk cId="3620240384" sldId="272"/>
            <ac:spMk id="3" creationId="{BE4E24A0-B162-434A-D0AB-3ECFD019FBAB}"/>
          </ac:spMkLst>
        </pc:spChg>
        <pc:spChg chg="mod">
          <ac:chgData name="Subir Parida" userId="5adae42a5ff17c16" providerId="LiveId" clId="{2570E06C-6CDE-4131-A690-3FA8836EEC55}" dt="2024-01-19T05:25:02.724" v="189" actId="20577"/>
          <ac:spMkLst>
            <pc:docMk/>
            <pc:sldMk cId="3620240384" sldId="272"/>
            <ac:spMk id="6" creationId="{00000000-0000-0000-0000-000000000000}"/>
          </ac:spMkLst>
        </pc:spChg>
        <pc:graphicFrameChg chg="del">
          <ac:chgData name="Subir Parida" userId="5adae42a5ff17c16" providerId="LiveId" clId="{2570E06C-6CDE-4131-A690-3FA8836EEC55}" dt="2024-01-19T05:26:52.344" v="240" actId="478"/>
          <ac:graphicFrameMkLst>
            <pc:docMk/>
            <pc:sldMk cId="3620240384" sldId="272"/>
            <ac:graphicFrameMk id="2" creationId="{CED6D29F-2C8B-11C3-BA74-36D4FC3E440E}"/>
          </ac:graphicFrameMkLst>
        </pc:graphicFrameChg>
        <pc:graphicFrameChg chg="add del mod">
          <ac:chgData name="Subir Parida" userId="5adae42a5ff17c16" providerId="LiveId" clId="{2570E06C-6CDE-4131-A690-3FA8836EEC55}" dt="2024-01-19T05:26:22.581" v="230" actId="21"/>
          <ac:graphicFrameMkLst>
            <pc:docMk/>
            <pc:sldMk cId="3620240384" sldId="272"/>
            <ac:graphicFrameMk id="4" creationId="{83A207CB-D930-5C3C-38EA-2C529F63F0AE}"/>
          </ac:graphicFrameMkLst>
        </pc:graphicFrameChg>
        <pc:graphicFrameChg chg="add mod">
          <ac:chgData name="Subir Parida" userId="5adae42a5ff17c16" providerId="LiveId" clId="{2570E06C-6CDE-4131-A690-3FA8836EEC55}" dt="2024-01-19T05:26:26.100" v="233"/>
          <ac:graphicFrameMkLst>
            <pc:docMk/>
            <pc:sldMk cId="3620240384" sldId="272"/>
            <ac:graphicFrameMk id="5" creationId="{83A207CB-D930-5C3C-38EA-2C529F63F0AE}"/>
          </ac:graphicFrameMkLst>
        </pc:graphicFrameChg>
        <pc:graphicFrameChg chg="del">
          <ac:chgData name="Subir Parida" userId="5adae42a5ff17c16" providerId="LiveId" clId="{2570E06C-6CDE-4131-A690-3FA8836EEC55}" dt="2024-01-19T05:27:44.734" v="251" actId="478"/>
          <ac:graphicFrameMkLst>
            <pc:docMk/>
            <pc:sldMk cId="3620240384" sldId="272"/>
            <ac:graphicFrameMk id="7" creationId="{A4E02CF3-7672-3529-8EDF-E0594069C58D}"/>
          </ac:graphicFrameMkLst>
        </pc:graphicFrameChg>
        <pc:graphicFrameChg chg="add del mod">
          <ac:chgData name="Subir Parida" userId="5adae42a5ff17c16" providerId="LiveId" clId="{2570E06C-6CDE-4131-A690-3FA8836EEC55}" dt="2024-01-19T05:26:49.980" v="239" actId="21"/>
          <ac:graphicFrameMkLst>
            <pc:docMk/>
            <pc:sldMk cId="3620240384" sldId="272"/>
            <ac:graphicFrameMk id="8" creationId="{C8671146-3C32-53AE-6D7C-37A77C71345D}"/>
          </ac:graphicFrameMkLst>
        </pc:graphicFrameChg>
        <pc:graphicFrameChg chg="add mod">
          <ac:chgData name="Subir Parida" userId="5adae42a5ff17c16" providerId="LiveId" clId="{2570E06C-6CDE-4131-A690-3FA8836EEC55}" dt="2024-01-19T05:26:53.390" v="242"/>
          <ac:graphicFrameMkLst>
            <pc:docMk/>
            <pc:sldMk cId="3620240384" sldId="272"/>
            <ac:graphicFrameMk id="9" creationId="{C8671146-3C32-53AE-6D7C-37A77C71345D}"/>
          </ac:graphicFrameMkLst>
        </pc:graphicFrameChg>
        <pc:graphicFrameChg chg="del">
          <ac:chgData name="Subir Parida" userId="5adae42a5ff17c16" providerId="LiveId" clId="{2570E06C-6CDE-4131-A690-3FA8836EEC55}" dt="2024-01-19T05:26:25.244" v="231" actId="478"/>
          <ac:graphicFrameMkLst>
            <pc:docMk/>
            <pc:sldMk cId="3620240384" sldId="272"/>
            <ac:graphicFrameMk id="10" creationId="{E5358684-4D08-D072-D231-0A59962C2B51}"/>
          </ac:graphicFrameMkLst>
        </pc:graphicFrameChg>
        <pc:graphicFrameChg chg="add del mod">
          <ac:chgData name="Subir Parida" userId="5adae42a5ff17c16" providerId="LiveId" clId="{2570E06C-6CDE-4131-A690-3FA8836EEC55}" dt="2024-01-19T05:27:43.184" v="250" actId="21"/>
          <ac:graphicFrameMkLst>
            <pc:docMk/>
            <pc:sldMk cId="3620240384" sldId="272"/>
            <ac:graphicFrameMk id="11" creationId="{B4CB4B55-7B20-A7D1-3D51-AEBB5F74EE52}"/>
          </ac:graphicFrameMkLst>
        </pc:graphicFrameChg>
        <pc:graphicFrameChg chg="add mod">
          <ac:chgData name="Subir Parida" userId="5adae42a5ff17c16" providerId="LiveId" clId="{2570E06C-6CDE-4131-A690-3FA8836EEC55}" dt="2024-01-20T09:37:06.727" v="1533" actId="1076"/>
          <ac:graphicFrameMkLst>
            <pc:docMk/>
            <pc:sldMk cId="3620240384" sldId="272"/>
            <ac:graphicFrameMk id="12" creationId="{B4CB4B55-7B20-A7D1-3D51-AEBB5F74EE52}"/>
          </ac:graphicFrameMkLst>
        </pc:graphicFrameChg>
      </pc:sldChg>
      <pc:sldChg chg="addSp delSp modSp del mod">
        <pc:chgData name="Subir Parida" userId="5adae42a5ff17c16" providerId="LiveId" clId="{2570E06C-6CDE-4131-A690-3FA8836EEC55}" dt="2024-01-25T10:11:40.750" v="3443" actId="2696"/>
        <pc:sldMkLst>
          <pc:docMk/>
          <pc:sldMk cId="978975982" sldId="274"/>
        </pc:sldMkLst>
        <pc:spChg chg="add mod">
          <ac:chgData name="Subir Parida" userId="5adae42a5ff17c16" providerId="LiveId" clId="{2570E06C-6CDE-4131-A690-3FA8836EEC55}" dt="2024-01-20T09:37:21.957" v="1536"/>
          <ac:spMkLst>
            <pc:docMk/>
            <pc:sldMk cId="978975982" sldId="274"/>
            <ac:spMk id="2" creationId="{3C83B8BF-A002-CC75-8152-A1897CB29DF6}"/>
          </ac:spMkLst>
        </pc:spChg>
        <pc:spChg chg="add del mod">
          <ac:chgData name="Subir Parida" userId="5adae42a5ff17c16" providerId="LiveId" clId="{2570E06C-6CDE-4131-A690-3FA8836EEC55}" dt="2024-01-19T05:29:06.450" v="274" actId="478"/>
          <ac:spMkLst>
            <pc:docMk/>
            <pc:sldMk cId="978975982" sldId="274"/>
            <ac:spMk id="2" creationId="{BC929EB3-A782-39DA-4428-ECE9D8468D5F}"/>
          </ac:spMkLst>
        </pc:spChg>
        <pc:spChg chg="add mod">
          <ac:chgData name="Subir Parida" userId="5adae42a5ff17c16" providerId="LiveId" clId="{2570E06C-6CDE-4131-A690-3FA8836EEC55}" dt="2024-01-20T09:39:13.847" v="1573" actId="20577"/>
          <ac:spMkLst>
            <pc:docMk/>
            <pc:sldMk cId="978975982" sldId="274"/>
            <ac:spMk id="3" creationId="{A709DC13-9EEB-0FB9-4D9A-1091ED3F4C91}"/>
          </ac:spMkLst>
        </pc:spChg>
        <pc:spChg chg="mod">
          <ac:chgData name="Subir Parida" userId="5adae42a5ff17c16" providerId="LiveId" clId="{2570E06C-6CDE-4131-A690-3FA8836EEC55}" dt="2024-01-20T09:37:41.234" v="1539" actId="1076"/>
          <ac:spMkLst>
            <pc:docMk/>
            <pc:sldMk cId="978975982" sldId="274"/>
            <ac:spMk id="5" creationId="{194D1F85-A882-6F6F-13AB-9BFB56A71BE3}"/>
          </ac:spMkLst>
        </pc:spChg>
        <pc:spChg chg="mod">
          <ac:chgData name="Subir Parida" userId="5adae42a5ff17c16" providerId="LiveId" clId="{2570E06C-6CDE-4131-A690-3FA8836EEC55}" dt="2024-01-20T09:37:59.113" v="1542" actId="1076"/>
          <ac:spMkLst>
            <pc:docMk/>
            <pc:sldMk cId="978975982" sldId="274"/>
            <ac:spMk id="6" creationId="{2380A65C-BB1D-BEFD-0595-1AAF03C4A8EF}"/>
          </ac:spMkLst>
        </pc:spChg>
        <pc:graphicFrameChg chg="add del mod">
          <ac:chgData name="Subir Parida" userId="5adae42a5ff17c16" providerId="LiveId" clId="{2570E06C-6CDE-4131-A690-3FA8836EEC55}" dt="2024-01-19T05:28:38.070" v="265" actId="21"/>
          <ac:graphicFrameMkLst>
            <pc:docMk/>
            <pc:sldMk cId="978975982" sldId="274"/>
            <ac:graphicFrameMk id="3" creationId="{60CF2AD3-230D-F369-CAC5-4FA9A48BC42D}"/>
          </ac:graphicFrameMkLst>
        </pc:graphicFrameChg>
        <pc:graphicFrameChg chg="add mod">
          <ac:chgData name="Subir Parida" userId="5adae42a5ff17c16" providerId="LiveId" clId="{2570E06C-6CDE-4131-A690-3FA8836EEC55}" dt="2024-01-20T09:38:06.720" v="1543" actId="1076"/>
          <ac:graphicFrameMkLst>
            <pc:docMk/>
            <pc:sldMk cId="978975982" sldId="274"/>
            <ac:graphicFrameMk id="4" creationId="{60CF2AD3-230D-F369-CAC5-4FA9A48BC42D}"/>
          </ac:graphicFrameMkLst>
        </pc:graphicFrameChg>
        <pc:graphicFrameChg chg="del">
          <ac:chgData name="Subir Parida" userId="5adae42a5ff17c16" providerId="LiveId" clId="{2570E06C-6CDE-4131-A690-3FA8836EEC55}" dt="2024-01-19T05:28:58.280" v="272" actId="478"/>
          <ac:graphicFrameMkLst>
            <pc:docMk/>
            <pc:sldMk cId="978975982" sldId="274"/>
            <ac:graphicFrameMk id="7" creationId="{93F829F9-F601-54D2-4FD0-F2A55085E23C}"/>
          </ac:graphicFrameMkLst>
        </pc:graphicFrameChg>
        <pc:graphicFrameChg chg="del">
          <ac:chgData name="Subir Parida" userId="5adae42a5ff17c16" providerId="LiveId" clId="{2570E06C-6CDE-4131-A690-3FA8836EEC55}" dt="2024-01-19T05:28:39.893" v="266" actId="478"/>
          <ac:graphicFrameMkLst>
            <pc:docMk/>
            <pc:sldMk cId="978975982" sldId="274"/>
            <ac:graphicFrameMk id="8" creationId="{BE2F5A50-FF1E-E4A5-C3BD-A48F916D035C}"/>
          </ac:graphicFrameMkLst>
        </pc:graphicFrameChg>
        <pc:graphicFrameChg chg="add mod">
          <ac:chgData name="Subir Parida" userId="5adae42a5ff17c16" providerId="LiveId" clId="{2570E06C-6CDE-4131-A690-3FA8836EEC55}" dt="2024-01-20T09:37:44.884" v="1540" actId="1076"/>
          <ac:graphicFrameMkLst>
            <pc:docMk/>
            <pc:sldMk cId="978975982" sldId="274"/>
            <ac:graphicFrameMk id="9" creationId="{5AC4D09A-CE8E-1833-5BF0-02BF5AE14D3B}"/>
          </ac:graphicFrameMkLst>
        </pc:graphicFrameChg>
      </pc:sldChg>
      <pc:sldChg chg="add">
        <pc:chgData name="Subir Parida" userId="5adae42a5ff17c16" providerId="LiveId" clId="{2570E06C-6CDE-4131-A690-3FA8836EEC55}" dt="2024-01-25T10:11:46.871" v="3444"/>
        <pc:sldMkLst>
          <pc:docMk/>
          <pc:sldMk cId="1446150742" sldId="274"/>
        </pc:sldMkLst>
      </pc:sldChg>
      <pc:sldChg chg="del">
        <pc:chgData name="Subir Parida" userId="5adae42a5ff17c16" providerId="LiveId" clId="{2570E06C-6CDE-4131-A690-3FA8836EEC55}" dt="2024-01-18T19:12:51.604" v="35" actId="47"/>
        <pc:sldMkLst>
          <pc:docMk/>
          <pc:sldMk cId="1144792116" sldId="275"/>
        </pc:sldMkLst>
      </pc:sldChg>
      <pc:sldChg chg="modSp mod">
        <pc:chgData name="Subir Parida" userId="5adae42a5ff17c16" providerId="LiveId" clId="{2570E06C-6CDE-4131-A690-3FA8836EEC55}" dt="2024-01-19T21:32:42.816" v="1063" actId="20577"/>
        <pc:sldMkLst>
          <pc:docMk/>
          <pc:sldMk cId="268647914" sldId="277"/>
        </pc:sldMkLst>
        <pc:spChg chg="mod">
          <ac:chgData name="Subir Parida" userId="5adae42a5ff17c16" providerId="LiveId" clId="{2570E06C-6CDE-4131-A690-3FA8836EEC55}" dt="2024-01-19T21:32:42.816" v="1063" actId="20577"/>
          <ac:spMkLst>
            <pc:docMk/>
            <pc:sldMk cId="268647914" sldId="277"/>
            <ac:spMk id="3" creationId="{9DD463F7-D779-AD99-8658-63E73DF978AB}"/>
          </ac:spMkLst>
        </pc:spChg>
      </pc:sldChg>
      <pc:sldChg chg="modSp mod ord">
        <pc:chgData name="Subir Parida" userId="5adae42a5ff17c16" providerId="LiveId" clId="{2570E06C-6CDE-4131-A690-3FA8836EEC55}" dt="2024-01-25T10:10:14.166" v="3421" actId="20577"/>
        <pc:sldMkLst>
          <pc:docMk/>
          <pc:sldMk cId="2695453843" sldId="280"/>
        </pc:sldMkLst>
        <pc:spChg chg="mod">
          <ac:chgData name="Subir Parida" userId="5adae42a5ff17c16" providerId="LiveId" clId="{2570E06C-6CDE-4131-A690-3FA8836EEC55}" dt="2024-01-25T10:10:14.166" v="3421" actId="20577"/>
          <ac:spMkLst>
            <pc:docMk/>
            <pc:sldMk cId="2695453843" sldId="280"/>
            <ac:spMk id="3" creationId="{9DD463F7-D779-AD99-8658-63E73DF978AB}"/>
          </ac:spMkLst>
        </pc:spChg>
      </pc:sldChg>
      <pc:sldChg chg="modSp mod">
        <pc:chgData name="Subir Parida" userId="5adae42a5ff17c16" providerId="LiveId" clId="{2570E06C-6CDE-4131-A690-3FA8836EEC55}" dt="2024-01-20T09:42:38.324" v="1650" actId="20577"/>
        <pc:sldMkLst>
          <pc:docMk/>
          <pc:sldMk cId="1622650635" sldId="282"/>
        </pc:sldMkLst>
        <pc:spChg chg="mod">
          <ac:chgData name="Subir Parida" userId="5adae42a5ff17c16" providerId="LiveId" clId="{2570E06C-6CDE-4131-A690-3FA8836EEC55}" dt="2024-01-20T09:42:38.324" v="1650" actId="20577"/>
          <ac:spMkLst>
            <pc:docMk/>
            <pc:sldMk cId="1622650635" sldId="282"/>
            <ac:spMk id="3" creationId="{9DD463F7-D779-AD99-8658-63E73DF978AB}"/>
          </ac:spMkLst>
        </pc:spChg>
      </pc:sldChg>
      <pc:sldChg chg="addSp delSp modSp mod">
        <pc:chgData name="Subir Parida" userId="5adae42a5ff17c16" providerId="LiveId" clId="{2570E06C-6CDE-4131-A690-3FA8836EEC55}" dt="2024-01-19T21:26:31.106" v="956"/>
        <pc:sldMkLst>
          <pc:docMk/>
          <pc:sldMk cId="3592857757" sldId="285"/>
        </pc:sldMkLst>
        <pc:spChg chg="add del mod">
          <ac:chgData name="Subir Parida" userId="5adae42a5ff17c16" providerId="LiveId" clId="{2570E06C-6CDE-4131-A690-3FA8836EEC55}" dt="2024-01-19T21:26:11.678" v="949" actId="478"/>
          <ac:spMkLst>
            <pc:docMk/>
            <pc:sldMk cId="3592857757" sldId="285"/>
            <ac:spMk id="2" creationId="{52B3FC54-1731-367E-117F-7E40B75B405C}"/>
          </ac:spMkLst>
        </pc:spChg>
        <pc:spChg chg="mod">
          <ac:chgData name="Subir Parida" userId="5adae42a5ff17c16" providerId="LiveId" clId="{2570E06C-6CDE-4131-A690-3FA8836EEC55}" dt="2024-01-19T21:19:34.963" v="934" actId="20577"/>
          <ac:spMkLst>
            <pc:docMk/>
            <pc:sldMk cId="3592857757" sldId="285"/>
            <ac:spMk id="6" creationId="{00000000-0000-0000-0000-000000000000}"/>
          </ac:spMkLst>
        </pc:spChg>
        <pc:graphicFrameChg chg="del">
          <ac:chgData name="Subir Parida" userId="5adae42a5ff17c16" providerId="LiveId" clId="{2570E06C-6CDE-4131-A690-3FA8836EEC55}" dt="2024-01-19T21:22:08.584" v="939" actId="478"/>
          <ac:graphicFrameMkLst>
            <pc:docMk/>
            <pc:sldMk cId="3592857757" sldId="285"/>
            <ac:graphicFrameMk id="3" creationId="{406C4068-5A85-B1A2-B363-51E69FA0BC94}"/>
          </ac:graphicFrameMkLst>
        </pc:graphicFrameChg>
        <pc:graphicFrameChg chg="del">
          <ac:chgData name="Subir Parida" userId="5adae42a5ff17c16" providerId="LiveId" clId="{2570E06C-6CDE-4131-A690-3FA8836EEC55}" dt="2024-01-19T21:26:09.576" v="946" actId="478"/>
          <ac:graphicFrameMkLst>
            <pc:docMk/>
            <pc:sldMk cId="3592857757" sldId="285"/>
            <ac:graphicFrameMk id="4" creationId="{FCC3F241-C070-300B-1D61-AA92713A65F6}"/>
          </ac:graphicFrameMkLst>
        </pc:graphicFrameChg>
        <pc:graphicFrameChg chg="del">
          <ac:chgData name="Subir Parida" userId="5adae42a5ff17c16" providerId="LiveId" clId="{2570E06C-6CDE-4131-A690-3FA8836EEC55}" dt="2024-01-19T21:26:30.682" v="954" actId="478"/>
          <ac:graphicFrameMkLst>
            <pc:docMk/>
            <pc:sldMk cId="3592857757" sldId="285"/>
            <ac:graphicFrameMk id="5" creationId="{303D1CE3-B584-4610-1F8A-C506B2CC8484}"/>
          </ac:graphicFrameMkLst>
        </pc:graphicFrameChg>
        <pc:graphicFrameChg chg="add del mod">
          <ac:chgData name="Subir Parida" userId="5adae42a5ff17c16" providerId="LiveId" clId="{2570E06C-6CDE-4131-A690-3FA8836EEC55}" dt="2024-01-19T21:22:07.061" v="938" actId="21"/>
          <ac:graphicFrameMkLst>
            <pc:docMk/>
            <pc:sldMk cId="3592857757" sldId="285"/>
            <ac:graphicFrameMk id="7" creationId="{4BC0FE5B-B350-8676-F1B5-1C3C99641042}"/>
          </ac:graphicFrameMkLst>
        </pc:graphicFrameChg>
        <pc:graphicFrameChg chg="add mod">
          <ac:chgData name="Subir Parida" userId="5adae42a5ff17c16" providerId="LiveId" clId="{2570E06C-6CDE-4131-A690-3FA8836EEC55}" dt="2024-01-19T21:22:09.136" v="941"/>
          <ac:graphicFrameMkLst>
            <pc:docMk/>
            <pc:sldMk cId="3592857757" sldId="285"/>
            <ac:graphicFrameMk id="8" creationId="{4BC0FE5B-B350-8676-F1B5-1C3C99641042}"/>
          </ac:graphicFrameMkLst>
        </pc:graphicFrameChg>
        <pc:graphicFrameChg chg="add del mod">
          <ac:chgData name="Subir Parida" userId="5adae42a5ff17c16" providerId="LiveId" clId="{2570E06C-6CDE-4131-A690-3FA8836EEC55}" dt="2024-01-19T21:26:08.258" v="945" actId="21"/>
          <ac:graphicFrameMkLst>
            <pc:docMk/>
            <pc:sldMk cId="3592857757" sldId="285"/>
            <ac:graphicFrameMk id="9" creationId="{4D678CEB-1DCD-2552-F016-996E7430191D}"/>
          </ac:graphicFrameMkLst>
        </pc:graphicFrameChg>
        <pc:graphicFrameChg chg="add mod">
          <ac:chgData name="Subir Parida" userId="5adae42a5ff17c16" providerId="LiveId" clId="{2570E06C-6CDE-4131-A690-3FA8836EEC55}" dt="2024-01-19T21:26:09.995" v="948"/>
          <ac:graphicFrameMkLst>
            <pc:docMk/>
            <pc:sldMk cId="3592857757" sldId="285"/>
            <ac:graphicFrameMk id="10" creationId="{4D678CEB-1DCD-2552-F016-996E7430191D}"/>
          </ac:graphicFrameMkLst>
        </pc:graphicFrameChg>
        <pc:graphicFrameChg chg="add del mod">
          <ac:chgData name="Subir Parida" userId="5adae42a5ff17c16" providerId="LiveId" clId="{2570E06C-6CDE-4131-A690-3FA8836EEC55}" dt="2024-01-19T21:26:29.443" v="953" actId="21"/>
          <ac:graphicFrameMkLst>
            <pc:docMk/>
            <pc:sldMk cId="3592857757" sldId="285"/>
            <ac:graphicFrameMk id="11" creationId="{A8ABAA62-5532-907F-4087-6D63419D76FE}"/>
          </ac:graphicFrameMkLst>
        </pc:graphicFrameChg>
        <pc:graphicFrameChg chg="add mod">
          <ac:chgData name="Subir Parida" userId="5adae42a5ff17c16" providerId="LiveId" clId="{2570E06C-6CDE-4131-A690-3FA8836EEC55}" dt="2024-01-19T21:26:31.106" v="956"/>
          <ac:graphicFrameMkLst>
            <pc:docMk/>
            <pc:sldMk cId="3592857757" sldId="285"/>
            <ac:graphicFrameMk id="12" creationId="{A8ABAA62-5532-907F-4087-6D63419D76FE}"/>
          </ac:graphicFrameMkLst>
        </pc:graphicFrameChg>
      </pc:sldChg>
      <pc:sldChg chg="addSp delSp modSp mod">
        <pc:chgData name="Subir Parida" userId="5adae42a5ff17c16" providerId="LiveId" clId="{2570E06C-6CDE-4131-A690-3FA8836EEC55}" dt="2024-01-19T20:53:24.466" v="858"/>
        <pc:sldMkLst>
          <pc:docMk/>
          <pc:sldMk cId="1335882902" sldId="292"/>
        </pc:sldMkLst>
        <pc:spChg chg="mod">
          <ac:chgData name="Subir Parida" userId="5adae42a5ff17c16" providerId="LiveId" clId="{2570E06C-6CDE-4131-A690-3FA8836EEC55}" dt="2024-01-19T20:52:26.723" v="836" actId="20577"/>
          <ac:spMkLst>
            <pc:docMk/>
            <pc:sldMk cId="1335882902" sldId="292"/>
            <ac:spMk id="2" creationId="{9FD45EEA-DEE2-D357-3BB2-3A464BAD3121}"/>
          </ac:spMkLst>
        </pc:spChg>
        <pc:spChg chg="add del mod">
          <ac:chgData name="Subir Parida" userId="5adae42a5ff17c16" providerId="LiveId" clId="{2570E06C-6CDE-4131-A690-3FA8836EEC55}" dt="2024-01-19T20:52:30.075" v="837" actId="478"/>
          <ac:spMkLst>
            <pc:docMk/>
            <pc:sldMk cId="1335882902" sldId="292"/>
            <ac:spMk id="3" creationId="{E6B8D062-DB16-BA9D-A4B9-10D30A42CA77}"/>
          </ac:spMkLst>
        </pc:spChg>
        <pc:graphicFrameChg chg="add del mod">
          <ac:chgData name="Subir Parida" userId="5adae42a5ff17c16" providerId="LiveId" clId="{2570E06C-6CDE-4131-A690-3FA8836EEC55}" dt="2024-01-19T20:52:38.282" v="841" actId="21"/>
          <ac:graphicFrameMkLst>
            <pc:docMk/>
            <pc:sldMk cId="1335882902" sldId="292"/>
            <ac:graphicFrameMk id="4" creationId="{D39ABF2F-3724-4D33-E365-4586C450137A}"/>
          </ac:graphicFrameMkLst>
        </pc:graphicFrameChg>
        <pc:graphicFrameChg chg="add mod">
          <ac:chgData name="Subir Parida" userId="5adae42a5ff17c16" providerId="LiveId" clId="{2570E06C-6CDE-4131-A690-3FA8836EEC55}" dt="2024-01-19T20:52:40.360" v="844"/>
          <ac:graphicFrameMkLst>
            <pc:docMk/>
            <pc:sldMk cId="1335882902" sldId="292"/>
            <ac:graphicFrameMk id="5" creationId="{D39ABF2F-3724-4D33-E365-4586C450137A}"/>
          </ac:graphicFrameMkLst>
        </pc:graphicFrameChg>
        <pc:graphicFrameChg chg="add del mod">
          <ac:chgData name="Subir Parida" userId="5adae42a5ff17c16" providerId="LiveId" clId="{2570E06C-6CDE-4131-A690-3FA8836EEC55}" dt="2024-01-19T20:53:07.065" v="848" actId="21"/>
          <ac:graphicFrameMkLst>
            <pc:docMk/>
            <pc:sldMk cId="1335882902" sldId="292"/>
            <ac:graphicFrameMk id="6" creationId="{B92BCC2B-6FC7-5D9B-C4BE-27993375393D}"/>
          </ac:graphicFrameMkLst>
        </pc:graphicFrameChg>
        <pc:graphicFrameChg chg="del">
          <ac:chgData name="Subir Parida" userId="5adae42a5ff17c16" providerId="LiveId" clId="{2570E06C-6CDE-4131-A690-3FA8836EEC55}" dt="2024-01-19T20:52:39.748" v="842" actId="478"/>
          <ac:graphicFrameMkLst>
            <pc:docMk/>
            <pc:sldMk cId="1335882902" sldId="292"/>
            <ac:graphicFrameMk id="7" creationId="{1C8F7D12-AD3A-EAC3-8294-A5C75E18F905}"/>
          </ac:graphicFrameMkLst>
        </pc:graphicFrameChg>
        <pc:graphicFrameChg chg="add mod">
          <ac:chgData name="Subir Parida" userId="5adae42a5ff17c16" providerId="LiveId" clId="{2570E06C-6CDE-4131-A690-3FA8836EEC55}" dt="2024-01-19T20:53:09.139" v="851"/>
          <ac:graphicFrameMkLst>
            <pc:docMk/>
            <pc:sldMk cId="1335882902" sldId="292"/>
            <ac:graphicFrameMk id="8" creationId="{B92BCC2B-6FC7-5D9B-C4BE-27993375393D}"/>
          </ac:graphicFrameMkLst>
        </pc:graphicFrameChg>
        <pc:graphicFrameChg chg="del">
          <ac:chgData name="Subir Parida" userId="5adae42a5ff17c16" providerId="LiveId" clId="{2570E06C-6CDE-4131-A690-3FA8836EEC55}" dt="2024-01-19T20:53:08.740" v="849" actId="478"/>
          <ac:graphicFrameMkLst>
            <pc:docMk/>
            <pc:sldMk cId="1335882902" sldId="292"/>
            <ac:graphicFrameMk id="9" creationId="{167D3BF7-6DC5-1C54-B845-D89F7EE75E93}"/>
          </ac:graphicFrameMkLst>
        </pc:graphicFrameChg>
        <pc:graphicFrameChg chg="del">
          <ac:chgData name="Subir Parida" userId="5adae42a5ff17c16" providerId="LiveId" clId="{2570E06C-6CDE-4131-A690-3FA8836EEC55}" dt="2024-01-19T20:53:24.086" v="856" actId="478"/>
          <ac:graphicFrameMkLst>
            <pc:docMk/>
            <pc:sldMk cId="1335882902" sldId="292"/>
            <ac:graphicFrameMk id="10" creationId="{73ED5533-8035-4150-2804-FA15B1616680}"/>
          </ac:graphicFrameMkLst>
        </pc:graphicFrameChg>
        <pc:graphicFrameChg chg="add del mod">
          <ac:chgData name="Subir Parida" userId="5adae42a5ff17c16" providerId="LiveId" clId="{2570E06C-6CDE-4131-A690-3FA8836EEC55}" dt="2024-01-19T20:53:22.839" v="855" actId="21"/>
          <ac:graphicFrameMkLst>
            <pc:docMk/>
            <pc:sldMk cId="1335882902" sldId="292"/>
            <ac:graphicFrameMk id="11" creationId="{4619B9D2-AC1F-EAA0-B7B3-244DD4453C9B}"/>
          </ac:graphicFrameMkLst>
        </pc:graphicFrameChg>
        <pc:graphicFrameChg chg="add mod">
          <ac:chgData name="Subir Parida" userId="5adae42a5ff17c16" providerId="LiveId" clId="{2570E06C-6CDE-4131-A690-3FA8836EEC55}" dt="2024-01-19T20:53:24.466" v="858"/>
          <ac:graphicFrameMkLst>
            <pc:docMk/>
            <pc:sldMk cId="1335882902" sldId="292"/>
            <ac:graphicFrameMk id="12" creationId="{4619B9D2-AC1F-EAA0-B7B3-244DD4453C9B}"/>
          </ac:graphicFrameMkLst>
        </pc:graphicFrameChg>
      </pc:sldChg>
      <pc:sldChg chg="addSp delSp modSp mod">
        <pc:chgData name="Subir Parida" userId="5adae42a5ff17c16" providerId="LiveId" clId="{2570E06C-6CDE-4131-A690-3FA8836EEC55}" dt="2024-01-20T09:56:22.198" v="2415" actId="1037"/>
        <pc:sldMkLst>
          <pc:docMk/>
          <pc:sldMk cId="2692657210" sldId="294"/>
        </pc:sldMkLst>
        <pc:spChg chg="mod">
          <ac:chgData name="Subir Parida" userId="5adae42a5ff17c16" providerId="LiveId" clId="{2570E06C-6CDE-4131-A690-3FA8836EEC55}" dt="2024-01-20T09:48:27.797" v="1736" actId="1036"/>
          <ac:spMkLst>
            <pc:docMk/>
            <pc:sldMk cId="2692657210" sldId="294"/>
            <ac:spMk id="5" creationId="{5B8A6534-15CB-E85E-5566-5B5AFCFFB9EE}"/>
          </ac:spMkLst>
        </pc:spChg>
        <pc:spChg chg="mod">
          <ac:chgData name="Subir Parida" userId="5adae42a5ff17c16" providerId="LiveId" clId="{2570E06C-6CDE-4131-A690-3FA8836EEC55}" dt="2024-01-20T09:56:22.198" v="2415" actId="1037"/>
          <ac:spMkLst>
            <pc:docMk/>
            <pc:sldMk cId="2692657210" sldId="294"/>
            <ac:spMk id="7" creationId="{7F078B71-4A0F-B8F9-B7D8-F852339BDAEC}"/>
          </ac:spMkLst>
        </pc:spChg>
        <pc:spChg chg="mod">
          <ac:chgData name="Subir Parida" userId="5adae42a5ff17c16" providerId="LiveId" clId="{2570E06C-6CDE-4131-A690-3FA8836EEC55}" dt="2024-01-20T09:54:01.137" v="1996" actId="403"/>
          <ac:spMkLst>
            <pc:docMk/>
            <pc:sldMk cId="2692657210" sldId="294"/>
            <ac:spMk id="9" creationId="{00000000-0000-0000-0000-000000000000}"/>
          </ac:spMkLst>
        </pc:spChg>
        <pc:spChg chg="mod">
          <ac:chgData name="Subir Parida" userId="5adae42a5ff17c16" providerId="LiveId" clId="{2570E06C-6CDE-4131-A690-3FA8836EEC55}" dt="2024-01-20T09:47:35.549" v="1670" actId="1076"/>
          <ac:spMkLst>
            <pc:docMk/>
            <pc:sldMk cId="2692657210" sldId="294"/>
            <ac:spMk id="10" creationId="{67C95C17-8519-C442-B6D2-2AB931828790}"/>
          </ac:spMkLst>
        </pc:spChg>
        <pc:spChg chg="mod">
          <ac:chgData name="Subir Parida" userId="5adae42a5ff17c16" providerId="LiveId" clId="{2570E06C-6CDE-4131-A690-3FA8836EEC55}" dt="2024-01-20T09:47:06.222" v="1668" actId="1076"/>
          <ac:spMkLst>
            <pc:docMk/>
            <pc:sldMk cId="2692657210" sldId="294"/>
            <ac:spMk id="11" creationId="{2AB1F630-3908-A1D9-D31A-14E612F3B706}"/>
          </ac:spMkLst>
        </pc:spChg>
        <pc:spChg chg="add del mod">
          <ac:chgData name="Subir Parida" userId="5adae42a5ff17c16" providerId="LiveId" clId="{2570E06C-6CDE-4131-A690-3FA8836EEC55}" dt="2024-01-19T21:29:20.476" v="1011" actId="478"/>
          <ac:spMkLst>
            <pc:docMk/>
            <pc:sldMk cId="2692657210" sldId="294"/>
            <ac:spMk id="13" creationId="{95285252-6EC1-B8A1-8E0C-EFE7FF4A8458}"/>
          </ac:spMkLst>
        </pc:spChg>
        <pc:graphicFrameChg chg="del">
          <ac:chgData name="Subir Parida" userId="5adae42a5ff17c16" providerId="LiveId" clId="{2570E06C-6CDE-4131-A690-3FA8836EEC55}" dt="2024-01-19T17:37:07.061" v="509" actId="478"/>
          <ac:graphicFrameMkLst>
            <pc:docMk/>
            <pc:sldMk cId="2692657210" sldId="294"/>
            <ac:graphicFrameMk id="2" creationId="{7ADA39BA-15ED-6B66-2B95-BAAD1D42C13C}"/>
          </ac:graphicFrameMkLst>
        </pc:graphicFrameChg>
        <pc:graphicFrameChg chg="del">
          <ac:chgData name="Subir Parida" userId="5adae42a5ff17c16" providerId="LiveId" clId="{2570E06C-6CDE-4131-A690-3FA8836EEC55}" dt="2024-01-18T19:23:01.193" v="50" actId="478"/>
          <ac:graphicFrameMkLst>
            <pc:docMk/>
            <pc:sldMk cId="2692657210" sldId="294"/>
            <ac:graphicFrameMk id="3" creationId="{50C56331-AB8E-71C3-20AC-03D4E655005E}"/>
          </ac:graphicFrameMkLst>
        </pc:graphicFrameChg>
        <pc:graphicFrameChg chg="del">
          <ac:chgData name="Subir Parida" userId="5adae42a5ff17c16" providerId="LiveId" clId="{2570E06C-6CDE-4131-A690-3FA8836EEC55}" dt="2024-01-19T18:10:04.372" v="686" actId="478"/>
          <ac:graphicFrameMkLst>
            <pc:docMk/>
            <pc:sldMk cId="2692657210" sldId="294"/>
            <ac:graphicFrameMk id="4" creationId="{2C431F06-E299-0546-FBF1-ABDF103FE4B9}"/>
          </ac:graphicFrameMkLst>
        </pc:graphicFrameChg>
        <pc:graphicFrameChg chg="del">
          <ac:chgData name="Subir Parida" userId="5adae42a5ff17c16" providerId="LiveId" clId="{2570E06C-6CDE-4131-A690-3FA8836EEC55}" dt="2024-01-19T21:29:21.730" v="1012" actId="478"/>
          <ac:graphicFrameMkLst>
            <pc:docMk/>
            <pc:sldMk cId="2692657210" sldId="294"/>
            <ac:graphicFrameMk id="8" creationId="{F1BA8E32-35C0-0436-3926-21FF8A42B6D9}"/>
          </ac:graphicFrameMkLst>
        </pc:graphicFrameChg>
        <pc:graphicFrameChg chg="add mod">
          <ac:chgData name="Subir Parida" userId="5adae42a5ff17c16" providerId="LiveId" clId="{2570E06C-6CDE-4131-A690-3FA8836EEC55}" dt="2024-01-20T09:47:01.839" v="1667" actId="1076"/>
          <ac:graphicFrameMkLst>
            <pc:docMk/>
            <pc:sldMk cId="2692657210" sldId="294"/>
            <ac:graphicFrameMk id="12" creationId="{FD004466-8840-ECD8-2DEC-A774D494297F}"/>
          </ac:graphicFrameMkLst>
        </pc:graphicFrameChg>
        <pc:graphicFrameChg chg="add del mod">
          <ac:chgData name="Subir Parida" userId="5adae42a5ff17c16" providerId="LiveId" clId="{2570E06C-6CDE-4131-A690-3FA8836EEC55}" dt="2024-01-19T17:37:04.281" v="508" actId="21"/>
          <ac:graphicFrameMkLst>
            <pc:docMk/>
            <pc:sldMk cId="2692657210" sldId="294"/>
            <ac:graphicFrameMk id="14" creationId="{96E4EE72-43E2-FC9C-52AF-6998BC4242B8}"/>
          </ac:graphicFrameMkLst>
        </pc:graphicFrameChg>
        <pc:graphicFrameChg chg="add mod">
          <ac:chgData name="Subir Parida" userId="5adae42a5ff17c16" providerId="LiveId" clId="{2570E06C-6CDE-4131-A690-3FA8836EEC55}" dt="2024-01-20T09:47:22.619" v="1669" actId="1076"/>
          <ac:graphicFrameMkLst>
            <pc:docMk/>
            <pc:sldMk cId="2692657210" sldId="294"/>
            <ac:graphicFrameMk id="15" creationId="{96E4EE72-43E2-FC9C-52AF-6998BC4242B8}"/>
          </ac:graphicFrameMkLst>
        </pc:graphicFrameChg>
        <pc:graphicFrameChg chg="add del mod">
          <ac:chgData name="Subir Parida" userId="5adae42a5ff17c16" providerId="LiveId" clId="{2570E06C-6CDE-4131-A690-3FA8836EEC55}" dt="2024-01-19T18:10:02.495" v="685" actId="21"/>
          <ac:graphicFrameMkLst>
            <pc:docMk/>
            <pc:sldMk cId="2692657210" sldId="294"/>
            <ac:graphicFrameMk id="16" creationId="{7D9894D5-3167-6AE5-EDA7-021680783031}"/>
          </ac:graphicFrameMkLst>
        </pc:graphicFrameChg>
        <pc:graphicFrameChg chg="add mod">
          <ac:chgData name="Subir Parida" userId="5adae42a5ff17c16" providerId="LiveId" clId="{2570E06C-6CDE-4131-A690-3FA8836EEC55}" dt="2024-01-20T09:49:04.007" v="1792" actId="1035"/>
          <ac:graphicFrameMkLst>
            <pc:docMk/>
            <pc:sldMk cId="2692657210" sldId="294"/>
            <ac:graphicFrameMk id="17" creationId="{7D9894D5-3167-6AE5-EDA7-021680783031}"/>
          </ac:graphicFrameMkLst>
        </pc:graphicFrameChg>
        <pc:graphicFrameChg chg="add del mod">
          <ac:chgData name="Subir Parida" userId="5adae42a5ff17c16" providerId="LiveId" clId="{2570E06C-6CDE-4131-A690-3FA8836EEC55}" dt="2024-01-19T21:29:18.927" v="1010" actId="21"/>
          <ac:graphicFrameMkLst>
            <pc:docMk/>
            <pc:sldMk cId="2692657210" sldId="294"/>
            <ac:graphicFrameMk id="18" creationId="{73FEB4C3-2DA0-9DCF-C8B5-CBF363B3A7CA}"/>
          </ac:graphicFrameMkLst>
        </pc:graphicFrameChg>
        <pc:graphicFrameChg chg="add mod">
          <ac:chgData name="Subir Parida" userId="5adae42a5ff17c16" providerId="LiveId" clId="{2570E06C-6CDE-4131-A690-3FA8836EEC55}" dt="2024-01-20T09:48:20.076" v="1734" actId="1036"/>
          <ac:graphicFrameMkLst>
            <pc:docMk/>
            <pc:sldMk cId="2692657210" sldId="294"/>
            <ac:graphicFrameMk id="19" creationId="{73FEB4C3-2DA0-9DCF-C8B5-CBF363B3A7CA}"/>
          </ac:graphicFrameMkLst>
        </pc:graphicFrameChg>
      </pc:sldChg>
      <pc:sldChg chg="addSp delSp modSp mod">
        <pc:chgData name="Subir Parida" userId="5adae42a5ff17c16" providerId="LiveId" clId="{2570E06C-6CDE-4131-A690-3FA8836EEC55}" dt="2024-01-20T09:57:49.642" v="2582" actId="478"/>
        <pc:sldMkLst>
          <pc:docMk/>
          <pc:sldMk cId="412450978" sldId="295"/>
        </pc:sldMkLst>
        <pc:spChg chg="del">
          <ac:chgData name="Subir Parida" userId="5adae42a5ff17c16" providerId="LiveId" clId="{2570E06C-6CDE-4131-A690-3FA8836EEC55}" dt="2024-01-20T09:54:38.085" v="2007" actId="478"/>
          <ac:spMkLst>
            <pc:docMk/>
            <pc:sldMk cId="412450978" sldId="295"/>
            <ac:spMk id="2" creationId="{09BF2F56-9552-31B4-EE51-DAB05D957B4F}"/>
          </ac:spMkLst>
        </pc:spChg>
        <pc:spChg chg="add mod">
          <ac:chgData name="Subir Parida" userId="5adae42a5ff17c16" providerId="LiveId" clId="{2570E06C-6CDE-4131-A690-3FA8836EEC55}" dt="2024-01-20T09:57:45.828" v="2581" actId="20577"/>
          <ac:spMkLst>
            <pc:docMk/>
            <pc:sldMk cId="412450978" sldId="295"/>
            <ac:spMk id="3" creationId="{23FAF7BE-7640-25E6-7250-2D5B7CEFB38C}"/>
          </ac:spMkLst>
        </pc:spChg>
        <pc:spChg chg="del">
          <ac:chgData name="Subir Parida" userId="5adae42a5ff17c16" providerId="LiveId" clId="{2570E06C-6CDE-4131-A690-3FA8836EEC55}" dt="2024-01-20T09:54:40.459" v="2008" actId="478"/>
          <ac:spMkLst>
            <pc:docMk/>
            <pc:sldMk cId="412450978" sldId="295"/>
            <ac:spMk id="4" creationId="{D3ACB1B0-ECFF-86D5-6851-34E62CBE4C63}"/>
          </ac:spMkLst>
        </pc:spChg>
        <pc:spChg chg="add mod">
          <ac:chgData name="Subir Parida" userId="5adae42a5ff17c16" providerId="LiveId" clId="{2570E06C-6CDE-4131-A690-3FA8836EEC55}" dt="2024-01-20T09:54:51.166" v="2011"/>
          <ac:spMkLst>
            <pc:docMk/>
            <pc:sldMk cId="412450978" sldId="295"/>
            <ac:spMk id="5" creationId="{04AAF833-5699-ABEF-0468-7ADC127EAA54}"/>
          </ac:spMkLst>
        </pc:spChg>
        <pc:spChg chg="add mod">
          <ac:chgData name="Subir Parida" userId="5adae42a5ff17c16" providerId="LiveId" clId="{2570E06C-6CDE-4131-A690-3FA8836EEC55}" dt="2024-01-20T09:54:51.166" v="2011"/>
          <ac:spMkLst>
            <pc:docMk/>
            <pc:sldMk cId="412450978" sldId="295"/>
            <ac:spMk id="7" creationId="{153D910B-39C6-1082-5EEE-460F6CEAE572}"/>
          </ac:spMkLst>
        </pc:spChg>
        <pc:spChg chg="add mod">
          <ac:chgData name="Subir Parida" userId="5adae42a5ff17c16" providerId="LiveId" clId="{2570E06C-6CDE-4131-A690-3FA8836EEC55}" dt="2024-01-20T09:54:51.166" v="2011"/>
          <ac:spMkLst>
            <pc:docMk/>
            <pc:sldMk cId="412450978" sldId="295"/>
            <ac:spMk id="8" creationId="{47918E4A-C4A8-749D-1FE4-17D38D0141B9}"/>
          </ac:spMkLst>
        </pc:spChg>
        <pc:spChg chg="add mod">
          <ac:chgData name="Subir Parida" userId="5adae42a5ff17c16" providerId="LiveId" clId="{2570E06C-6CDE-4131-A690-3FA8836EEC55}" dt="2024-01-20T09:56:26.468" v="2425" actId="1037"/>
          <ac:spMkLst>
            <pc:docMk/>
            <pc:sldMk cId="412450978" sldId="295"/>
            <ac:spMk id="9" creationId="{316C6AC7-C2A0-3677-E934-2CD1C53329BA}"/>
          </ac:spMkLst>
        </pc:spChg>
        <pc:spChg chg="add del mod">
          <ac:chgData name="Subir Parida" userId="5adae42a5ff17c16" providerId="LiveId" clId="{2570E06C-6CDE-4131-A690-3FA8836EEC55}" dt="2024-01-19T21:29:28.124" v="1015" actId="478"/>
          <ac:spMkLst>
            <pc:docMk/>
            <pc:sldMk cId="412450978" sldId="295"/>
            <ac:spMk id="9" creationId="{E46A2FF0-44B0-8911-7652-082A5CE1D7A2}"/>
          </ac:spMkLst>
        </pc:spChg>
        <pc:spChg chg="del">
          <ac:chgData name="Subir Parida" userId="5adae42a5ff17c16" providerId="LiveId" clId="{2570E06C-6CDE-4131-A690-3FA8836EEC55}" dt="2024-01-20T09:54:42.124" v="2009" actId="478"/>
          <ac:spMkLst>
            <pc:docMk/>
            <pc:sldMk cId="412450978" sldId="295"/>
            <ac:spMk id="11" creationId="{3F2C10B2-028A-4D1A-F82A-8D5978E68F6B}"/>
          </ac:spMkLst>
        </pc:spChg>
        <pc:spChg chg="del">
          <ac:chgData name="Subir Parida" userId="5adae42a5ff17c16" providerId="LiveId" clId="{2570E06C-6CDE-4131-A690-3FA8836EEC55}" dt="2024-01-20T09:54:43.758" v="2010" actId="478"/>
          <ac:spMkLst>
            <pc:docMk/>
            <pc:sldMk cId="412450978" sldId="295"/>
            <ac:spMk id="12" creationId="{BE797174-599A-B1C6-18FA-0A00D923735B}"/>
          </ac:spMkLst>
        </pc:spChg>
        <pc:spChg chg="del">
          <ac:chgData name="Subir Parida" userId="5adae42a5ff17c16" providerId="LiveId" clId="{2570E06C-6CDE-4131-A690-3FA8836EEC55}" dt="2024-01-20T09:57:49.642" v="2582" actId="478"/>
          <ac:spMkLst>
            <pc:docMk/>
            <pc:sldMk cId="412450978" sldId="295"/>
            <ac:spMk id="13" creationId="{00000000-0000-0000-0000-000000000000}"/>
          </ac:spMkLst>
        </pc:spChg>
        <pc:graphicFrameChg chg="del">
          <ac:chgData name="Subir Parida" userId="5adae42a5ff17c16" providerId="LiveId" clId="{2570E06C-6CDE-4131-A690-3FA8836EEC55}" dt="2024-01-19T18:10:38.701" v="699" actId="478"/>
          <ac:graphicFrameMkLst>
            <pc:docMk/>
            <pc:sldMk cId="412450978" sldId="295"/>
            <ac:graphicFrameMk id="3" creationId="{BBEB8032-E1B7-CE01-3763-78390C08B58F}"/>
          </ac:graphicFrameMkLst>
        </pc:graphicFrameChg>
        <pc:graphicFrameChg chg="del">
          <ac:chgData name="Subir Parida" userId="5adae42a5ff17c16" providerId="LiveId" clId="{2570E06C-6CDE-4131-A690-3FA8836EEC55}" dt="2024-01-19T17:37:40.860" v="517" actId="478"/>
          <ac:graphicFrameMkLst>
            <pc:docMk/>
            <pc:sldMk cId="412450978" sldId="295"/>
            <ac:graphicFrameMk id="5" creationId="{99C47A2A-F298-ED44-4D21-D7CAF423B677}"/>
          </ac:graphicFrameMkLst>
        </pc:graphicFrameChg>
        <pc:graphicFrameChg chg="del">
          <ac:chgData name="Subir Parida" userId="5adae42a5ff17c16" providerId="LiveId" clId="{2570E06C-6CDE-4131-A690-3FA8836EEC55}" dt="2024-01-18T19:24:41.673" v="135" actId="478"/>
          <ac:graphicFrameMkLst>
            <pc:docMk/>
            <pc:sldMk cId="412450978" sldId="295"/>
            <ac:graphicFrameMk id="7" creationId="{8781BA4F-8532-AF84-9997-11CF47ED9035}"/>
          </ac:graphicFrameMkLst>
        </pc:graphicFrameChg>
        <pc:graphicFrameChg chg="del">
          <ac:chgData name="Subir Parida" userId="5adae42a5ff17c16" providerId="LiveId" clId="{2570E06C-6CDE-4131-A690-3FA8836EEC55}" dt="2024-01-19T21:29:43.476" v="1020" actId="478"/>
          <ac:graphicFrameMkLst>
            <pc:docMk/>
            <pc:sldMk cId="412450978" sldId="295"/>
            <ac:graphicFrameMk id="8" creationId="{F6C58264-89CA-9CA4-6D26-14BF5D0CF3A7}"/>
          </ac:graphicFrameMkLst>
        </pc:graphicFrameChg>
        <pc:graphicFrameChg chg="add mod">
          <ac:chgData name="Subir Parida" userId="5adae42a5ff17c16" providerId="LiveId" clId="{2570E06C-6CDE-4131-A690-3FA8836EEC55}" dt="2024-01-20T09:55:01.611" v="2012" actId="1076"/>
          <ac:graphicFrameMkLst>
            <pc:docMk/>
            <pc:sldMk cId="412450978" sldId="295"/>
            <ac:graphicFrameMk id="10" creationId="{BBBBC829-7944-B449-618E-73E24D6605A9}"/>
          </ac:graphicFrameMkLst>
        </pc:graphicFrameChg>
        <pc:graphicFrameChg chg="add del mod">
          <ac:chgData name="Subir Parida" userId="5adae42a5ff17c16" providerId="LiveId" clId="{2570E06C-6CDE-4131-A690-3FA8836EEC55}" dt="2024-01-19T17:37:36.405" v="516" actId="21"/>
          <ac:graphicFrameMkLst>
            <pc:docMk/>
            <pc:sldMk cId="412450978" sldId="295"/>
            <ac:graphicFrameMk id="14" creationId="{01862405-784D-F2AC-416F-BFF4E75BC35B}"/>
          </ac:graphicFrameMkLst>
        </pc:graphicFrameChg>
        <pc:graphicFrameChg chg="add del mod">
          <ac:chgData name="Subir Parida" userId="5adae42a5ff17c16" providerId="LiveId" clId="{2570E06C-6CDE-4131-A690-3FA8836EEC55}" dt="2024-01-20T09:55:40.893" v="2223" actId="1037"/>
          <ac:graphicFrameMkLst>
            <pc:docMk/>
            <pc:sldMk cId="412450978" sldId="295"/>
            <ac:graphicFrameMk id="15" creationId="{01862405-784D-F2AC-416F-BFF4E75BC35B}"/>
          </ac:graphicFrameMkLst>
        </pc:graphicFrameChg>
        <pc:graphicFrameChg chg="add del mod">
          <ac:chgData name="Subir Parida" userId="5adae42a5ff17c16" providerId="LiveId" clId="{2570E06C-6CDE-4131-A690-3FA8836EEC55}" dt="2024-01-19T18:10:35.975" v="698" actId="21"/>
          <ac:graphicFrameMkLst>
            <pc:docMk/>
            <pc:sldMk cId="412450978" sldId="295"/>
            <ac:graphicFrameMk id="16" creationId="{678CF604-E17C-71EB-269E-D0ED096AF67A}"/>
          </ac:graphicFrameMkLst>
        </pc:graphicFrameChg>
        <pc:graphicFrameChg chg="add mod">
          <ac:chgData name="Subir Parida" userId="5adae42a5ff17c16" providerId="LiveId" clId="{2570E06C-6CDE-4131-A690-3FA8836EEC55}" dt="2024-01-20T09:56:09.908" v="2407" actId="1037"/>
          <ac:graphicFrameMkLst>
            <pc:docMk/>
            <pc:sldMk cId="412450978" sldId="295"/>
            <ac:graphicFrameMk id="17" creationId="{678CF604-E17C-71EB-269E-D0ED096AF67A}"/>
          </ac:graphicFrameMkLst>
        </pc:graphicFrameChg>
        <pc:graphicFrameChg chg="add del mod">
          <ac:chgData name="Subir Parida" userId="5adae42a5ff17c16" providerId="LiveId" clId="{2570E06C-6CDE-4131-A690-3FA8836EEC55}" dt="2024-01-19T21:29:41.945" v="1019" actId="21"/>
          <ac:graphicFrameMkLst>
            <pc:docMk/>
            <pc:sldMk cId="412450978" sldId="295"/>
            <ac:graphicFrameMk id="18" creationId="{9B398CD1-FAFD-665E-3E08-CC92D822140A}"/>
          </ac:graphicFrameMkLst>
        </pc:graphicFrameChg>
        <pc:graphicFrameChg chg="add mod">
          <ac:chgData name="Subir Parida" userId="5adae42a5ff17c16" providerId="LiveId" clId="{2570E06C-6CDE-4131-A690-3FA8836EEC55}" dt="2024-01-20T09:55:16.812" v="2064" actId="1036"/>
          <ac:graphicFrameMkLst>
            <pc:docMk/>
            <pc:sldMk cId="412450978" sldId="295"/>
            <ac:graphicFrameMk id="19" creationId="{9B398CD1-FAFD-665E-3E08-CC92D822140A}"/>
          </ac:graphicFrameMkLst>
        </pc:graphicFrameChg>
      </pc:sldChg>
      <pc:sldChg chg="addSp delSp modSp mod">
        <pc:chgData name="Subir Parida" userId="5adae42a5ff17c16" providerId="LiveId" clId="{2570E06C-6CDE-4131-A690-3FA8836EEC55}" dt="2024-01-20T10:01:57.261" v="2899" actId="20577"/>
        <pc:sldMkLst>
          <pc:docMk/>
          <pc:sldMk cId="2864906130" sldId="296"/>
        </pc:sldMkLst>
        <pc:spChg chg="del">
          <ac:chgData name="Subir Parida" userId="5adae42a5ff17c16" providerId="LiveId" clId="{2570E06C-6CDE-4131-A690-3FA8836EEC55}" dt="2024-01-20T09:58:11.849" v="2585" actId="478"/>
          <ac:spMkLst>
            <pc:docMk/>
            <pc:sldMk cId="2864906130" sldId="296"/>
            <ac:spMk id="2" creationId="{C9E9ACBE-671C-1C8B-E2E3-CD0D1E835A38}"/>
          </ac:spMkLst>
        </pc:spChg>
        <pc:spChg chg="add mod">
          <ac:chgData name="Subir Parida" userId="5adae42a5ff17c16" providerId="LiveId" clId="{2570E06C-6CDE-4131-A690-3FA8836EEC55}" dt="2024-01-20T10:01:57.261" v="2899" actId="20577"/>
          <ac:spMkLst>
            <pc:docMk/>
            <pc:sldMk cId="2864906130" sldId="296"/>
            <ac:spMk id="3" creationId="{FF967707-A47F-1A21-C045-EC806D885A96}"/>
          </ac:spMkLst>
        </pc:spChg>
        <pc:spChg chg="add mod">
          <ac:chgData name="Subir Parida" userId="5adae42a5ff17c16" providerId="LiveId" clId="{2570E06C-6CDE-4131-A690-3FA8836EEC55}" dt="2024-01-20T09:58:15.223" v="2587"/>
          <ac:spMkLst>
            <pc:docMk/>
            <pc:sldMk cId="2864906130" sldId="296"/>
            <ac:spMk id="4" creationId="{9B2B092F-7125-9E5D-760C-701D82C63B7D}"/>
          </ac:spMkLst>
        </pc:spChg>
        <pc:spChg chg="add mod">
          <ac:chgData name="Subir Parida" userId="5adae42a5ff17c16" providerId="LiveId" clId="{2570E06C-6CDE-4131-A690-3FA8836EEC55}" dt="2024-01-20T09:58:15.223" v="2587"/>
          <ac:spMkLst>
            <pc:docMk/>
            <pc:sldMk cId="2864906130" sldId="296"/>
            <ac:spMk id="5" creationId="{6F6D0C9D-09AF-75B4-A763-C160D245650E}"/>
          </ac:spMkLst>
        </pc:spChg>
        <pc:spChg chg="del">
          <ac:chgData name="Subir Parida" userId="5adae42a5ff17c16" providerId="LiveId" clId="{2570E06C-6CDE-4131-A690-3FA8836EEC55}" dt="2024-01-20T09:58:10.060" v="2584" actId="478"/>
          <ac:spMkLst>
            <pc:docMk/>
            <pc:sldMk cId="2864906130" sldId="296"/>
            <ac:spMk id="7" creationId="{DA0F25E0-BD63-F91F-80F4-2163A75B0588}"/>
          </ac:spMkLst>
        </pc:spChg>
        <pc:spChg chg="del">
          <ac:chgData name="Subir Parida" userId="5adae42a5ff17c16" providerId="LiveId" clId="{2570E06C-6CDE-4131-A690-3FA8836EEC55}" dt="2024-01-20T09:58:08.836" v="2583" actId="478"/>
          <ac:spMkLst>
            <pc:docMk/>
            <pc:sldMk cId="2864906130" sldId="296"/>
            <ac:spMk id="8" creationId="{507293F9-18DC-4462-47EB-2E2BBD2E93FC}"/>
          </ac:spMkLst>
        </pc:spChg>
        <pc:spChg chg="add mod">
          <ac:chgData name="Subir Parida" userId="5adae42a5ff17c16" providerId="LiveId" clId="{2570E06C-6CDE-4131-A690-3FA8836EEC55}" dt="2024-01-20T09:58:15.223" v="2587"/>
          <ac:spMkLst>
            <pc:docMk/>
            <pc:sldMk cId="2864906130" sldId="296"/>
            <ac:spMk id="9" creationId="{14227F2C-5F4C-6C74-E6C4-B68A88D32C06}"/>
          </ac:spMkLst>
        </pc:spChg>
        <pc:spChg chg="del">
          <ac:chgData name="Subir Parida" userId="5adae42a5ff17c16" providerId="LiveId" clId="{2570E06C-6CDE-4131-A690-3FA8836EEC55}" dt="2024-01-20T09:58:13.811" v="2586" actId="478"/>
          <ac:spMkLst>
            <pc:docMk/>
            <pc:sldMk cId="2864906130" sldId="296"/>
            <ac:spMk id="10" creationId="{1B5B8554-1F98-2F8C-0FAA-D9EF0693B23F}"/>
          </ac:spMkLst>
        </pc:spChg>
        <pc:spChg chg="del">
          <ac:chgData name="Subir Parida" userId="5adae42a5ff17c16" providerId="LiveId" clId="{2570E06C-6CDE-4131-A690-3FA8836EEC55}" dt="2024-01-20T10:00:11.525" v="2753" actId="478"/>
          <ac:spMkLst>
            <pc:docMk/>
            <pc:sldMk cId="2864906130" sldId="296"/>
            <ac:spMk id="11" creationId="{00000000-0000-0000-0000-000000000000}"/>
          </ac:spMkLst>
        </pc:spChg>
        <pc:spChg chg="add del mod">
          <ac:chgData name="Subir Parida" userId="5adae42a5ff17c16" providerId="LiveId" clId="{2570E06C-6CDE-4131-A690-3FA8836EEC55}" dt="2024-01-19T21:29:51.571" v="1023" actId="478"/>
          <ac:spMkLst>
            <pc:docMk/>
            <pc:sldMk cId="2864906130" sldId="296"/>
            <ac:spMk id="12" creationId="{481804BF-1A6A-9284-5F87-6C649746963D}"/>
          </ac:spMkLst>
        </pc:spChg>
        <pc:spChg chg="add mod">
          <ac:chgData name="Subir Parida" userId="5adae42a5ff17c16" providerId="LiveId" clId="{2570E06C-6CDE-4131-A690-3FA8836EEC55}" dt="2024-01-20T09:58:15.223" v="2587"/>
          <ac:spMkLst>
            <pc:docMk/>
            <pc:sldMk cId="2864906130" sldId="296"/>
            <ac:spMk id="12" creationId="{6965F4AD-A6AF-AF6A-CB84-22C6CD9A8D01}"/>
          </ac:spMkLst>
        </pc:spChg>
        <pc:graphicFrameChg chg="del">
          <ac:chgData name="Subir Parida" userId="5adae42a5ff17c16" providerId="LiveId" clId="{2570E06C-6CDE-4131-A690-3FA8836EEC55}" dt="2024-01-19T18:11:13.123" v="707" actId="478"/>
          <ac:graphicFrameMkLst>
            <pc:docMk/>
            <pc:sldMk cId="2864906130" sldId="296"/>
            <ac:graphicFrameMk id="3" creationId="{E167F9F6-974A-275C-095E-6DBD84FF49AF}"/>
          </ac:graphicFrameMkLst>
        </pc:graphicFrameChg>
        <pc:graphicFrameChg chg="del">
          <ac:chgData name="Subir Parida" userId="5adae42a5ff17c16" providerId="LiveId" clId="{2570E06C-6CDE-4131-A690-3FA8836EEC55}" dt="2024-01-19T17:38:10.903" v="525" actId="478"/>
          <ac:graphicFrameMkLst>
            <pc:docMk/>
            <pc:sldMk cId="2864906130" sldId="296"/>
            <ac:graphicFrameMk id="4" creationId="{A52229EA-0F56-7771-F61D-AA4477DB09EC}"/>
          </ac:graphicFrameMkLst>
        </pc:graphicFrameChg>
        <pc:graphicFrameChg chg="del">
          <ac:chgData name="Subir Parida" userId="5adae42a5ff17c16" providerId="LiveId" clId="{2570E06C-6CDE-4131-A690-3FA8836EEC55}" dt="2024-01-18T19:25:33.956" v="140" actId="478"/>
          <ac:graphicFrameMkLst>
            <pc:docMk/>
            <pc:sldMk cId="2864906130" sldId="296"/>
            <ac:graphicFrameMk id="5" creationId="{E5D1D8DA-E7A3-EC41-0250-C7BD300B2554}"/>
          </ac:graphicFrameMkLst>
        </pc:graphicFrameChg>
        <pc:graphicFrameChg chg="del">
          <ac:chgData name="Subir Parida" userId="5adae42a5ff17c16" providerId="LiveId" clId="{2570E06C-6CDE-4131-A690-3FA8836EEC55}" dt="2024-01-19T21:30:16.165" v="1033" actId="478"/>
          <ac:graphicFrameMkLst>
            <pc:docMk/>
            <pc:sldMk cId="2864906130" sldId="296"/>
            <ac:graphicFrameMk id="9" creationId="{37BA96A7-7B00-D537-04E9-65B6AEC55F7E}"/>
          </ac:graphicFrameMkLst>
        </pc:graphicFrameChg>
        <pc:graphicFrameChg chg="add mod">
          <ac:chgData name="Subir Parida" userId="5adae42a5ff17c16" providerId="LiveId" clId="{2570E06C-6CDE-4131-A690-3FA8836EEC55}" dt="2024-01-20T09:59:01.635" v="2592" actId="1076"/>
          <ac:graphicFrameMkLst>
            <pc:docMk/>
            <pc:sldMk cId="2864906130" sldId="296"/>
            <ac:graphicFrameMk id="13" creationId="{1CE1A145-380E-B9D6-34A3-7CC074F82CD0}"/>
          </ac:graphicFrameMkLst>
        </pc:graphicFrameChg>
        <pc:graphicFrameChg chg="add del mod">
          <ac:chgData name="Subir Parida" userId="5adae42a5ff17c16" providerId="LiveId" clId="{2570E06C-6CDE-4131-A690-3FA8836EEC55}" dt="2024-01-19T17:38:09.412" v="524" actId="21"/>
          <ac:graphicFrameMkLst>
            <pc:docMk/>
            <pc:sldMk cId="2864906130" sldId="296"/>
            <ac:graphicFrameMk id="14" creationId="{12D5C51A-4075-BD4C-522D-1158A55BD239}"/>
          </ac:graphicFrameMkLst>
        </pc:graphicFrameChg>
        <pc:graphicFrameChg chg="add mod">
          <ac:chgData name="Subir Parida" userId="5adae42a5ff17c16" providerId="LiveId" clId="{2570E06C-6CDE-4131-A690-3FA8836EEC55}" dt="2024-01-20T09:59:37.219" v="2652" actId="1038"/>
          <ac:graphicFrameMkLst>
            <pc:docMk/>
            <pc:sldMk cId="2864906130" sldId="296"/>
            <ac:graphicFrameMk id="15" creationId="{12D5C51A-4075-BD4C-522D-1158A55BD239}"/>
          </ac:graphicFrameMkLst>
        </pc:graphicFrameChg>
        <pc:graphicFrameChg chg="add del mod">
          <ac:chgData name="Subir Parida" userId="5adae42a5ff17c16" providerId="LiveId" clId="{2570E06C-6CDE-4131-A690-3FA8836EEC55}" dt="2024-01-19T18:11:11.305" v="706" actId="21"/>
          <ac:graphicFrameMkLst>
            <pc:docMk/>
            <pc:sldMk cId="2864906130" sldId="296"/>
            <ac:graphicFrameMk id="16" creationId="{489046BA-5E56-A259-A538-25789080B079}"/>
          </ac:graphicFrameMkLst>
        </pc:graphicFrameChg>
        <pc:graphicFrameChg chg="add mod">
          <ac:chgData name="Subir Parida" userId="5adae42a5ff17c16" providerId="LiveId" clId="{2570E06C-6CDE-4131-A690-3FA8836EEC55}" dt="2024-01-20T10:00:01.050" v="2752" actId="1036"/>
          <ac:graphicFrameMkLst>
            <pc:docMk/>
            <pc:sldMk cId="2864906130" sldId="296"/>
            <ac:graphicFrameMk id="17" creationId="{489046BA-5E56-A259-A538-25789080B079}"/>
          </ac:graphicFrameMkLst>
        </pc:graphicFrameChg>
        <pc:graphicFrameChg chg="add del mod">
          <ac:chgData name="Subir Parida" userId="5adae42a5ff17c16" providerId="LiveId" clId="{2570E06C-6CDE-4131-A690-3FA8836EEC55}" dt="2024-01-19T21:30:13.951" v="1032" actId="21"/>
          <ac:graphicFrameMkLst>
            <pc:docMk/>
            <pc:sldMk cId="2864906130" sldId="296"/>
            <ac:graphicFrameMk id="18" creationId="{E2F6FCF9-DFF7-83FB-8988-E3202F1A5AC5}"/>
          </ac:graphicFrameMkLst>
        </pc:graphicFrameChg>
        <pc:graphicFrameChg chg="add mod">
          <ac:chgData name="Subir Parida" userId="5adae42a5ff17c16" providerId="LiveId" clId="{2570E06C-6CDE-4131-A690-3FA8836EEC55}" dt="2024-01-20T09:59:20.046" v="2650" actId="1036"/>
          <ac:graphicFrameMkLst>
            <pc:docMk/>
            <pc:sldMk cId="2864906130" sldId="296"/>
            <ac:graphicFrameMk id="19" creationId="{E2F6FCF9-DFF7-83FB-8988-E3202F1A5AC5}"/>
          </ac:graphicFrameMkLst>
        </pc:graphicFrameChg>
      </pc:sldChg>
      <pc:sldChg chg="addSp delSp modSp mod">
        <pc:chgData name="Subir Parida" userId="5adae42a5ff17c16" providerId="LiveId" clId="{2570E06C-6CDE-4131-A690-3FA8836EEC55}" dt="2024-01-19T18:05:24.257" v="612" actId="478"/>
        <pc:sldMkLst>
          <pc:docMk/>
          <pc:sldMk cId="1449524869" sldId="299"/>
        </pc:sldMkLst>
        <pc:spChg chg="add del mod">
          <ac:chgData name="Subir Parida" userId="5adae42a5ff17c16" providerId="LiveId" clId="{2570E06C-6CDE-4131-A690-3FA8836EEC55}" dt="2024-01-19T18:05:24.257" v="612" actId="478"/>
          <ac:spMkLst>
            <pc:docMk/>
            <pc:sldMk cId="1449524869" sldId="299"/>
            <ac:spMk id="2" creationId="{45ACF179-4FF6-9B60-1518-E4CB6F510B3F}"/>
          </ac:spMkLst>
        </pc:spChg>
        <pc:graphicFrameChg chg="add del mod">
          <ac:chgData name="Subir Parida" userId="5adae42a5ff17c16" providerId="LiveId" clId="{2570E06C-6CDE-4131-A690-3FA8836EEC55}" dt="2024-01-19T18:04:44.584" v="594" actId="21"/>
          <ac:graphicFrameMkLst>
            <pc:docMk/>
            <pc:sldMk cId="1449524869" sldId="299"/>
            <ac:graphicFrameMk id="3" creationId="{089A48BE-B68D-9C30-5C24-4A1C32F3CEF6}"/>
          </ac:graphicFrameMkLst>
        </pc:graphicFrameChg>
        <pc:graphicFrameChg chg="add mod">
          <ac:chgData name="Subir Parida" userId="5adae42a5ff17c16" providerId="LiveId" clId="{2570E06C-6CDE-4131-A690-3FA8836EEC55}" dt="2024-01-19T18:04:46.423" v="597"/>
          <ac:graphicFrameMkLst>
            <pc:docMk/>
            <pc:sldMk cId="1449524869" sldId="299"/>
            <ac:graphicFrameMk id="4" creationId="{089A48BE-B68D-9C30-5C24-4A1C32F3CEF6}"/>
          </ac:graphicFrameMkLst>
        </pc:graphicFrameChg>
        <pc:graphicFrameChg chg="add del mod">
          <ac:chgData name="Subir Parida" userId="5adae42a5ff17c16" providerId="LiveId" clId="{2570E06C-6CDE-4131-A690-3FA8836EEC55}" dt="2024-01-19T18:05:03.484" v="601" actId="21"/>
          <ac:graphicFrameMkLst>
            <pc:docMk/>
            <pc:sldMk cId="1449524869" sldId="299"/>
            <ac:graphicFrameMk id="5" creationId="{31718052-F200-5F1E-40F6-1C77CC9750CF}"/>
          </ac:graphicFrameMkLst>
        </pc:graphicFrameChg>
        <pc:graphicFrameChg chg="del">
          <ac:chgData name="Subir Parida" userId="5adae42a5ff17c16" providerId="LiveId" clId="{2570E06C-6CDE-4131-A690-3FA8836EEC55}" dt="2024-01-19T18:05:20.164" v="609" actId="478"/>
          <ac:graphicFrameMkLst>
            <pc:docMk/>
            <pc:sldMk cId="1449524869" sldId="299"/>
            <ac:graphicFrameMk id="7" creationId="{9B341E22-7FF9-BA4C-3887-A8987ADCBC37}"/>
          </ac:graphicFrameMkLst>
        </pc:graphicFrameChg>
        <pc:graphicFrameChg chg="del">
          <ac:chgData name="Subir Parida" userId="5adae42a5ff17c16" providerId="LiveId" clId="{2570E06C-6CDE-4131-A690-3FA8836EEC55}" dt="2024-01-19T18:05:04.944" v="602" actId="478"/>
          <ac:graphicFrameMkLst>
            <pc:docMk/>
            <pc:sldMk cId="1449524869" sldId="299"/>
            <ac:graphicFrameMk id="8" creationId="{6F266A75-F8F2-605D-4350-EBDD584D9575}"/>
          </ac:graphicFrameMkLst>
        </pc:graphicFrameChg>
        <pc:graphicFrameChg chg="del">
          <ac:chgData name="Subir Parida" userId="5adae42a5ff17c16" providerId="LiveId" clId="{2570E06C-6CDE-4131-A690-3FA8836EEC55}" dt="2024-01-19T18:04:45.998" v="595" actId="478"/>
          <ac:graphicFrameMkLst>
            <pc:docMk/>
            <pc:sldMk cId="1449524869" sldId="299"/>
            <ac:graphicFrameMk id="9" creationId="{8086A178-DBAB-9047-4A6A-2FDDA31D6A9F}"/>
          </ac:graphicFrameMkLst>
        </pc:graphicFrameChg>
        <pc:graphicFrameChg chg="add mod">
          <ac:chgData name="Subir Parida" userId="5adae42a5ff17c16" providerId="LiveId" clId="{2570E06C-6CDE-4131-A690-3FA8836EEC55}" dt="2024-01-19T18:05:05.526" v="604"/>
          <ac:graphicFrameMkLst>
            <pc:docMk/>
            <pc:sldMk cId="1449524869" sldId="299"/>
            <ac:graphicFrameMk id="10" creationId="{31718052-F200-5F1E-40F6-1C77CC9750CF}"/>
          </ac:graphicFrameMkLst>
        </pc:graphicFrameChg>
        <pc:graphicFrameChg chg="add del mod">
          <ac:chgData name="Subir Parida" userId="5adae42a5ff17c16" providerId="LiveId" clId="{2570E06C-6CDE-4131-A690-3FA8836EEC55}" dt="2024-01-19T18:05:18.720" v="608" actId="21"/>
          <ac:graphicFrameMkLst>
            <pc:docMk/>
            <pc:sldMk cId="1449524869" sldId="299"/>
            <ac:graphicFrameMk id="11" creationId="{7C0E0156-DB94-D589-B963-C19AA098BEBA}"/>
          </ac:graphicFrameMkLst>
        </pc:graphicFrameChg>
        <pc:graphicFrameChg chg="add mod">
          <ac:chgData name="Subir Parida" userId="5adae42a5ff17c16" providerId="LiveId" clId="{2570E06C-6CDE-4131-A690-3FA8836EEC55}" dt="2024-01-19T18:05:20.572" v="611"/>
          <ac:graphicFrameMkLst>
            <pc:docMk/>
            <pc:sldMk cId="1449524869" sldId="299"/>
            <ac:graphicFrameMk id="12" creationId="{7C0E0156-DB94-D589-B963-C19AA098BEBA}"/>
          </ac:graphicFrameMkLst>
        </pc:graphicFrameChg>
      </pc:sldChg>
      <pc:sldChg chg="addSp modSp mod">
        <pc:chgData name="Subir Parida" userId="5adae42a5ff17c16" providerId="LiveId" clId="{2570E06C-6CDE-4131-A690-3FA8836EEC55}" dt="2024-01-25T10:01:36.789" v="3375" actId="1076"/>
        <pc:sldMkLst>
          <pc:docMk/>
          <pc:sldMk cId="2272852544" sldId="301"/>
        </pc:sldMkLst>
        <pc:spChg chg="add mod">
          <ac:chgData name="Subir Parida" userId="5adae42a5ff17c16" providerId="LiveId" clId="{2570E06C-6CDE-4131-A690-3FA8836EEC55}" dt="2024-01-25T10:01:27.449" v="3373" actId="14100"/>
          <ac:spMkLst>
            <pc:docMk/>
            <pc:sldMk cId="2272852544" sldId="301"/>
            <ac:spMk id="4" creationId="{9BE1CB57-8017-E705-8077-75BF4A2F1E51}"/>
          </ac:spMkLst>
        </pc:spChg>
        <pc:picChg chg="add mod">
          <ac:chgData name="Subir Parida" userId="5adae42a5ff17c16" providerId="LiveId" clId="{2570E06C-6CDE-4131-A690-3FA8836EEC55}" dt="2024-01-25T10:01:36.789" v="3375" actId="1076"/>
          <ac:picMkLst>
            <pc:docMk/>
            <pc:sldMk cId="2272852544" sldId="301"/>
            <ac:picMk id="3" creationId="{9F2369A1-CC39-6758-96D0-930A4E3C27FB}"/>
          </ac:picMkLst>
        </pc:picChg>
      </pc:sldChg>
      <pc:sldChg chg="addSp delSp modSp mod modAnim">
        <pc:chgData name="Subir Parida" userId="5adae42a5ff17c16" providerId="LiveId" clId="{2570E06C-6CDE-4131-A690-3FA8836EEC55}" dt="2024-01-25T10:02:50.237" v="3381" actId="478"/>
        <pc:sldMkLst>
          <pc:docMk/>
          <pc:sldMk cId="2008402149" sldId="302"/>
        </pc:sldMkLst>
        <pc:spChg chg="add mod">
          <ac:chgData name="Subir Parida" userId="5adae42a5ff17c16" providerId="LiveId" clId="{2570E06C-6CDE-4131-A690-3FA8836EEC55}" dt="2024-01-25T09:58:38.646" v="3313" actId="20577"/>
          <ac:spMkLst>
            <pc:docMk/>
            <pc:sldMk cId="2008402149" sldId="302"/>
            <ac:spMk id="4" creationId="{32CDE003-B851-ECBE-FEF7-6BC92C377E20}"/>
          </ac:spMkLst>
        </pc:spChg>
        <pc:picChg chg="add del mod">
          <ac:chgData name="Subir Parida" userId="5adae42a5ff17c16" providerId="LiveId" clId="{2570E06C-6CDE-4131-A690-3FA8836EEC55}" dt="2024-01-25T10:02:50.237" v="3381" actId="478"/>
          <ac:picMkLst>
            <pc:docMk/>
            <pc:sldMk cId="2008402149" sldId="302"/>
            <ac:picMk id="3" creationId="{180253F8-C816-2188-7638-5948064B029D}"/>
          </ac:picMkLst>
        </pc:picChg>
        <pc:picChg chg="add mod">
          <ac:chgData name="Subir Parida" userId="5adae42a5ff17c16" providerId="LiveId" clId="{2570E06C-6CDE-4131-A690-3FA8836EEC55}" dt="2024-01-25T10:02:48.511" v="3380" actId="1076"/>
          <ac:picMkLst>
            <pc:docMk/>
            <pc:sldMk cId="2008402149" sldId="302"/>
            <ac:picMk id="6" creationId="{87F4127A-3AF2-80D3-B4FE-B8C341C77898}"/>
          </ac:picMkLst>
        </pc:picChg>
        <pc:picChg chg="add mod">
          <ac:chgData name="Subir Parida" userId="5adae42a5ff17c16" providerId="LiveId" clId="{2570E06C-6CDE-4131-A690-3FA8836EEC55}" dt="2024-01-25T10:02:48.511" v="3380" actId="1076"/>
          <ac:picMkLst>
            <pc:docMk/>
            <pc:sldMk cId="2008402149" sldId="302"/>
            <ac:picMk id="7" creationId="{E28DCE6A-BAE1-455B-81EB-2F81B9273DFB}"/>
          </ac:picMkLst>
        </pc:picChg>
      </pc:sldChg>
      <pc:sldChg chg="addSp modSp mod">
        <pc:chgData name="Subir Parida" userId="5adae42a5ff17c16" providerId="LiveId" clId="{2570E06C-6CDE-4131-A690-3FA8836EEC55}" dt="2024-01-25T10:00:30.561" v="3330" actId="1076"/>
        <pc:sldMkLst>
          <pc:docMk/>
          <pc:sldMk cId="1378165757" sldId="303"/>
        </pc:sldMkLst>
        <pc:spChg chg="add mod">
          <ac:chgData name="Subir Parida" userId="5adae42a5ff17c16" providerId="LiveId" clId="{2570E06C-6CDE-4131-A690-3FA8836EEC55}" dt="2024-01-25T09:59:38.933" v="3327" actId="14100"/>
          <ac:spMkLst>
            <pc:docMk/>
            <pc:sldMk cId="1378165757" sldId="303"/>
            <ac:spMk id="2" creationId="{54122658-31C2-C339-853B-13A3CE5222DB}"/>
          </ac:spMkLst>
        </pc:spChg>
        <pc:picChg chg="add mod">
          <ac:chgData name="Subir Parida" userId="5adae42a5ff17c16" providerId="LiveId" clId="{2570E06C-6CDE-4131-A690-3FA8836EEC55}" dt="2024-01-25T10:00:30.561" v="3330" actId="1076"/>
          <ac:picMkLst>
            <pc:docMk/>
            <pc:sldMk cId="1378165757" sldId="303"/>
            <ac:picMk id="4" creationId="{5DF3F92C-43FC-6DDE-6E20-2325B7DC75BD}"/>
          </ac:picMkLst>
        </pc:picChg>
      </pc:sldChg>
      <pc:sldChg chg="addSp modSp del">
        <pc:chgData name="Subir Parida" userId="5adae42a5ff17c16" providerId="LiveId" clId="{2570E06C-6CDE-4131-A690-3FA8836EEC55}" dt="2024-01-18T19:12:30.652" v="27" actId="47"/>
        <pc:sldMkLst>
          <pc:docMk/>
          <pc:sldMk cId="2480307294" sldId="304"/>
        </pc:sldMkLst>
        <pc:spChg chg="add mod">
          <ac:chgData name="Subir Parida" userId="5adae42a5ff17c16" providerId="LiveId" clId="{2570E06C-6CDE-4131-A690-3FA8836EEC55}" dt="2024-01-18T19:12:08.915" v="23"/>
          <ac:spMkLst>
            <pc:docMk/>
            <pc:sldMk cId="2480307294" sldId="304"/>
            <ac:spMk id="7" creationId="{992F9B58-6F4B-0AFC-201B-85A3905A41AC}"/>
          </ac:spMkLst>
        </pc:spChg>
      </pc:sldChg>
      <pc:sldChg chg="addSp modSp del">
        <pc:chgData name="Subir Parida" userId="5adae42a5ff17c16" providerId="LiveId" clId="{2570E06C-6CDE-4131-A690-3FA8836EEC55}" dt="2024-01-18T19:12:32.560" v="28" actId="47"/>
        <pc:sldMkLst>
          <pc:docMk/>
          <pc:sldMk cId="212221708" sldId="305"/>
        </pc:sldMkLst>
        <pc:spChg chg="add mod">
          <ac:chgData name="Subir Parida" userId="5adae42a5ff17c16" providerId="LiveId" clId="{2570E06C-6CDE-4131-A690-3FA8836EEC55}" dt="2024-01-18T19:12:09.903" v="24"/>
          <ac:spMkLst>
            <pc:docMk/>
            <pc:sldMk cId="212221708" sldId="305"/>
            <ac:spMk id="3" creationId="{73734CC6-3F87-780A-7952-761A9F62AB3D}"/>
          </ac:spMkLst>
        </pc:spChg>
      </pc:sldChg>
      <pc:sldChg chg="addSp modSp del">
        <pc:chgData name="Subir Parida" userId="5adae42a5ff17c16" providerId="LiveId" clId="{2570E06C-6CDE-4131-A690-3FA8836EEC55}" dt="2024-01-18T19:12:41.953" v="29" actId="47"/>
        <pc:sldMkLst>
          <pc:docMk/>
          <pc:sldMk cId="3533115484" sldId="306"/>
        </pc:sldMkLst>
        <pc:spChg chg="add mod">
          <ac:chgData name="Subir Parida" userId="5adae42a5ff17c16" providerId="LiveId" clId="{2570E06C-6CDE-4131-A690-3FA8836EEC55}" dt="2024-01-18T19:12:11.497" v="25"/>
          <ac:spMkLst>
            <pc:docMk/>
            <pc:sldMk cId="3533115484" sldId="306"/>
            <ac:spMk id="7" creationId="{D3040875-E65A-A329-3686-EF9C54C9C2A3}"/>
          </ac:spMkLst>
        </pc:spChg>
      </pc:sldChg>
      <pc:sldChg chg="addSp modSp del">
        <pc:chgData name="Subir Parida" userId="5adae42a5ff17c16" providerId="LiveId" clId="{2570E06C-6CDE-4131-A690-3FA8836EEC55}" dt="2024-01-18T19:12:43.148" v="30" actId="47"/>
        <pc:sldMkLst>
          <pc:docMk/>
          <pc:sldMk cId="1339213217" sldId="307"/>
        </pc:sldMkLst>
        <pc:spChg chg="add mod">
          <ac:chgData name="Subir Parida" userId="5adae42a5ff17c16" providerId="LiveId" clId="{2570E06C-6CDE-4131-A690-3FA8836EEC55}" dt="2024-01-18T19:12:12.454" v="26"/>
          <ac:spMkLst>
            <pc:docMk/>
            <pc:sldMk cId="1339213217" sldId="307"/>
            <ac:spMk id="3" creationId="{F5FAA86E-714C-B99B-29D8-12E9B1144F26}"/>
          </ac:spMkLst>
        </pc:spChg>
      </pc:sldChg>
      <pc:sldChg chg="del">
        <pc:chgData name="Subir Parida" userId="5adae42a5ff17c16" providerId="LiveId" clId="{2570E06C-6CDE-4131-A690-3FA8836EEC55}" dt="2024-01-18T19:12:44.736" v="31" actId="47"/>
        <pc:sldMkLst>
          <pc:docMk/>
          <pc:sldMk cId="320455378" sldId="308"/>
        </pc:sldMkLst>
      </pc:sldChg>
      <pc:sldChg chg="del">
        <pc:chgData name="Subir Parida" userId="5adae42a5ff17c16" providerId="LiveId" clId="{2570E06C-6CDE-4131-A690-3FA8836EEC55}" dt="2024-01-18T19:12:48.352" v="32" actId="47"/>
        <pc:sldMkLst>
          <pc:docMk/>
          <pc:sldMk cId="613131756" sldId="309"/>
        </pc:sldMkLst>
      </pc:sldChg>
      <pc:sldChg chg="del">
        <pc:chgData name="Subir Parida" userId="5adae42a5ff17c16" providerId="LiveId" clId="{2570E06C-6CDE-4131-A690-3FA8836EEC55}" dt="2024-01-18T19:12:49.168" v="33" actId="47"/>
        <pc:sldMkLst>
          <pc:docMk/>
          <pc:sldMk cId="3083175923" sldId="310"/>
        </pc:sldMkLst>
      </pc:sldChg>
      <pc:sldChg chg="add">
        <pc:chgData name="Subir Parida" userId="5adae42a5ff17c16" providerId="LiveId" clId="{2570E06C-6CDE-4131-A690-3FA8836EEC55}" dt="2024-01-25T10:11:46.871" v="3444"/>
        <pc:sldMkLst>
          <pc:docMk/>
          <pc:sldMk cId="3474444675" sldId="312"/>
        </pc:sldMkLst>
      </pc:sldChg>
      <pc:sldChg chg="addSp delSp modSp del mod">
        <pc:chgData name="Subir Parida" userId="5adae42a5ff17c16" providerId="LiveId" clId="{2570E06C-6CDE-4131-A690-3FA8836EEC55}" dt="2024-01-25T10:11:40.750" v="3443" actId="2696"/>
        <pc:sldMkLst>
          <pc:docMk/>
          <pc:sldMk cId="3714125114" sldId="312"/>
        </pc:sldMkLst>
        <pc:spChg chg="add del mod">
          <ac:chgData name="Subir Parida" userId="5adae42a5ff17c16" providerId="LiveId" clId="{2570E06C-6CDE-4131-A690-3FA8836EEC55}" dt="2024-01-20T09:33:28.912" v="1223" actId="478"/>
          <ac:spMkLst>
            <pc:docMk/>
            <pc:sldMk cId="3714125114" sldId="312"/>
            <ac:spMk id="2" creationId="{0C539665-634F-0F88-D9D2-9338CCC4FF89}"/>
          </ac:spMkLst>
        </pc:spChg>
        <pc:spChg chg="add mod">
          <ac:chgData name="Subir Parida" userId="5adae42a5ff17c16" providerId="LiveId" clId="{2570E06C-6CDE-4131-A690-3FA8836EEC55}" dt="2024-01-20T09:35:24.802" v="1345" actId="20577"/>
          <ac:spMkLst>
            <pc:docMk/>
            <pc:sldMk cId="3714125114" sldId="312"/>
            <ac:spMk id="3" creationId="{5E12D394-1A16-3E54-82C7-21E22EC2C6CF}"/>
          </ac:spMkLst>
        </pc:spChg>
        <pc:spChg chg="add del mod">
          <ac:chgData name="Subir Parida" userId="5adae42a5ff17c16" providerId="LiveId" clId="{2570E06C-6CDE-4131-A690-3FA8836EEC55}" dt="2024-01-18T19:31:41.703" v="183" actId="478"/>
          <ac:spMkLst>
            <pc:docMk/>
            <pc:sldMk cId="3714125114" sldId="312"/>
            <ac:spMk id="4" creationId="{3C1E63D6-A6FA-4143-2E67-0FBDFFEEEFAD}"/>
          </ac:spMkLst>
        </pc:spChg>
        <pc:spChg chg="add mod">
          <ac:chgData name="Subir Parida" userId="5adae42a5ff17c16" providerId="LiveId" clId="{2570E06C-6CDE-4131-A690-3FA8836EEC55}" dt="2024-01-20T09:36:49.741" v="1531" actId="20577"/>
          <ac:spMkLst>
            <pc:docMk/>
            <pc:sldMk cId="3714125114" sldId="312"/>
            <ac:spMk id="4" creationId="{FB66941D-1049-F5A7-C197-A434EF6BBBFB}"/>
          </ac:spMkLst>
        </pc:spChg>
        <pc:spChg chg="mod">
          <ac:chgData name="Subir Parida" userId="5adae42a5ff17c16" providerId="LiveId" clId="{2570E06C-6CDE-4131-A690-3FA8836EEC55}" dt="2024-01-20T09:33:20.584" v="1221" actId="1076"/>
          <ac:spMkLst>
            <pc:docMk/>
            <pc:sldMk cId="3714125114" sldId="312"/>
            <ac:spMk id="5" creationId="{194D1F85-A882-6F6F-13AB-9BFB56A71BE3}"/>
          </ac:spMkLst>
        </pc:spChg>
        <pc:spChg chg="mod">
          <ac:chgData name="Subir Parida" userId="5adae42a5ff17c16" providerId="LiveId" clId="{2570E06C-6CDE-4131-A690-3FA8836EEC55}" dt="2024-01-20T09:33:41.342" v="1225" actId="1076"/>
          <ac:spMkLst>
            <pc:docMk/>
            <pc:sldMk cId="3714125114" sldId="312"/>
            <ac:spMk id="6" creationId="{2380A65C-BB1D-BEFD-0595-1AAF03C4A8EF}"/>
          </ac:spMkLst>
        </pc:spChg>
        <pc:graphicFrameChg chg="del">
          <ac:chgData name="Subir Parida" userId="5adae42a5ff17c16" providerId="LiveId" clId="{2570E06C-6CDE-4131-A690-3FA8836EEC55}" dt="2024-01-18T19:31:32.783" v="181" actId="478"/>
          <ac:graphicFrameMkLst>
            <pc:docMk/>
            <pc:sldMk cId="3714125114" sldId="312"/>
            <ac:graphicFrameMk id="2" creationId="{4A246157-E4D8-E397-7EDE-35A36EDA3DAE}"/>
          </ac:graphicFrameMkLst>
        </pc:graphicFrameChg>
        <pc:graphicFrameChg chg="del">
          <ac:chgData name="Subir Parida" userId="5adae42a5ff17c16" providerId="LiveId" clId="{2570E06C-6CDE-4131-A690-3FA8836EEC55}" dt="2024-01-18T19:30:22.806" v="175" actId="478"/>
          <ac:graphicFrameMkLst>
            <pc:docMk/>
            <pc:sldMk cId="3714125114" sldId="312"/>
            <ac:graphicFrameMk id="3" creationId="{12B72E8A-EA44-7031-793B-E41A708ED708}"/>
          </ac:graphicFrameMkLst>
        </pc:graphicFrameChg>
        <pc:graphicFrameChg chg="add mod">
          <ac:chgData name="Subir Parida" userId="5adae42a5ff17c16" providerId="LiveId" clId="{2570E06C-6CDE-4131-A690-3FA8836EEC55}" dt="2024-01-18T19:30:27.724" v="176" actId="1076"/>
          <ac:graphicFrameMkLst>
            <pc:docMk/>
            <pc:sldMk cId="3714125114" sldId="312"/>
            <ac:graphicFrameMk id="7" creationId="{BED9E044-73B0-67C2-4B3B-A1F9499DF22F}"/>
          </ac:graphicFrameMkLst>
        </pc:graphicFrameChg>
        <pc:graphicFrameChg chg="add mod">
          <ac:chgData name="Subir Parida" userId="5adae42a5ff17c16" providerId="LiveId" clId="{2570E06C-6CDE-4131-A690-3FA8836EEC55}" dt="2024-01-20T09:33:35.989" v="1224" actId="1076"/>
          <ac:graphicFrameMkLst>
            <pc:docMk/>
            <pc:sldMk cId="3714125114" sldId="312"/>
            <ac:graphicFrameMk id="8" creationId="{4C3EEA79-DD49-8C73-438D-29B4226F6391}"/>
          </ac:graphicFrameMkLst>
        </pc:graphicFrameChg>
      </pc:sldChg>
      <pc:sldChg chg="addSp delSp modSp mod">
        <pc:chgData name="Subir Parida" userId="5adae42a5ff17c16" providerId="LiveId" clId="{2570E06C-6CDE-4131-A690-3FA8836EEC55}" dt="2024-01-19T21:27:30.653" v="970" actId="1076"/>
        <pc:sldMkLst>
          <pc:docMk/>
          <pc:sldMk cId="4076434929" sldId="313"/>
        </pc:sldMkLst>
        <pc:spChg chg="add del mod">
          <ac:chgData name="Subir Parida" userId="5adae42a5ff17c16" providerId="LiveId" clId="{2570E06C-6CDE-4131-A690-3FA8836EEC55}" dt="2024-01-19T21:26:37.273" v="957" actId="478"/>
          <ac:spMkLst>
            <pc:docMk/>
            <pc:sldMk cId="4076434929" sldId="313"/>
            <ac:spMk id="4" creationId="{982F50C5-55A2-D010-A4E1-D6B5B0FC0637}"/>
          </ac:spMkLst>
        </pc:spChg>
        <pc:graphicFrameChg chg="del">
          <ac:chgData name="Subir Parida" userId="5adae42a5ff17c16" providerId="LiveId" clId="{2570E06C-6CDE-4131-A690-3FA8836EEC55}" dt="2024-01-19T21:27:13.616" v="965" actId="478"/>
          <ac:graphicFrameMkLst>
            <pc:docMk/>
            <pc:sldMk cId="4076434929" sldId="313"/>
            <ac:graphicFrameMk id="2" creationId="{CDA9408D-3244-1F23-FA2F-161B1B77DE66}"/>
          </ac:graphicFrameMkLst>
        </pc:graphicFrameChg>
        <pc:graphicFrameChg chg="del">
          <ac:chgData name="Subir Parida" userId="5adae42a5ff17c16" providerId="LiveId" clId="{2570E06C-6CDE-4131-A690-3FA8836EEC55}" dt="2024-01-19T21:27:26.089" v="967" actId="478"/>
          <ac:graphicFrameMkLst>
            <pc:docMk/>
            <pc:sldMk cId="4076434929" sldId="313"/>
            <ac:graphicFrameMk id="3" creationId="{6760B92D-AC1F-4C42-AC39-30607E426B23}"/>
          </ac:graphicFrameMkLst>
        </pc:graphicFrameChg>
        <pc:graphicFrameChg chg="add mod">
          <ac:chgData name="Subir Parida" userId="5adae42a5ff17c16" providerId="LiveId" clId="{2570E06C-6CDE-4131-A690-3FA8836EEC55}" dt="2024-01-19T21:27:19.795" v="966" actId="1076"/>
          <ac:graphicFrameMkLst>
            <pc:docMk/>
            <pc:sldMk cId="4076434929" sldId="313"/>
            <ac:graphicFrameMk id="7" creationId="{90CF65B8-26AD-D1E4-A2CD-54DDD9DD7508}"/>
          </ac:graphicFrameMkLst>
        </pc:graphicFrameChg>
        <pc:graphicFrameChg chg="add mod">
          <ac:chgData name="Subir Parida" userId="5adae42a5ff17c16" providerId="LiveId" clId="{2570E06C-6CDE-4131-A690-3FA8836EEC55}" dt="2024-01-19T21:27:30.653" v="970" actId="1076"/>
          <ac:graphicFrameMkLst>
            <pc:docMk/>
            <pc:sldMk cId="4076434929" sldId="313"/>
            <ac:graphicFrameMk id="8" creationId="{A76BE35C-A834-CDD7-9339-561E0B80DABE}"/>
          </ac:graphicFrameMkLst>
        </pc:graphicFrameChg>
      </pc:sldChg>
      <pc:sldChg chg="addSp delSp modSp mod">
        <pc:chgData name="Subir Parida" userId="5adae42a5ff17c16" providerId="LiveId" clId="{2570E06C-6CDE-4131-A690-3FA8836EEC55}" dt="2024-01-19T20:54:06.127" v="869" actId="478"/>
        <pc:sldMkLst>
          <pc:docMk/>
          <pc:sldMk cId="1954816640" sldId="314"/>
        </pc:sldMkLst>
        <pc:spChg chg="add del mod">
          <ac:chgData name="Subir Parida" userId="5adae42a5ff17c16" providerId="LiveId" clId="{2570E06C-6CDE-4131-A690-3FA8836EEC55}" dt="2024-01-19T20:54:06.127" v="869" actId="478"/>
          <ac:spMkLst>
            <pc:docMk/>
            <pc:sldMk cId="1954816640" sldId="314"/>
            <ac:spMk id="2" creationId="{1FA889A9-7CC8-2366-199E-F824A835896E}"/>
          </ac:spMkLst>
        </pc:spChg>
        <pc:graphicFrameChg chg="add mod">
          <ac:chgData name="Subir Parida" userId="5adae42a5ff17c16" providerId="LiveId" clId="{2570E06C-6CDE-4131-A690-3FA8836EEC55}" dt="2024-01-19T20:53:52.463" v="864" actId="1076"/>
          <ac:graphicFrameMkLst>
            <pc:docMk/>
            <pc:sldMk cId="1954816640" sldId="314"/>
            <ac:graphicFrameMk id="3" creationId="{F0850E76-C22A-BB76-5EB3-D730455AB36A}"/>
          </ac:graphicFrameMkLst>
        </pc:graphicFrameChg>
        <pc:graphicFrameChg chg="del">
          <ac:chgData name="Subir Parida" userId="5adae42a5ff17c16" providerId="LiveId" clId="{2570E06C-6CDE-4131-A690-3FA8836EEC55}" dt="2024-01-19T20:53:48.127" v="863" actId="478"/>
          <ac:graphicFrameMkLst>
            <pc:docMk/>
            <pc:sldMk cId="1954816640" sldId="314"/>
            <ac:graphicFrameMk id="4" creationId="{7DC75EAF-4940-4359-6F4C-FE1E3EEDDA55}"/>
          </ac:graphicFrameMkLst>
        </pc:graphicFrameChg>
        <pc:graphicFrameChg chg="del">
          <ac:chgData name="Subir Parida" userId="5adae42a5ff17c16" providerId="LiveId" clId="{2570E06C-6CDE-4131-A690-3FA8836EEC55}" dt="2024-01-19T20:53:54.361" v="865" actId="478"/>
          <ac:graphicFrameMkLst>
            <pc:docMk/>
            <pc:sldMk cId="1954816640" sldId="314"/>
            <ac:graphicFrameMk id="7" creationId="{4C8B5FAF-CDCA-B97E-F61F-3DBF80A205E6}"/>
          </ac:graphicFrameMkLst>
        </pc:graphicFrameChg>
        <pc:graphicFrameChg chg="add mod">
          <ac:chgData name="Subir Parida" userId="5adae42a5ff17c16" providerId="LiveId" clId="{2570E06C-6CDE-4131-A690-3FA8836EEC55}" dt="2024-01-19T20:54:03.550" v="868" actId="1076"/>
          <ac:graphicFrameMkLst>
            <pc:docMk/>
            <pc:sldMk cId="1954816640" sldId="314"/>
            <ac:graphicFrameMk id="8" creationId="{0943BDAD-7DE4-2EC9-23D5-500779B75422}"/>
          </ac:graphicFrameMkLst>
        </pc:graphicFrameChg>
      </pc:sldChg>
      <pc:sldChg chg="addSp delSp modSp mod">
        <pc:chgData name="Subir Parida" userId="5adae42a5ff17c16" providerId="LiveId" clId="{2570E06C-6CDE-4131-A690-3FA8836EEC55}" dt="2024-01-19T18:06:30.911" v="623" actId="1076"/>
        <pc:sldMkLst>
          <pc:docMk/>
          <pc:sldMk cId="2654986474" sldId="315"/>
        </pc:sldMkLst>
        <pc:spChg chg="add del mod">
          <ac:chgData name="Subir Parida" userId="5adae42a5ff17c16" providerId="LiveId" clId="{2570E06C-6CDE-4131-A690-3FA8836EEC55}" dt="2024-01-19T18:06:26.733" v="622" actId="478"/>
          <ac:spMkLst>
            <pc:docMk/>
            <pc:sldMk cId="2654986474" sldId="315"/>
            <ac:spMk id="4" creationId="{2F37878D-E6F9-E018-278D-2F5790D5D7DE}"/>
          </ac:spMkLst>
        </pc:spChg>
        <pc:graphicFrameChg chg="del">
          <ac:chgData name="Subir Parida" userId="5adae42a5ff17c16" providerId="LiveId" clId="{2570E06C-6CDE-4131-A690-3FA8836EEC55}" dt="2024-01-19T18:06:19.492" v="619" actId="478"/>
          <ac:graphicFrameMkLst>
            <pc:docMk/>
            <pc:sldMk cId="2654986474" sldId="315"/>
            <ac:graphicFrameMk id="2" creationId="{1EA86762-28FB-06FD-8891-1887F7FE8C27}"/>
          </ac:graphicFrameMkLst>
        </pc:graphicFrameChg>
        <pc:graphicFrameChg chg="del">
          <ac:chgData name="Subir Parida" userId="5adae42a5ff17c16" providerId="LiveId" clId="{2570E06C-6CDE-4131-A690-3FA8836EEC55}" dt="2024-01-19T18:06:11.165" v="617" actId="478"/>
          <ac:graphicFrameMkLst>
            <pc:docMk/>
            <pc:sldMk cId="2654986474" sldId="315"/>
            <ac:graphicFrameMk id="3" creationId="{9720BEFE-407D-C5DD-1F16-29D1E4507CFC}"/>
          </ac:graphicFrameMkLst>
        </pc:graphicFrameChg>
        <pc:graphicFrameChg chg="add mod">
          <ac:chgData name="Subir Parida" userId="5adae42a5ff17c16" providerId="LiveId" clId="{2570E06C-6CDE-4131-A690-3FA8836EEC55}" dt="2024-01-19T18:06:17.488" v="618" actId="1076"/>
          <ac:graphicFrameMkLst>
            <pc:docMk/>
            <pc:sldMk cId="2654986474" sldId="315"/>
            <ac:graphicFrameMk id="7" creationId="{2F6B91FD-23B5-26FA-064E-125018AE918A}"/>
          </ac:graphicFrameMkLst>
        </pc:graphicFrameChg>
        <pc:graphicFrameChg chg="add mod">
          <ac:chgData name="Subir Parida" userId="5adae42a5ff17c16" providerId="LiveId" clId="{2570E06C-6CDE-4131-A690-3FA8836EEC55}" dt="2024-01-19T18:06:30.911" v="623" actId="1076"/>
          <ac:graphicFrameMkLst>
            <pc:docMk/>
            <pc:sldMk cId="2654986474" sldId="315"/>
            <ac:graphicFrameMk id="8" creationId="{01FD5664-29B4-BC63-0442-CD9F82957575}"/>
          </ac:graphicFrameMkLst>
        </pc:graphicFrameChg>
      </pc:sldChg>
      <pc:sldChg chg="addSp delSp modSp mod">
        <pc:chgData name="Subir Parida" userId="5adae42a5ff17c16" providerId="LiveId" clId="{2570E06C-6CDE-4131-A690-3FA8836EEC55}" dt="2024-01-19T17:36:26.845" v="504" actId="478"/>
        <pc:sldMkLst>
          <pc:docMk/>
          <pc:sldMk cId="1397477579" sldId="317"/>
        </pc:sldMkLst>
        <pc:spChg chg="add del mod">
          <ac:chgData name="Subir Parida" userId="5adae42a5ff17c16" providerId="LiveId" clId="{2570E06C-6CDE-4131-A690-3FA8836EEC55}" dt="2024-01-19T17:36:26.845" v="504" actId="478"/>
          <ac:spMkLst>
            <pc:docMk/>
            <pc:sldMk cId="1397477579" sldId="317"/>
            <ac:spMk id="2" creationId="{39CBEAF1-5B50-60AB-A16F-3EE84223EBEF}"/>
          </ac:spMkLst>
        </pc:spChg>
        <pc:graphicFrameChg chg="add mod">
          <ac:chgData name="Subir Parida" userId="5adae42a5ff17c16" providerId="LiveId" clId="{2570E06C-6CDE-4131-A690-3FA8836EEC55}" dt="2024-01-19T17:36:11.060" v="499" actId="1076"/>
          <ac:graphicFrameMkLst>
            <pc:docMk/>
            <pc:sldMk cId="1397477579" sldId="317"/>
            <ac:graphicFrameMk id="3" creationId="{DB156F3D-39BE-A07B-F6E0-3FBB43044703}"/>
          </ac:graphicFrameMkLst>
        </pc:graphicFrameChg>
        <pc:graphicFrameChg chg="del">
          <ac:chgData name="Subir Parida" userId="5adae42a5ff17c16" providerId="LiveId" clId="{2570E06C-6CDE-4131-A690-3FA8836EEC55}" dt="2024-01-19T17:36:13.212" v="500" actId="478"/>
          <ac:graphicFrameMkLst>
            <pc:docMk/>
            <pc:sldMk cId="1397477579" sldId="317"/>
            <ac:graphicFrameMk id="4" creationId="{70779B8D-8BE8-0A0F-3F7C-4CE88BC18ED7}"/>
          </ac:graphicFrameMkLst>
        </pc:graphicFrameChg>
        <pc:graphicFrameChg chg="del">
          <ac:chgData name="Subir Parida" userId="5adae42a5ff17c16" providerId="LiveId" clId="{2570E06C-6CDE-4131-A690-3FA8836EEC55}" dt="2024-01-19T17:36:06.339" v="498" actId="478"/>
          <ac:graphicFrameMkLst>
            <pc:docMk/>
            <pc:sldMk cId="1397477579" sldId="317"/>
            <ac:graphicFrameMk id="7" creationId="{D2922F86-DC10-9370-F21A-871688E80DA7}"/>
          </ac:graphicFrameMkLst>
        </pc:graphicFrameChg>
        <pc:graphicFrameChg chg="add mod">
          <ac:chgData name="Subir Parida" userId="5adae42a5ff17c16" providerId="LiveId" clId="{2570E06C-6CDE-4131-A690-3FA8836EEC55}" dt="2024-01-19T17:36:24.479" v="503" actId="1076"/>
          <ac:graphicFrameMkLst>
            <pc:docMk/>
            <pc:sldMk cId="1397477579" sldId="317"/>
            <ac:graphicFrameMk id="8" creationId="{FA59D3DB-3FAD-A0D2-0E1B-299234FE4EFA}"/>
          </ac:graphicFrameMkLst>
        </pc:graphicFrameChg>
      </pc:sldChg>
      <pc:sldChg chg="addSp delSp modSp mod">
        <pc:chgData name="Subir Parida" userId="5adae42a5ff17c16" providerId="LiveId" clId="{2570E06C-6CDE-4131-A690-3FA8836EEC55}" dt="2024-01-19T19:48:06.014" v="770" actId="478"/>
        <pc:sldMkLst>
          <pc:docMk/>
          <pc:sldMk cId="2151113842" sldId="318"/>
        </pc:sldMkLst>
        <pc:spChg chg="add del mod">
          <ac:chgData name="Subir Parida" userId="5adae42a5ff17c16" providerId="LiveId" clId="{2570E06C-6CDE-4131-A690-3FA8836EEC55}" dt="2024-01-19T19:48:06.014" v="770" actId="478"/>
          <ac:spMkLst>
            <pc:docMk/>
            <pc:sldMk cId="2151113842" sldId="318"/>
            <ac:spMk id="4" creationId="{EF1E8BC2-0AFE-2F70-6B93-91CC979811E7}"/>
          </ac:spMkLst>
        </pc:spChg>
        <pc:graphicFrameChg chg="del">
          <ac:chgData name="Subir Parida" userId="5adae42a5ff17c16" providerId="LiveId" clId="{2570E06C-6CDE-4131-A690-3FA8836EEC55}" dt="2024-01-19T19:47:51.127" v="766" actId="478"/>
          <ac:graphicFrameMkLst>
            <pc:docMk/>
            <pc:sldMk cId="2151113842" sldId="318"/>
            <ac:graphicFrameMk id="2" creationId="{D7D3F9E1-3E85-98A3-CE04-663F991384A5}"/>
          </ac:graphicFrameMkLst>
        </pc:graphicFrameChg>
        <pc:graphicFrameChg chg="del">
          <ac:chgData name="Subir Parida" userId="5adae42a5ff17c16" providerId="LiveId" clId="{2570E06C-6CDE-4131-A690-3FA8836EEC55}" dt="2024-01-19T19:47:36.582" v="763" actId="478"/>
          <ac:graphicFrameMkLst>
            <pc:docMk/>
            <pc:sldMk cId="2151113842" sldId="318"/>
            <ac:graphicFrameMk id="3" creationId="{CBB83E64-8FBB-F977-E8E9-AA582D9F6C85}"/>
          </ac:graphicFrameMkLst>
        </pc:graphicFrameChg>
        <pc:graphicFrameChg chg="add mod">
          <ac:chgData name="Subir Parida" userId="5adae42a5ff17c16" providerId="LiveId" clId="{2570E06C-6CDE-4131-A690-3FA8836EEC55}" dt="2024-01-19T19:47:47.723" v="765" actId="207"/>
          <ac:graphicFrameMkLst>
            <pc:docMk/>
            <pc:sldMk cId="2151113842" sldId="318"/>
            <ac:graphicFrameMk id="7" creationId="{172823E9-37FA-CACD-B205-0A2E1B74245E}"/>
          </ac:graphicFrameMkLst>
        </pc:graphicFrameChg>
        <pc:graphicFrameChg chg="add mod">
          <ac:chgData name="Subir Parida" userId="5adae42a5ff17c16" providerId="LiveId" clId="{2570E06C-6CDE-4131-A690-3FA8836EEC55}" dt="2024-01-19T19:48:03.451" v="769" actId="1076"/>
          <ac:graphicFrameMkLst>
            <pc:docMk/>
            <pc:sldMk cId="2151113842" sldId="318"/>
            <ac:graphicFrameMk id="8" creationId="{4E54442C-D6A9-76E4-D0C4-924AEE061483}"/>
          </ac:graphicFrameMkLst>
        </pc:graphicFrameChg>
      </pc:sldChg>
      <pc:sldChg chg="addSp delSp modSp mod">
        <pc:chgData name="Subir Parida" userId="5adae42a5ff17c16" providerId="LiveId" clId="{2570E06C-6CDE-4131-A690-3FA8836EEC55}" dt="2024-01-20T10:05:58.444" v="2923" actId="207"/>
        <pc:sldMkLst>
          <pc:docMk/>
          <pc:sldMk cId="3602797273" sldId="319"/>
        </pc:sldMkLst>
        <pc:spChg chg="add mod">
          <ac:chgData name="Subir Parida" userId="5adae42a5ff17c16" providerId="LiveId" clId="{2570E06C-6CDE-4131-A690-3FA8836EEC55}" dt="2024-01-20T10:05:58.444" v="2923" actId="207"/>
          <ac:spMkLst>
            <pc:docMk/>
            <pc:sldMk cId="3602797273" sldId="319"/>
            <ac:spMk id="2" creationId="{4D71ADFF-1023-8BB4-B647-A64524224C6C}"/>
          </ac:spMkLst>
        </pc:spChg>
        <pc:spChg chg="add del mod">
          <ac:chgData name="Subir Parida" userId="5adae42a5ff17c16" providerId="LiveId" clId="{2570E06C-6CDE-4131-A690-3FA8836EEC55}" dt="2024-01-19T21:28:11.392" v="995" actId="478"/>
          <ac:spMkLst>
            <pc:docMk/>
            <pc:sldMk cId="3602797273" sldId="319"/>
            <ac:spMk id="2" creationId="{E9BCE136-02C9-8A14-D454-572EB59711C5}"/>
          </ac:spMkLst>
        </pc:spChg>
        <pc:spChg chg="add del mod">
          <ac:chgData name="Subir Parida" userId="5adae42a5ff17c16" providerId="LiveId" clId="{2570E06C-6CDE-4131-A690-3FA8836EEC55}" dt="2024-01-19T18:08:04.587" v="675" actId="478"/>
          <ac:spMkLst>
            <pc:docMk/>
            <pc:sldMk cId="3602797273" sldId="319"/>
            <ac:spMk id="8" creationId="{A92C15E7-FAF3-249A-4789-A84609D10854}"/>
          </ac:spMkLst>
        </pc:spChg>
        <pc:spChg chg="mod">
          <ac:chgData name="Subir Parida" userId="5adae42a5ff17c16" providerId="LiveId" clId="{2570E06C-6CDE-4131-A690-3FA8836EEC55}" dt="2024-01-20T10:02:53.124" v="2905" actId="1076"/>
          <ac:spMkLst>
            <pc:docMk/>
            <pc:sldMk cId="3602797273" sldId="319"/>
            <ac:spMk id="12" creationId="{152251DE-6A8F-C52A-0DD7-28910A9002F8}"/>
          </ac:spMkLst>
        </pc:spChg>
        <pc:spChg chg="mod">
          <ac:chgData name="Subir Parida" userId="5adae42a5ff17c16" providerId="LiveId" clId="{2570E06C-6CDE-4131-A690-3FA8836EEC55}" dt="2024-01-20T10:02:58.697" v="2906" actId="1076"/>
          <ac:spMkLst>
            <pc:docMk/>
            <pc:sldMk cId="3602797273" sldId="319"/>
            <ac:spMk id="13" creationId="{2DB2FF21-7A4E-5B87-A1AC-D7B53011CA6C}"/>
          </ac:spMkLst>
        </pc:spChg>
        <pc:spChg chg="mod">
          <ac:chgData name="Subir Parida" userId="5adae42a5ff17c16" providerId="LiveId" clId="{2570E06C-6CDE-4131-A690-3FA8836EEC55}" dt="2024-01-20T10:03:37.299" v="2914" actId="1076"/>
          <ac:spMkLst>
            <pc:docMk/>
            <pc:sldMk cId="3602797273" sldId="319"/>
            <ac:spMk id="14" creationId="{B71EDE5C-8A2C-F395-B6D3-B9C379880489}"/>
          </ac:spMkLst>
        </pc:spChg>
        <pc:spChg chg="mod">
          <ac:chgData name="Subir Parida" userId="5adae42a5ff17c16" providerId="LiveId" clId="{2570E06C-6CDE-4131-A690-3FA8836EEC55}" dt="2024-01-20T10:03:44.164" v="2915" actId="1076"/>
          <ac:spMkLst>
            <pc:docMk/>
            <pc:sldMk cId="3602797273" sldId="319"/>
            <ac:spMk id="15" creationId="{A85F3EC8-52E1-8761-EF86-21A4D94CF26D}"/>
          </ac:spMkLst>
        </pc:spChg>
        <pc:spChg chg="del mod">
          <ac:chgData name="Subir Parida" userId="5adae42a5ff17c16" providerId="LiveId" clId="{2570E06C-6CDE-4131-A690-3FA8836EEC55}" dt="2024-01-20T10:03:14.847" v="2909" actId="478"/>
          <ac:spMkLst>
            <pc:docMk/>
            <pc:sldMk cId="3602797273" sldId="319"/>
            <ac:spMk id="17" creationId="{00000000-0000-0000-0000-000000000000}"/>
          </ac:spMkLst>
        </pc:spChg>
        <pc:graphicFrameChg chg="add mod">
          <ac:chgData name="Subir Parida" userId="5adae42a5ff17c16" providerId="LiveId" clId="{2570E06C-6CDE-4131-A690-3FA8836EEC55}" dt="2024-01-20T10:02:36.079" v="2903" actId="1076"/>
          <ac:graphicFrameMkLst>
            <pc:docMk/>
            <pc:sldMk cId="3602797273" sldId="319"/>
            <ac:graphicFrameMk id="3" creationId="{26C02B2B-0F5A-3C67-2341-518D46237106}"/>
          </ac:graphicFrameMkLst>
        </pc:graphicFrameChg>
        <pc:graphicFrameChg chg="add del mod">
          <ac:chgData name="Subir Parida" userId="5adae42a5ff17c16" providerId="LiveId" clId="{2570E06C-6CDE-4131-A690-3FA8836EEC55}" dt="2024-01-19T05:34:10.976" v="363" actId="21"/>
          <ac:graphicFrameMkLst>
            <pc:docMk/>
            <pc:sldMk cId="3602797273" sldId="319"/>
            <ac:graphicFrameMk id="4" creationId="{B99F3EC4-B0C9-FACF-8772-E420CD7DBE5E}"/>
          </ac:graphicFrameMkLst>
        </pc:graphicFrameChg>
        <pc:graphicFrameChg chg="add del mod">
          <ac:chgData name="Subir Parida" userId="5adae42a5ff17c16" providerId="LiveId" clId="{2570E06C-6CDE-4131-A690-3FA8836EEC55}" dt="2024-01-19T17:39:23.656" v="533" actId="21"/>
          <ac:graphicFrameMkLst>
            <pc:docMk/>
            <pc:sldMk cId="3602797273" sldId="319"/>
            <ac:graphicFrameMk id="5" creationId="{F1AEE4FF-3C02-DAE2-2A92-456DD49B01DE}"/>
          </ac:graphicFrameMkLst>
        </pc:graphicFrameChg>
        <pc:graphicFrameChg chg="add mod">
          <ac:chgData name="Subir Parida" userId="5adae42a5ff17c16" providerId="LiveId" clId="{2570E06C-6CDE-4131-A690-3FA8836EEC55}" dt="2024-01-20T10:02:42.499" v="2904" actId="1076"/>
          <ac:graphicFrameMkLst>
            <pc:docMk/>
            <pc:sldMk cId="3602797273" sldId="319"/>
            <ac:graphicFrameMk id="7" creationId="{0C7A91F6-B71D-AFAF-B28E-DF856D33537B}"/>
          </ac:graphicFrameMkLst>
        </pc:graphicFrameChg>
        <pc:graphicFrameChg chg="add del mod">
          <ac:chgData name="Subir Parida" userId="5adae42a5ff17c16" providerId="LiveId" clId="{2570E06C-6CDE-4131-A690-3FA8836EEC55}" dt="2024-01-19T18:06:49.889" v="628" actId="21"/>
          <ac:graphicFrameMkLst>
            <pc:docMk/>
            <pc:sldMk cId="3602797273" sldId="319"/>
            <ac:graphicFrameMk id="9" creationId="{CEF95F7B-A60A-2658-EB7A-92470E5AB990}"/>
          </ac:graphicFrameMkLst>
        </pc:graphicFrameChg>
        <pc:graphicFrameChg chg="add mod">
          <ac:chgData name="Subir Parida" userId="5adae42a5ff17c16" providerId="LiveId" clId="{2570E06C-6CDE-4131-A690-3FA8836EEC55}" dt="2024-01-20T10:03:32.591" v="2913" actId="1076"/>
          <ac:graphicFrameMkLst>
            <pc:docMk/>
            <pc:sldMk cId="3602797273" sldId="319"/>
            <ac:graphicFrameMk id="10" creationId="{E1D5C298-C7CB-9597-2F08-1D5583DCB61E}"/>
          </ac:graphicFrameMkLst>
        </pc:graphicFrameChg>
        <pc:graphicFrameChg chg="del">
          <ac:chgData name="Subir Parida" userId="5adae42a5ff17c16" providerId="LiveId" clId="{2570E06C-6CDE-4131-A690-3FA8836EEC55}" dt="2024-01-19T05:33:43.106" v="361" actId="478"/>
          <ac:graphicFrameMkLst>
            <pc:docMk/>
            <pc:sldMk cId="3602797273" sldId="319"/>
            <ac:graphicFrameMk id="11" creationId="{375F34B9-3AA8-8AFD-2ECC-110ED5DB28E4}"/>
          </ac:graphicFrameMkLst>
        </pc:graphicFrameChg>
        <pc:graphicFrameChg chg="del">
          <ac:chgData name="Subir Parida" userId="5adae42a5ff17c16" providerId="LiveId" clId="{2570E06C-6CDE-4131-A690-3FA8836EEC55}" dt="2024-01-19T18:08:03.264" v="674" actId="478"/>
          <ac:graphicFrameMkLst>
            <pc:docMk/>
            <pc:sldMk cId="3602797273" sldId="319"/>
            <ac:graphicFrameMk id="16" creationId="{8F4BAF9D-7E3B-6396-064C-0402F29F09D8}"/>
          </ac:graphicFrameMkLst>
        </pc:graphicFrameChg>
        <pc:graphicFrameChg chg="del">
          <ac:chgData name="Subir Parida" userId="5adae42a5ff17c16" providerId="LiveId" clId="{2570E06C-6CDE-4131-A690-3FA8836EEC55}" dt="2024-01-19T17:40:12.126" v="578" actId="478"/>
          <ac:graphicFrameMkLst>
            <pc:docMk/>
            <pc:sldMk cId="3602797273" sldId="319"/>
            <ac:graphicFrameMk id="18" creationId="{CC872549-022B-7271-2E14-E22A0614B293}"/>
          </ac:graphicFrameMkLst>
        </pc:graphicFrameChg>
        <pc:graphicFrameChg chg="add del mod">
          <ac:chgData name="Subir Parida" userId="5adae42a5ff17c16" providerId="LiveId" clId="{2570E06C-6CDE-4131-A690-3FA8836EEC55}" dt="2024-01-19T21:28:26.212" v="997" actId="21"/>
          <ac:graphicFrameMkLst>
            <pc:docMk/>
            <pc:sldMk cId="3602797273" sldId="319"/>
            <ac:graphicFrameMk id="19" creationId="{2C4C56DE-7D78-3F5E-A121-E5F4A1603443}"/>
          </ac:graphicFrameMkLst>
        </pc:graphicFrameChg>
        <pc:graphicFrameChg chg="add mod">
          <ac:chgData name="Subir Parida" userId="5adae42a5ff17c16" providerId="LiveId" clId="{2570E06C-6CDE-4131-A690-3FA8836EEC55}" dt="2024-01-20T10:03:27.560" v="2912" actId="1076"/>
          <ac:graphicFrameMkLst>
            <pc:docMk/>
            <pc:sldMk cId="3602797273" sldId="319"/>
            <ac:graphicFrameMk id="20" creationId="{04A11384-EF20-A3E0-3866-5DC16788A449}"/>
          </ac:graphicFrameMkLst>
        </pc:graphicFrameChg>
        <pc:graphicFrameChg chg="del">
          <ac:chgData name="Subir Parida" userId="5adae42a5ff17c16" providerId="LiveId" clId="{2570E06C-6CDE-4131-A690-3FA8836EEC55}" dt="2024-01-19T21:28:10.608" v="994" actId="478"/>
          <ac:graphicFrameMkLst>
            <pc:docMk/>
            <pc:sldMk cId="3602797273" sldId="319"/>
            <ac:graphicFrameMk id="21" creationId="{2A909057-274E-54B1-D0C5-42FB189E998B}"/>
          </ac:graphicFrameMkLst>
        </pc:graphicFrameChg>
      </pc:sldChg>
      <pc:sldChg chg="addSp delSp modSp mod">
        <pc:chgData name="Subir Parida" userId="5adae42a5ff17c16" providerId="LiveId" clId="{2570E06C-6CDE-4131-A690-3FA8836EEC55}" dt="2024-01-20T10:07:01.346" v="2934" actId="1076"/>
        <pc:sldMkLst>
          <pc:docMk/>
          <pc:sldMk cId="737586626" sldId="320"/>
        </pc:sldMkLst>
        <pc:spChg chg="add mod">
          <ac:chgData name="Subir Parida" userId="5adae42a5ff17c16" providerId="LiveId" clId="{2570E06C-6CDE-4131-A690-3FA8836EEC55}" dt="2024-01-20T10:06:27.809" v="2929"/>
          <ac:spMkLst>
            <pc:docMk/>
            <pc:sldMk cId="737586626" sldId="320"/>
            <ac:spMk id="2" creationId="{0BAF65D6-C05B-84D0-1C5F-38C6DCBD098B}"/>
          </ac:spMkLst>
        </pc:spChg>
        <pc:spChg chg="del">
          <ac:chgData name="Subir Parida" userId="5adae42a5ff17c16" providerId="LiveId" clId="{2570E06C-6CDE-4131-A690-3FA8836EEC55}" dt="2024-01-20T10:06:21.311" v="2925" actId="478"/>
          <ac:spMkLst>
            <pc:docMk/>
            <pc:sldMk cId="737586626" sldId="320"/>
            <ac:spMk id="3" creationId="{6F93DBB2-EE44-74E0-0864-E5B433F494C6}"/>
          </ac:spMkLst>
        </pc:spChg>
        <pc:spChg chg="del">
          <ac:chgData name="Subir Parida" userId="5adae42a5ff17c16" providerId="LiveId" clId="{2570E06C-6CDE-4131-A690-3FA8836EEC55}" dt="2024-01-20T10:06:19.977" v="2924" actId="478"/>
          <ac:spMkLst>
            <pc:docMk/>
            <pc:sldMk cId="737586626" sldId="320"/>
            <ac:spMk id="4" creationId="{8B083378-37FA-D3D1-55C0-84E17C1ECC27}"/>
          </ac:spMkLst>
        </pc:spChg>
        <pc:spChg chg="del">
          <ac:chgData name="Subir Parida" userId="5adae42a5ff17c16" providerId="LiveId" clId="{2570E06C-6CDE-4131-A690-3FA8836EEC55}" dt="2024-01-20T10:06:24.465" v="2927" actId="478"/>
          <ac:spMkLst>
            <pc:docMk/>
            <pc:sldMk cId="737586626" sldId="320"/>
            <ac:spMk id="5" creationId="{63BC4A10-DF38-365D-39EE-75EE0A433ACC}"/>
          </ac:spMkLst>
        </pc:spChg>
        <pc:spChg chg="del">
          <ac:chgData name="Subir Parida" userId="5adae42a5ff17c16" providerId="LiveId" clId="{2570E06C-6CDE-4131-A690-3FA8836EEC55}" dt="2024-01-20T10:06:23.194" v="2926" actId="478"/>
          <ac:spMkLst>
            <pc:docMk/>
            <pc:sldMk cId="737586626" sldId="320"/>
            <ac:spMk id="7" creationId="{6454BA89-1E73-EA2B-0EA7-FD904CF73EBC}"/>
          </ac:spMkLst>
        </pc:spChg>
        <pc:spChg chg="add mod">
          <ac:chgData name="Subir Parida" userId="5adae42a5ff17c16" providerId="LiveId" clId="{2570E06C-6CDE-4131-A690-3FA8836EEC55}" dt="2024-01-20T10:06:27.809" v="2929"/>
          <ac:spMkLst>
            <pc:docMk/>
            <pc:sldMk cId="737586626" sldId="320"/>
            <ac:spMk id="8" creationId="{65887FF5-B07D-54DE-6F42-DBA4EBE23FFF}"/>
          </ac:spMkLst>
        </pc:spChg>
        <pc:spChg chg="add del mod">
          <ac:chgData name="Subir Parida" userId="5adae42a5ff17c16" providerId="LiveId" clId="{2570E06C-6CDE-4131-A690-3FA8836EEC55}" dt="2024-01-19T21:28:29.070" v="998" actId="478"/>
          <ac:spMkLst>
            <pc:docMk/>
            <pc:sldMk cId="737586626" sldId="320"/>
            <ac:spMk id="8" creationId="{F7B7D86D-FCC3-B5FB-B77D-3C77B5EE4AA0}"/>
          </ac:spMkLst>
        </pc:spChg>
        <pc:spChg chg="del">
          <ac:chgData name="Subir Parida" userId="5adae42a5ff17c16" providerId="LiveId" clId="{2570E06C-6CDE-4131-A690-3FA8836EEC55}" dt="2024-01-20T10:06:25.878" v="2928" actId="478"/>
          <ac:spMkLst>
            <pc:docMk/>
            <pc:sldMk cId="737586626" sldId="320"/>
            <ac:spMk id="11" creationId="{00000000-0000-0000-0000-000000000000}"/>
          </ac:spMkLst>
        </pc:spChg>
        <pc:spChg chg="add del mod">
          <ac:chgData name="Subir Parida" userId="5adae42a5ff17c16" providerId="LiveId" clId="{2570E06C-6CDE-4131-A690-3FA8836EEC55}" dt="2024-01-19T18:07:01.002" v="632" actId="478"/>
          <ac:spMkLst>
            <pc:docMk/>
            <pc:sldMk cId="737586626" sldId="320"/>
            <ac:spMk id="12" creationId="{E362B692-1A4D-734E-A015-CC9A1549765F}"/>
          </ac:spMkLst>
        </pc:spChg>
        <pc:spChg chg="add mod">
          <ac:chgData name="Subir Parida" userId="5adae42a5ff17c16" providerId="LiveId" clId="{2570E06C-6CDE-4131-A690-3FA8836EEC55}" dt="2024-01-20T10:06:27.809" v="2929"/>
          <ac:spMkLst>
            <pc:docMk/>
            <pc:sldMk cId="737586626" sldId="320"/>
            <ac:spMk id="12" creationId="{E8E078DE-7900-C01E-76B7-B5BC6770D984}"/>
          </ac:spMkLst>
        </pc:spChg>
        <pc:spChg chg="add mod">
          <ac:chgData name="Subir Parida" userId="5adae42a5ff17c16" providerId="LiveId" clId="{2570E06C-6CDE-4131-A690-3FA8836EEC55}" dt="2024-01-20T10:06:27.809" v="2929"/>
          <ac:spMkLst>
            <pc:docMk/>
            <pc:sldMk cId="737586626" sldId="320"/>
            <ac:spMk id="15" creationId="{ADB355F4-8543-1027-2FDF-EF8F1258E195}"/>
          </ac:spMkLst>
        </pc:spChg>
        <pc:spChg chg="add mod">
          <ac:chgData name="Subir Parida" userId="5adae42a5ff17c16" providerId="LiveId" clId="{2570E06C-6CDE-4131-A690-3FA8836EEC55}" dt="2024-01-20T10:06:31.500" v="2930" actId="20577"/>
          <ac:spMkLst>
            <pc:docMk/>
            <pc:sldMk cId="737586626" sldId="320"/>
            <ac:spMk id="16" creationId="{0DE69B9B-569D-B9A0-EE26-CFEB97F1BF6E}"/>
          </ac:spMkLst>
        </pc:spChg>
        <pc:graphicFrameChg chg="del">
          <ac:chgData name="Subir Parida" userId="5adae42a5ff17c16" providerId="LiveId" clId="{2570E06C-6CDE-4131-A690-3FA8836EEC55}" dt="2024-01-19T05:33:39.665" v="360" actId="478"/>
          <ac:graphicFrameMkLst>
            <pc:docMk/>
            <pc:sldMk cId="737586626" sldId="320"/>
            <ac:graphicFrameMk id="2" creationId="{4D2F23CE-EA43-5227-EC3A-F519B41C4D39}"/>
          </ac:graphicFrameMkLst>
        </pc:graphicFrameChg>
        <pc:graphicFrameChg chg="add mod">
          <ac:chgData name="Subir Parida" userId="5adae42a5ff17c16" providerId="LiveId" clId="{2570E06C-6CDE-4131-A690-3FA8836EEC55}" dt="2024-01-20T10:06:38.365" v="2931" actId="1076"/>
          <ac:graphicFrameMkLst>
            <pc:docMk/>
            <pc:sldMk cId="737586626" sldId="320"/>
            <ac:graphicFrameMk id="9" creationId="{B99F3EC4-B0C9-FACF-8772-E420CD7DBE5E}"/>
          </ac:graphicFrameMkLst>
        </pc:graphicFrameChg>
        <pc:graphicFrameChg chg="add mod">
          <ac:chgData name="Subir Parida" userId="5adae42a5ff17c16" providerId="LiveId" clId="{2570E06C-6CDE-4131-A690-3FA8836EEC55}" dt="2024-01-20T10:06:54.151" v="2933" actId="1076"/>
          <ac:graphicFrameMkLst>
            <pc:docMk/>
            <pc:sldMk cId="737586626" sldId="320"/>
            <ac:graphicFrameMk id="10" creationId="{F1AEE4FF-3C02-DAE2-2A92-456DD49B01DE}"/>
          </ac:graphicFrameMkLst>
        </pc:graphicFrameChg>
        <pc:graphicFrameChg chg="add mod">
          <ac:chgData name="Subir Parida" userId="5adae42a5ff17c16" providerId="LiveId" clId="{2570E06C-6CDE-4131-A690-3FA8836EEC55}" dt="2024-01-20T10:07:01.346" v="2934" actId="1076"/>
          <ac:graphicFrameMkLst>
            <pc:docMk/>
            <pc:sldMk cId="737586626" sldId="320"/>
            <ac:graphicFrameMk id="13" creationId="{CEF95F7B-A60A-2658-EB7A-92470E5AB990}"/>
          </ac:graphicFrameMkLst>
        </pc:graphicFrameChg>
        <pc:graphicFrameChg chg="add mod">
          <ac:chgData name="Subir Parida" userId="5adae42a5ff17c16" providerId="LiveId" clId="{2570E06C-6CDE-4131-A690-3FA8836EEC55}" dt="2024-01-20T10:06:43.848" v="2932" actId="1076"/>
          <ac:graphicFrameMkLst>
            <pc:docMk/>
            <pc:sldMk cId="737586626" sldId="320"/>
            <ac:graphicFrameMk id="14" creationId="{2C4C56DE-7D78-3F5E-A121-E5F4A1603443}"/>
          </ac:graphicFrameMkLst>
        </pc:graphicFrameChg>
        <pc:graphicFrameChg chg="del">
          <ac:chgData name="Subir Parida" userId="5adae42a5ff17c16" providerId="LiveId" clId="{2570E06C-6CDE-4131-A690-3FA8836EEC55}" dt="2024-01-19T18:06:58.163" v="629" actId="478"/>
          <ac:graphicFrameMkLst>
            <pc:docMk/>
            <pc:sldMk cId="737586626" sldId="320"/>
            <ac:graphicFrameMk id="17" creationId="{21BDB136-9406-27A2-8A8A-9E86CFCB411E}"/>
          </ac:graphicFrameMkLst>
        </pc:graphicFrameChg>
        <pc:graphicFrameChg chg="del">
          <ac:chgData name="Subir Parida" userId="5adae42a5ff17c16" providerId="LiveId" clId="{2570E06C-6CDE-4131-A690-3FA8836EEC55}" dt="2024-01-19T17:39:31.371" v="537" actId="478"/>
          <ac:graphicFrameMkLst>
            <pc:docMk/>
            <pc:sldMk cId="737586626" sldId="320"/>
            <ac:graphicFrameMk id="19" creationId="{B51DDEB5-1045-89DF-A261-B3E7B9D2004C}"/>
          </ac:graphicFrameMkLst>
        </pc:graphicFrameChg>
        <pc:graphicFrameChg chg="del">
          <ac:chgData name="Subir Parida" userId="5adae42a5ff17c16" providerId="LiveId" clId="{2570E06C-6CDE-4131-A690-3FA8836EEC55}" dt="2024-01-19T21:28:30.893" v="999" actId="478"/>
          <ac:graphicFrameMkLst>
            <pc:docMk/>
            <pc:sldMk cId="737586626" sldId="320"/>
            <ac:graphicFrameMk id="20" creationId="{FCECAB3F-561C-BDDF-0DAD-EC2A98F5DEDE}"/>
          </ac:graphicFrameMkLst>
        </pc:graphicFrameChg>
      </pc:sldChg>
      <pc:sldChg chg="addSp delSp modSp mod">
        <pc:chgData name="Subir Parida" userId="5adae42a5ff17c16" providerId="LiveId" clId="{2570E06C-6CDE-4131-A690-3FA8836EEC55}" dt="2024-01-19T20:54:58.259" v="897" actId="21"/>
        <pc:sldMkLst>
          <pc:docMk/>
          <pc:sldMk cId="2094475131" sldId="321"/>
        </pc:sldMkLst>
        <pc:spChg chg="add del mod">
          <ac:chgData name="Subir Parida" userId="5adae42a5ff17c16" providerId="LiveId" clId="{2570E06C-6CDE-4131-A690-3FA8836EEC55}" dt="2024-01-19T20:54:25.026" v="871" actId="478"/>
          <ac:spMkLst>
            <pc:docMk/>
            <pc:sldMk cId="2094475131" sldId="321"/>
            <ac:spMk id="8" creationId="{B0DD9F1C-4AC5-AF3A-F576-33527343BC71}"/>
          </ac:spMkLst>
        </pc:spChg>
        <pc:graphicFrameChg chg="del mod">
          <ac:chgData name="Subir Parida" userId="5adae42a5ff17c16" providerId="LiveId" clId="{2570E06C-6CDE-4131-A690-3FA8836EEC55}" dt="2024-01-19T05:33:21.129" v="358" actId="478"/>
          <ac:graphicFrameMkLst>
            <pc:docMk/>
            <pc:sldMk cId="2094475131" sldId="321"/>
            <ac:graphicFrameMk id="7" creationId="{C3EEE630-0C85-78DE-7CA1-3D4FCEF6B007}"/>
          </ac:graphicFrameMkLst>
        </pc:graphicFrameChg>
        <pc:graphicFrameChg chg="add mod">
          <ac:chgData name="Subir Parida" userId="5adae42a5ff17c16" providerId="LiveId" clId="{2570E06C-6CDE-4131-A690-3FA8836EEC55}" dt="2024-01-19T05:31:48.619" v="305"/>
          <ac:graphicFrameMkLst>
            <pc:docMk/>
            <pc:sldMk cId="2094475131" sldId="321"/>
            <ac:graphicFrameMk id="9" creationId="{2D9F0A43-CE7A-F54B-6FFA-519F083D42B4}"/>
          </ac:graphicFrameMkLst>
        </pc:graphicFrameChg>
        <pc:graphicFrameChg chg="add mod">
          <ac:chgData name="Subir Parida" userId="5adae42a5ff17c16" providerId="LiveId" clId="{2570E06C-6CDE-4131-A690-3FA8836EEC55}" dt="2024-01-19T05:31:48.619" v="305"/>
          <ac:graphicFrameMkLst>
            <pc:docMk/>
            <pc:sldMk cId="2094475131" sldId="321"/>
            <ac:graphicFrameMk id="10" creationId="{1EE6A117-BF5C-C464-8198-6A1998456FB5}"/>
          </ac:graphicFrameMkLst>
        </pc:graphicFrameChg>
        <pc:graphicFrameChg chg="add del mod">
          <ac:chgData name="Subir Parida" userId="5adae42a5ff17c16" providerId="LiveId" clId="{2570E06C-6CDE-4131-A690-3FA8836EEC55}" dt="2024-01-19T05:32:01.515" v="312" actId="21"/>
          <ac:graphicFrameMkLst>
            <pc:docMk/>
            <pc:sldMk cId="2094475131" sldId="321"/>
            <ac:graphicFrameMk id="11" creationId="{08786F0C-9FCC-809E-B8C3-6F1F703894C6}"/>
          </ac:graphicFrameMkLst>
        </pc:graphicFrameChg>
        <pc:graphicFrameChg chg="del">
          <ac:chgData name="Subir Parida" userId="5adae42a5ff17c16" providerId="LiveId" clId="{2570E06C-6CDE-4131-A690-3FA8836EEC55}" dt="2024-01-19T20:54:23.990" v="870" actId="478"/>
          <ac:graphicFrameMkLst>
            <pc:docMk/>
            <pc:sldMk cId="2094475131" sldId="321"/>
            <ac:graphicFrameMk id="12" creationId="{A5A8D794-CB58-AEA6-C871-C8983461F67B}"/>
          </ac:graphicFrameMkLst>
        </pc:graphicFrameChg>
        <pc:graphicFrameChg chg="del">
          <ac:chgData name="Subir Parida" userId="5adae42a5ff17c16" providerId="LiveId" clId="{2570E06C-6CDE-4131-A690-3FA8836EEC55}" dt="2024-01-19T19:48:32.254" v="771" actId="478"/>
          <ac:graphicFrameMkLst>
            <pc:docMk/>
            <pc:sldMk cId="2094475131" sldId="321"/>
            <ac:graphicFrameMk id="13" creationId="{1E828A3F-06ED-365F-4D43-301C733F6AAB}"/>
          </ac:graphicFrameMkLst>
        </pc:graphicFrameChg>
        <pc:graphicFrameChg chg="add mod">
          <ac:chgData name="Subir Parida" userId="5adae42a5ff17c16" providerId="LiveId" clId="{2570E06C-6CDE-4131-A690-3FA8836EEC55}" dt="2024-01-19T05:33:26.968" v="359" actId="1076"/>
          <ac:graphicFrameMkLst>
            <pc:docMk/>
            <pc:sldMk cId="2094475131" sldId="321"/>
            <ac:graphicFrameMk id="14" creationId="{68F85B42-0D6B-A63D-E14C-C7040716B9C1}"/>
          </ac:graphicFrameMkLst>
        </pc:graphicFrameChg>
        <pc:graphicFrameChg chg="add del mod">
          <ac:chgData name="Subir Parida" userId="5adae42a5ff17c16" providerId="LiveId" clId="{2570E06C-6CDE-4131-A690-3FA8836EEC55}" dt="2024-01-19T19:48:46.039" v="795" actId="21"/>
          <ac:graphicFrameMkLst>
            <pc:docMk/>
            <pc:sldMk cId="2094475131" sldId="321"/>
            <ac:graphicFrameMk id="15" creationId="{8F92A8E1-14BE-AAD6-823F-B3A4993D6E7C}"/>
          </ac:graphicFrameMkLst>
        </pc:graphicFrameChg>
        <pc:graphicFrameChg chg="add mod">
          <ac:chgData name="Subir Parida" userId="5adae42a5ff17c16" providerId="LiveId" clId="{2570E06C-6CDE-4131-A690-3FA8836EEC55}" dt="2024-01-19T19:49:35.392" v="803" actId="1076"/>
          <ac:graphicFrameMkLst>
            <pc:docMk/>
            <pc:sldMk cId="2094475131" sldId="321"/>
            <ac:graphicFrameMk id="16" creationId="{62DEEC70-C092-8DC1-D2AB-DA2DB76D7038}"/>
          </ac:graphicFrameMkLst>
        </pc:graphicFrameChg>
        <pc:graphicFrameChg chg="add del mod">
          <ac:chgData name="Subir Parida" userId="5adae42a5ff17c16" providerId="LiveId" clId="{2570E06C-6CDE-4131-A690-3FA8836EEC55}" dt="2024-01-19T20:54:58.259" v="897" actId="21"/>
          <ac:graphicFrameMkLst>
            <pc:docMk/>
            <pc:sldMk cId="2094475131" sldId="321"/>
            <ac:graphicFrameMk id="17" creationId="{BF58D71A-9BE3-9F12-71A1-8F4E409B7AE9}"/>
          </ac:graphicFrameMkLst>
        </pc:graphicFrameChg>
        <pc:graphicFrameChg chg="add mod">
          <ac:chgData name="Subir Parida" userId="5adae42a5ff17c16" providerId="LiveId" clId="{2570E06C-6CDE-4131-A690-3FA8836EEC55}" dt="2024-01-19T20:54:55.741" v="896" actId="1076"/>
          <ac:graphicFrameMkLst>
            <pc:docMk/>
            <pc:sldMk cId="2094475131" sldId="321"/>
            <ac:graphicFrameMk id="18" creationId="{0B06D846-F376-30D8-5E12-EB8F88591D76}"/>
          </ac:graphicFrameMkLst>
        </pc:graphicFrameChg>
      </pc:sldChg>
      <pc:sldChg chg="addSp delSp modSp mod">
        <pc:chgData name="Subir Parida" userId="5adae42a5ff17c16" providerId="LiveId" clId="{2570E06C-6CDE-4131-A690-3FA8836EEC55}" dt="2024-01-19T20:55:10.351" v="902" actId="1076"/>
        <pc:sldMkLst>
          <pc:docMk/>
          <pc:sldMk cId="651250364" sldId="322"/>
        </pc:sldMkLst>
        <pc:spChg chg="add del mod">
          <ac:chgData name="Subir Parida" userId="5adae42a5ff17c16" providerId="LiveId" clId="{2570E06C-6CDE-4131-A690-3FA8836EEC55}" dt="2024-01-19T20:55:01.081" v="898" actId="478"/>
          <ac:spMkLst>
            <pc:docMk/>
            <pc:sldMk cId="651250364" sldId="322"/>
            <ac:spMk id="7" creationId="{0A599472-6F3D-FD9E-5F14-186847FCDC1D}"/>
          </ac:spMkLst>
        </pc:spChg>
        <pc:graphicFrameChg chg="del">
          <ac:chgData name="Subir Parida" userId="5adae42a5ff17c16" providerId="LiveId" clId="{2570E06C-6CDE-4131-A690-3FA8836EEC55}" dt="2024-01-19T05:33:02.721" v="336" actId="478"/>
          <ac:graphicFrameMkLst>
            <pc:docMk/>
            <pc:sldMk cId="651250364" sldId="322"/>
            <ac:graphicFrameMk id="8" creationId="{B26EABA3-F85F-116A-4659-494B00BBDC71}"/>
          </ac:graphicFrameMkLst>
        </pc:graphicFrameChg>
        <pc:graphicFrameChg chg="add del mod">
          <ac:chgData name="Subir Parida" userId="5adae42a5ff17c16" providerId="LiveId" clId="{2570E06C-6CDE-4131-A690-3FA8836EEC55}" dt="2024-01-19T05:32:59.730" v="335" actId="21"/>
          <ac:graphicFrameMkLst>
            <pc:docMk/>
            <pc:sldMk cId="651250364" sldId="322"/>
            <ac:graphicFrameMk id="9" creationId="{08786F0C-9FCC-809E-B8C3-6F1F703894C6}"/>
          </ac:graphicFrameMkLst>
        </pc:graphicFrameChg>
        <pc:graphicFrameChg chg="add mod">
          <ac:chgData name="Subir Parida" userId="5adae42a5ff17c16" providerId="LiveId" clId="{2570E06C-6CDE-4131-A690-3FA8836EEC55}" dt="2024-01-19T05:33:03.243" v="338"/>
          <ac:graphicFrameMkLst>
            <pc:docMk/>
            <pc:sldMk cId="651250364" sldId="322"/>
            <ac:graphicFrameMk id="10" creationId="{08786F0C-9FCC-809E-B8C3-6F1F703894C6}"/>
          </ac:graphicFrameMkLst>
        </pc:graphicFrameChg>
        <pc:graphicFrameChg chg="del mod">
          <ac:chgData name="Subir Parida" userId="5adae42a5ff17c16" providerId="LiveId" clId="{2570E06C-6CDE-4131-A690-3FA8836EEC55}" dt="2024-01-19T20:55:03.492" v="899" actId="478"/>
          <ac:graphicFrameMkLst>
            <pc:docMk/>
            <pc:sldMk cId="651250364" sldId="322"/>
            <ac:graphicFrameMk id="11" creationId="{4058FC3D-5CD3-2ABE-D346-5DF033DF0ACE}"/>
          </ac:graphicFrameMkLst>
        </pc:graphicFrameChg>
        <pc:graphicFrameChg chg="del">
          <ac:chgData name="Subir Parida" userId="5adae42a5ff17c16" providerId="LiveId" clId="{2570E06C-6CDE-4131-A690-3FA8836EEC55}" dt="2024-01-19T19:48:52.800" v="796" actId="478"/>
          <ac:graphicFrameMkLst>
            <pc:docMk/>
            <pc:sldMk cId="651250364" sldId="322"/>
            <ac:graphicFrameMk id="14" creationId="{43A5E035-C63C-7486-0D29-4CEB542771DD}"/>
          </ac:graphicFrameMkLst>
        </pc:graphicFrameChg>
        <pc:graphicFrameChg chg="add mod">
          <ac:chgData name="Subir Parida" userId="5adae42a5ff17c16" providerId="LiveId" clId="{2570E06C-6CDE-4131-A690-3FA8836EEC55}" dt="2024-01-19T19:49:02.265" v="799" actId="1076"/>
          <ac:graphicFrameMkLst>
            <pc:docMk/>
            <pc:sldMk cId="651250364" sldId="322"/>
            <ac:graphicFrameMk id="15" creationId="{8F92A8E1-14BE-AAD6-823F-B3A4993D6E7C}"/>
          </ac:graphicFrameMkLst>
        </pc:graphicFrameChg>
        <pc:graphicFrameChg chg="add mod">
          <ac:chgData name="Subir Parida" userId="5adae42a5ff17c16" providerId="LiveId" clId="{2570E06C-6CDE-4131-A690-3FA8836EEC55}" dt="2024-01-19T20:55:10.351" v="902" actId="1076"/>
          <ac:graphicFrameMkLst>
            <pc:docMk/>
            <pc:sldMk cId="651250364" sldId="322"/>
            <ac:graphicFrameMk id="17" creationId="{BF58D71A-9BE3-9F12-71A1-8F4E409B7AE9}"/>
          </ac:graphicFrameMkLst>
        </pc:graphicFrameChg>
      </pc:sldChg>
      <pc:sldChg chg="add">
        <pc:chgData name="Subir Parida" userId="5adae42a5ff17c16" providerId="LiveId" clId="{2570E06C-6CDE-4131-A690-3FA8836EEC55}" dt="2024-01-25T10:11:46.871" v="3444"/>
        <pc:sldMkLst>
          <pc:docMk/>
          <pc:sldMk cId="1105541541" sldId="323"/>
        </pc:sldMkLst>
      </pc:sldChg>
      <pc:sldChg chg="addSp delSp modSp add del mod">
        <pc:chgData name="Subir Parida" userId="5adae42a5ff17c16" providerId="LiveId" clId="{2570E06C-6CDE-4131-A690-3FA8836EEC55}" dt="2024-01-25T10:11:40.750" v="3443" actId="2696"/>
        <pc:sldMkLst>
          <pc:docMk/>
          <pc:sldMk cId="1712747448" sldId="323"/>
        </pc:sldMkLst>
        <pc:spChg chg="del">
          <ac:chgData name="Subir Parida" userId="5adae42a5ff17c16" providerId="LiveId" clId="{2570E06C-6CDE-4131-A690-3FA8836EEC55}" dt="2024-01-19T09:45:51.869" v="461" actId="478"/>
          <ac:spMkLst>
            <pc:docMk/>
            <pc:sldMk cId="1712747448" sldId="323"/>
            <ac:spMk id="3" creationId="{BE4E24A0-B162-434A-D0AB-3ECFD019FBAB}"/>
          </ac:spMkLst>
        </pc:spChg>
        <pc:spChg chg="mod">
          <ac:chgData name="Subir Parida" userId="5adae42a5ff17c16" providerId="LiveId" clId="{2570E06C-6CDE-4131-A690-3FA8836EEC55}" dt="2024-01-19T07:23:49.851" v="407" actId="20577"/>
          <ac:spMkLst>
            <pc:docMk/>
            <pc:sldMk cId="1712747448" sldId="323"/>
            <ac:spMk id="6" creationId="{00000000-0000-0000-0000-000000000000}"/>
          </ac:spMkLst>
        </pc:spChg>
        <pc:graphicFrameChg chg="del">
          <ac:chgData name="Subir Parida" userId="5adae42a5ff17c16" providerId="LiveId" clId="{2570E06C-6CDE-4131-A690-3FA8836EEC55}" dt="2024-01-19T09:45:44.732" v="458" actId="478"/>
          <ac:graphicFrameMkLst>
            <pc:docMk/>
            <pc:sldMk cId="1712747448" sldId="323"/>
            <ac:graphicFrameMk id="2" creationId="{CED6D29F-2C8B-11C3-BA74-36D4FC3E440E}"/>
          </ac:graphicFrameMkLst>
        </pc:graphicFrameChg>
        <pc:graphicFrameChg chg="add del mod">
          <ac:chgData name="Subir Parida" userId="5adae42a5ff17c16" providerId="LiveId" clId="{2570E06C-6CDE-4131-A690-3FA8836EEC55}" dt="2024-01-19T09:38:40.548" v="411" actId="21"/>
          <ac:graphicFrameMkLst>
            <pc:docMk/>
            <pc:sldMk cId="1712747448" sldId="323"/>
            <ac:graphicFrameMk id="4" creationId="{08F62895-923C-C5BE-4F98-83A9F5372CB4}"/>
          </ac:graphicFrameMkLst>
        </pc:graphicFrameChg>
        <pc:graphicFrameChg chg="add mod">
          <ac:chgData name="Subir Parida" userId="5adae42a5ff17c16" providerId="LiveId" clId="{2570E06C-6CDE-4131-A690-3FA8836EEC55}" dt="2024-01-19T09:38:42.402" v="414"/>
          <ac:graphicFrameMkLst>
            <pc:docMk/>
            <pc:sldMk cId="1712747448" sldId="323"/>
            <ac:graphicFrameMk id="5" creationId="{08F62895-923C-C5BE-4F98-83A9F5372CB4}"/>
          </ac:graphicFrameMkLst>
        </pc:graphicFrameChg>
        <pc:graphicFrameChg chg="del">
          <ac:chgData name="Subir Parida" userId="5adae42a5ff17c16" providerId="LiveId" clId="{2570E06C-6CDE-4131-A690-3FA8836EEC55}" dt="2024-01-19T09:38:41.896" v="412" actId="478"/>
          <ac:graphicFrameMkLst>
            <pc:docMk/>
            <pc:sldMk cId="1712747448" sldId="323"/>
            <ac:graphicFrameMk id="7" creationId="{A4E02CF3-7672-3529-8EDF-E0594069C58D}"/>
          </ac:graphicFrameMkLst>
        </pc:graphicFrameChg>
        <pc:graphicFrameChg chg="add del mod">
          <ac:chgData name="Subir Parida" userId="5adae42a5ff17c16" providerId="LiveId" clId="{2570E06C-6CDE-4131-A690-3FA8836EEC55}" dt="2024-01-19T09:40:35.633" v="418" actId="21"/>
          <ac:graphicFrameMkLst>
            <pc:docMk/>
            <pc:sldMk cId="1712747448" sldId="323"/>
            <ac:graphicFrameMk id="8" creationId="{6A48A2BD-A2DB-84D2-FF13-45F867B80180}"/>
          </ac:graphicFrameMkLst>
        </pc:graphicFrameChg>
        <pc:graphicFrameChg chg="add del mod">
          <ac:chgData name="Subir Parida" userId="5adae42a5ff17c16" providerId="LiveId" clId="{2570E06C-6CDE-4131-A690-3FA8836EEC55}" dt="2024-01-19T09:45:24.103" v="450" actId="21"/>
          <ac:graphicFrameMkLst>
            <pc:docMk/>
            <pc:sldMk cId="1712747448" sldId="323"/>
            <ac:graphicFrameMk id="9" creationId="{2EC47758-FD3F-278E-9EBC-444FBBAAD8E4}"/>
          </ac:graphicFrameMkLst>
        </pc:graphicFrameChg>
        <pc:graphicFrameChg chg="add del">
          <ac:chgData name="Subir Parida" userId="5adae42a5ff17c16" providerId="LiveId" clId="{2570E06C-6CDE-4131-A690-3FA8836EEC55}" dt="2024-01-19T09:45:25.613" v="451" actId="478"/>
          <ac:graphicFrameMkLst>
            <pc:docMk/>
            <pc:sldMk cId="1712747448" sldId="323"/>
            <ac:graphicFrameMk id="10" creationId="{E5358684-4D08-D072-D231-0A59962C2B51}"/>
          </ac:graphicFrameMkLst>
        </pc:graphicFrameChg>
        <pc:graphicFrameChg chg="add mod">
          <ac:chgData name="Subir Parida" userId="5adae42a5ff17c16" providerId="LiveId" clId="{2570E06C-6CDE-4131-A690-3FA8836EEC55}" dt="2024-01-19T09:45:26.062" v="453"/>
          <ac:graphicFrameMkLst>
            <pc:docMk/>
            <pc:sldMk cId="1712747448" sldId="323"/>
            <ac:graphicFrameMk id="11" creationId="{2EC47758-FD3F-278E-9EBC-444FBBAAD8E4}"/>
          </ac:graphicFrameMkLst>
        </pc:graphicFrameChg>
        <pc:graphicFrameChg chg="add del mod">
          <ac:chgData name="Subir Parida" userId="5adae42a5ff17c16" providerId="LiveId" clId="{2570E06C-6CDE-4131-A690-3FA8836EEC55}" dt="2024-01-19T09:45:42.826" v="457" actId="21"/>
          <ac:graphicFrameMkLst>
            <pc:docMk/>
            <pc:sldMk cId="1712747448" sldId="323"/>
            <ac:graphicFrameMk id="12" creationId="{B3ABC84A-594E-6890-1FC8-6C9EADFAC34A}"/>
          </ac:graphicFrameMkLst>
        </pc:graphicFrameChg>
        <pc:graphicFrameChg chg="add mod">
          <ac:chgData name="Subir Parida" userId="5adae42a5ff17c16" providerId="LiveId" clId="{2570E06C-6CDE-4131-A690-3FA8836EEC55}" dt="2024-01-19T09:45:45.174" v="460"/>
          <ac:graphicFrameMkLst>
            <pc:docMk/>
            <pc:sldMk cId="1712747448" sldId="323"/>
            <ac:graphicFrameMk id="13" creationId="{B3ABC84A-594E-6890-1FC8-6C9EADFAC34A}"/>
          </ac:graphicFrameMkLst>
        </pc:graphicFrameChg>
      </pc:sldChg>
      <pc:sldChg chg="addSp delSp modSp add del mod">
        <pc:chgData name="Subir Parida" userId="5adae42a5ff17c16" providerId="LiveId" clId="{2570E06C-6CDE-4131-A690-3FA8836EEC55}" dt="2024-01-25T10:11:40.750" v="3443" actId="2696"/>
        <pc:sldMkLst>
          <pc:docMk/>
          <pc:sldMk cId="2344845294" sldId="324"/>
        </pc:sldMkLst>
        <pc:spChg chg="mod">
          <ac:chgData name="Subir Parida" userId="5adae42a5ff17c16" providerId="LiveId" clId="{2570E06C-6CDE-4131-A690-3FA8836EEC55}" dt="2024-01-20T09:40:54.978" v="1637" actId="1076"/>
          <ac:spMkLst>
            <pc:docMk/>
            <pc:sldMk cId="2344845294" sldId="324"/>
            <ac:spMk id="5" creationId="{194D1F85-A882-6F6F-13AB-9BFB56A71BE3}"/>
          </ac:spMkLst>
        </pc:spChg>
        <pc:spChg chg="mod">
          <ac:chgData name="Subir Parida" userId="5adae42a5ff17c16" providerId="LiveId" clId="{2570E06C-6CDE-4131-A690-3FA8836EEC55}" dt="2024-01-20T09:41:10.503" v="1639" actId="1076"/>
          <ac:spMkLst>
            <pc:docMk/>
            <pc:sldMk cId="2344845294" sldId="324"/>
            <ac:spMk id="6" creationId="{2380A65C-BB1D-BEFD-0595-1AAF03C4A8EF}"/>
          </ac:spMkLst>
        </pc:spChg>
        <pc:graphicFrameChg chg="add mod">
          <ac:chgData name="Subir Parida" userId="5adae42a5ff17c16" providerId="LiveId" clId="{2570E06C-6CDE-4131-A690-3FA8836EEC55}" dt="2024-01-20T09:41:01.033" v="1638" actId="1076"/>
          <ac:graphicFrameMkLst>
            <pc:docMk/>
            <pc:sldMk cId="2344845294" sldId="324"/>
            <ac:graphicFrameMk id="2" creationId="{6A48A2BD-A2DB-84D2-FF13-45F867B80180}"/>
          </ac:graphicFrameMkLst>
        </pc:graphicFrameChg>
        <pc:graphicFrameChg chg="add mod">
          <ac:chgData name="Subir Parida" userId="5adae42a5ff17c16" providerId="LiveId" clId="{2570E06C-6CDE-4131-A690-3FA8836EEC55}" dt="2024-01-19T09:42:03.091" v="431" actId="1076"/>
          <ac:graphicFrameMkLst>
            <pc:docMk/>
            <pc:sldMk cId="2344845294" sldId="324"/>
            <ac:graphicFrameMk id="3" creationId="{1A32373F-354F-DD1E-8FBC-7AA16896B79F}"/>
          </ac:graphicFrameMkLst>
        </pc:graphicFrameChg>
        <pc:graphicFrameChg chg="del">
          <ac:chgData name="Subir Parida" userId="5adae42a5ff17c16" providerId="LiveId" clId="{2570E06C-6CDE-4131-A690-3FA8836EEC55}" dt="2024-01-19T09:40:57.678" v="425" actId="478"/>
          <ac:graphicFrameMkLst>
            <pc:docMk/>
            <pc:sldMk cId="2344845294" sldId="324"/>
            <ac:graphicFrameMk id="4" creationId="{60CF2AD3-230D-F369-CAC5-4FA9A48BC42D}"/>
          </ac:graphicFrameMkLst>
        </pc:graphicFrameChg>
        <pc:graphicFrameChg chg="add del mod">
          <ac:chgData name="Subir Parida" userId="5adae42a5ff17c16" providerId="LiveId" clId="{2570E06C-6CDE-4131-A690-3FA8836EEC55}" dt="2024-01-19T09:40:55.346" v="424" actId="21"/>
          <ac:graphicFrameMkLst>
            <pc:docMk/>
            <pc:sldMk cId="2344845294" sldId="324"/>
            <ac:graphicFrameMk id="8" creationId="{6A48A2BD-A2DB-84D2-FF13-45F867B80180}"/>
          </ac:graphicFrameMkLst>
        </pc:graphicFrameChg>
        <pc:graphicFrameChg chg="del">
          <ac:chgData name="Subir Parida" userId="5adae42a5ff17c16" providerId="LiveId" clId="{2570E06C-6CDE-4131-A690-3FA8836EEC55}" dt="2024-01-19T09:41:02.613" v="428" actId="478"/>
          <ac:graphicFrameMkLst>
            <pc:docMk/>
            <pc:sldMk cId="2344845294" sldId="324"/>
            <ac:graphicFrameMk id="9" creationId="{5AC4D09A-CE8E-1833-5BF0-02BF5AE14D3B}"/>
          </ac:graphicFrameMkLst>
        </pc:graphicFrameChg>
      </pc:sldChg>
      <pc:sldChg chg="add">
        <pc:chgData name="Subir Parida" userId="5adae42a5ff17c16" providerId="LiveId" clId="{2570E06C-6CDE-4131-A690-3FA8836EEC55}" dt="2024-01-25T10:11:46.871" v="3444"/>
        <pc:sldMkLst>
          <pc:docMk/>
          <pc:sldMk cId="3650051788" sldId="324"/>
        </pc:sldMkLst>
      </pc:sldChg>
      <pc:sldChg chg="modSp add mod">
        <pc:chgData name="Subir Parida" userId="5adae42a5ff17c16" providerId="LiveId" clId="{2570E06C-6CDE-4131-A690-3FA8836EEC55}" dt="2024-01-20T10:08:07.930" v="2960" actId="20577"/>
        <pc:sldMkLst>
          <pc:docMk/>
          <pc:sldMk cId="2612237279" sldId="325"/>
        </pc:sldMkLst>
        <pc:spChg chg="mod">
          <ac:chgData name="Subir Parida" userId="5adae42a5ff17c16" providerId="LiveId" clId="{2570E06C-6CDE-4131-A690-3FA8836EEC55}" dt="2024-01-20T10:08:07.930" v="2960" actId="20577"/>
          <ac:spMkLst>
            <pc:docMk/>
            <pc:sldMk cId="2612237279" sldId="325"/>
            <ac:spMk id="2" creationId="{C71AC9B0-8039-56E0-F888-7D26BAA5C2FF}"/>
          </ac:spMkLst>
        </pc:spChg>
      </pc:sldChg>
      <pc:sldChg chg="addSp delSp modSp add mod">
        <pc:chgData name="Subir Parida" userId="5adae42a5ff17c16" providerId="LiveId" clId="{2570E06C-6CDE-4131-A690-3FA8836EEC55}" dt="2024-01-25T18:27:09.970" v="3452"/>
        <pc:sldMkLst>
          <pc:docMk/>
          <pc:sldMk cId="1929167127" sldId="326"/>
        </pc:sldMkLst>
        <pc:graphicFrameChg chg="add del mod">
          <ac:chgData name="Subir Parida" userId="5adae42a5ff17c16" providerId="LiveId" clId="{2570E06C-6CDE-4131-A690-3FA8836EEC55}" dt="2024-01-25T18:27:07.773" v="3449" actId="21"/>
          <ac:graphicFrameMkLst>
            <pc:docMk/>
            <pc:sldMk cId="1929167127" sldId="326"/>
            <ac:graphicFrameMk id="3" creationId="{117EF42D-1639-42F9-5D1B-4DAAFAB80530}"/>
          </ac:graphicFrameMkLst>
        </pc:graphicFrameChg>
        <pc:graphicFrameChg chg="add del mod">
          <ac:chgData name="Subir Parida" userId="5adae42a5ff17c16" providerId="LiveId" clId="{2570E06C-6CDE-4131-A690-3FA8836EEC55}" dt="2024-01-23T06:18:13.985" v="3116" actId="21"/>
          <ac:graphicFrameMkLst>
            <pc:docMk/>
            <pc:sldMk cId="1929167127" sldId="326"/>
            <ac:graphicFrameMk id="3" creationId="{4FD54B07-1731-C5F5-4E94-687799DB29D7}"/>
          </ac:graphicFrameMkLst>
        </pc:graphicFrameChg>
        <pc:graphicFrameChg chg="add del mod">
          <ac:chgData name="Subir Parida" userId="5adae42a5ff17c16" providerId="LiveId" clId="{2570E06C-6CDE-4131-A690-3FA8836EEC55}" dt="2024-01-24T05:19:25.259" v="3200" actId="21"/>
          <ac:graphicFrameMkLst>
            <pc:docMk/>
            <pc:sldMk cId="1929167127" sldId="326"/>
            <ac:graphicFrameMk id="3" creationId="{711248C3-9498-A88C-5C36-AFE3E0312586}"/>
          </ac:graphicFrameMkLst>
        </pc:graphicFrameChg>
        <pc:graphicFrameChg chg="add del mod">
          <ac:chgData name="Subir Parida" userId="5adae42a5ff17c16" providerId="LiveId" clId="{2570E06C-6CDE-4131-A690-3FA8836EEC55}" dt="2024-01-25T06:07:28.801" v="3229" actId="21"/>
          <ac:graphicFrameMkLst>
            <pc:docMk/>
            <pc:sldMk cId="1929167127" sldId="326"/>
            <ac:graphicFrameMk id="3" creationId="{81CA8887-B1EA-A308-6EC6-7E5616A725A9}"/>
          </ac:graphicFrameMkLst>
        </pc:graphicFrameChg>
        <pc:graphicFrameChg chg="add del mod">
          <ac:chgData name="Subir Parida" userId="5adae42a5ff17c16" providerId="LiveId" clId="{2570E06C-6CDE-4131-A690-3FA8836EEC55}" dt="2024-01-22T06:14:56.730" v="2971" actId="21"/>
          <ac:graphicFrameMkLst>
            <pc:docMk/>
            <pc:sldMk cId="1929167127" sldId="326"/>
            <ac:graphicFrameMk id="3" creationId="{EAC6F4B4-070C-2198-C3F6-B2917A74FFCA}"/>
          </ac:graphicFrameMkLst>
        </pc:graphicFrameChg>
        <pc:graphicFrameChg chg="add mod">
          <ac:chgData name="Subir Parida" userId="5adae42a5ff17c16" providerId="LiveId" clId="{2570E06C-6CDE-4131-A690-3FA8836EEC55}" dt="2024-01-25T18:27:09.970" v="3452"/>
          <ac:graphicFrameMkLst>
            <pc:docMk/>
            <pc:sldMk cId="1929167127" sldId="326"/>
            <ac:graphicFrameMk id="7" creationId="{117EF42D-1639-42F9-5D1B-4DAAFAB80530}"/>
          </ac:graphicFrameMkLst>
        </pc:graphicFrameChg>
        <pc:graphicFrameChg chg="add mod">
          <ac:chgData name="Subir Parida" userId="5adae42a5ff17c16" providerId="LiveId" clId="{2570E06C-6CDE-4131-A690-3FA8836EEC55}" dt="2024-01-23T06:18:16.280" v="3119"/>
          <ac:graphicFrameMkLst>
            <pc:docMk/>
            <pc:sldMk cId="1929167127" sldId="326"/>
            <ac:graphicFrameMk id="7" creationId="{4FD54B07-1731-C5F5-4E94-687799DB29D7}"/>
          </ac:graphicFrameMkLst>
        </pc:graphicFrameChg>
        <pc:graphicFrameChg chg="add del mod">
          <ac:chgData name="Subir Parida" userId="5adae42a5ff17c16" providerId="LiveId" clId="{2570E06C-6CDE-4131-A690-3FA8836EEC55}" dt="2024-01-25T06:07:30.396" v="3230" actId="478"/>
          <ac:graphicFrameMkLst>
            <pc:docMk/>
            <pc:sldMk cId="1929167127" sldId="326"/>
            <ac:graphicFrameMk id="7" creationId="{711248C3-9498-A88C-5C36-AFE3E0312586}"/>
          </ac:graphicFrameMkLst>
        </pc:graphicFrameChg>
        <pc:graphicFrameChg chg="add del mod">
          <ac:chgData name="Subir Parida" userId="5adae42a5ff17c16" providerId="LiveId" clId="{2570E06C-6CDE-4131-A690-3FA8836EEC55}" dt="2024-01-22T06:15:17.963" v="2977" actId="21"/>
          <ac:graphicFrameMkLst>
            <pc:docMk/>
            <pc:sldMk cId="1929167127" sldId="326"/>
            <ac:graphicFrameMk id="7" creationId="{EAC6F4B4-070C-2198-C3F6-B2917A74FFCA}"/>
          </ac:graphicFrameMkLst>
        </pc:graphicFrameChg>
        <pc:graphicFrameChg chg="del">
          <ac:chgData name="Subir Parida" userId="5adae42a5ff17c16" providerId="LiveId" clId="{2570E06C-6CDE-4131-A690-3FA8836EEC55}" dt="2024-01-24T05:19:27.402" v="3201" actId="478"/>
          <ac:graphicFrameMkLst>
            <pc:docMk/>
            <pc:sldMk cId="1929167127" sldId="326"/>
            <ac:graphicFrameMk id="8" creationId="{7C6BEC72-70B4-0C0E-34AD-6338A2971DA8}"/>
          </ac:graphicFrameMkLst>
        </pc:graphicFrameChg>
        <pc:graphicFrameChg chg="add del mod">
          <ac:chgData name="Subir Parida" userId="5adae42a5ff17c16" providerId="LiveId" clId="{2570E06C-6CDE-4131-A690-3FA8836EEC55}" dt="2024-01-25T18:27:09.499" v="3450" actId="478"/>
          <ac:graphicFrameMkLst>
            <pc:docMk/>
            <pc:sldMk cId="1929167127" sldId="326"/>
            <ac:graphicFrameMk id="8" creationId="{81CA8887-B1EA-A308-6EC6-7E5616A725A9}"/>
          </ac:graphicFrameMkLst>
        </pc:graphicFrameChg>
        <pc:graphicFrameChg chg="add del mod">
          <ac:chgData name="Subir Parida" userId="5adae42a5ff17c16" providerId="LiveId" clId="{2570E06C-6CDE-4131-A690-3FA8836EEC55}" dt="2024-01-23T06:18:15.823" v="3117" actId="478"/>
          <ac:graphicFrameMkLst>
            <pc:docMk/>
            <pc:sldMk cId="1929167127" sldId="326"/>
            <ac:graphicFrameMk id="8" creationId="{EAC6F4B4-070C-2198-C3F6-B2917A74FFCA}"/>
          </ac:graphicFrameMkLst>
        </pc:graphicFrameChg>
        <pc:graphicFrameChg chg="add del mod">
          <ac:chgData name="Subir Parida" userId="5adae42a5ff17c16" providerId="LiveId" clId="{2570E06C-6CDE-4131-A690-3FA8836EEC55}" dt="2024-01-22T06:19:25.974" v="3091" actId="21"/>
          <ac:graphicFrameMkLst>
            <pc:docMk/>
            <pc:sldMk cId="1929167127" sldId="326"/>
            <ac:graphicFrameMk id="9" creationId="{5E519C08-145F-9E37-01A7-E5E72D88EE0A}"/>
          </ac:graphicFrameMkLst>
        </pc:graphicFrameChg>
        <pc:graphicFrameChg chg="add mod">
          <ac:chgData name="Subir Parida" userId="5adae42a5ff17c16" providerId="LiveId" clId="{2570E06C-6CDE-4131-A690-3FA8836EEC55}" dt="2024-01-22T06:19:34.628" v="3095"/>
          <ac:graphicFrameMkLst>
            <pc:docMk/>
            <pc:sldMk cId="1929167127" sldId="326"/>
            <ac:graphicFrameMk id="11" creationId="{5E519C08-145F-9E37-01A7-E5E72D88EE0A}"/>
          </ac:graphicFrameMkLst>
        </pc:graphicFrameChg>
        <pc:graphicFrameChg chg="del">
          <ac:chgData name="Subir Parida" userId="5adae42a5ff17c16" providerId="LiveId" clId="{2570E06C-6CDE-4131-A690-3FA8836EEC55}" dt="2024-01-22T06:19:27.930" v="3092" actId="478"/>
          <ac:graphicFrameMkLst>
            <pc:docMk/>
            <pc:sldMk cId="1929167127" sldId="326"/>
            <ac:graphicFrameMk id="12" creationId="{01117595-5CAB-71EC-46DA-0BF2E9C9B085}"/>
          </ac:graphicFrameMkLst>
        </pc:graphicFrameChg>
        <pc:graphicFrameChg chg="del">
          <ac:chgData name="Subir Parida" userId="5adae42a5ff17c16" providerId="LiveId" clId="{2570E06C-6CDE-4131-A690-3FA8836EEC55}" dt="2024-01-22T06:15:19.538" v="2978" actId="478"/>
          <ac:graphicFrameMkLst>
            <pc:docMk/>
            <pc:sldMk cId="1929167127" sldId="326"/>
            <ac:graphicFrameMk id="14" creationId="{BABD944A-F459-7D12-84FE-BDA3DA46388B}"/>
          </ac:graphicFrameMkLst>
        </pc:graphicFrameChg>
        <pc:graphicFrameChg chg="del">
          <ac:chgData name="Subir Parida" userId="5adae42a5ff17c16" providerId="LiveId" clId="{2570E06C-6CDE-4131-A690-3FA8836EEC55}" dt="2024-01-22T06:14:16.632" v="2962" actId="478"/>
          <ac:graphicFrameMkLst>
            <pc:docMk/>
            <pc:sldMk cId="1929167127" sldId="326"/>
            <ac:graphicFrameMk id="16" creationId="{A7B4D78F-19D0-56F0-C444-1A6B5D839ED7}"/>
          </ac:graphicFrameMkLst>
        </pc:graphicFrameChg>
      </pc:sldChg>
      <pc:sldChg chg="addSp delSp modSp add mod">
        <pc:chgData name="Subir Parida" userId="5adae42a5ff17c16" providerId="LiveId" clId="{2570E06C-6CDE-4131-A690-3FA8836EEC55}" dt="2024-01-25T18:27:48.946" v="3459"/>
        <pc:sldMkLst>
          <pc:docMk/>
          <pc:sldMk cId="1280748637" sldId="327"/>
        </pc:sldMkLst>
        <pc:graphicFrameChg chg="add del mod">
          <ac:chgData name="Subir Parida" userId="5adae42a5ff17c16" providerId="LiveId" clId="{2570E06C-6CDE-4131-A690-3FA8836EEC55}" dt="2024-01-24T05:19:39.996" v="3207" actId="21"/>
          <ac:graphicFrameMkLst>
            <pc:docMk/>
            <pc:sldMk cId="1280748637" sldId="327"/>
            <ac:graphicFrameMk id="4" creationId="{08A90534-BEE8-71C3-F528-A9C2A9921BA7}"/>
          </ac:graphicFrameMkLst>
        </pc:graphicFrameChg>
        <pc:graphicFrameChg chg="add del mod">
          <ac:chgData name="Subir Parida" userId="5adae42a5ff17c16" providerId="LiveId" clId="{2570E06C-6CDE-4131-A690-3FA8836EEC55}" dt="2024-01-25T18:27:47.281" v="3456" actId="21"/>
          <ac:graphicFrameMkLst>
            <pc:docMk/>
            <pc:sldMk cId="1280748637" sldId="327"/>
            <ac:graphicFrameMk id="4" creationId="{1293782F-034D-7DEC-866E-1705F461BA24}"/>
          </ac:graphicFrameMkLst>
        </pc:graphicFrameChg>
        <pc:graphicFrameChg chg="add del mod">
          <ac:chgData name="Subir Parida" userId="5adae42a5ff17c16" providerId="LiveId" clId="{2570E06C-6CDE-4131-A690-3FA8836EEC55}" dt="2024-01-25T06:06:54.585" v="3221" actId="21"/>
          <ac:graphicFrameMkLst>
            <pc:docMk/>
            <pc:sldMk cId="1280748637" sldId="327"/>
            <ac:graphicFrameMk id="4" creationId="{41CCD6A3-891D-EEA8-9B0A-908F831AED19}"/>
          </ac:graphicFrameMkLst>
        </pc:graphicFrameChg>
        <pc:graphicFrameChg chg="add del mod">
          <ac:chgData name="Subir Parida" userId="5adae42a5ff17c16" providerId="LiveId" clId="{2570E06C-6CDE-4131-A690-3FA8836EEC55}" dt="2024-01-23T06:18:42.947" v="3124" actId="21"/>
          <ac:graphicFrameMkLst>
            <pc:docMk/>
            <pc:sldMk cId="1280748637" sldId="327"/>
            <ac:graphicFrameMk id="4" creationId="{9B32CDBC-37A0-4789-712F-2457469841C5}"/>
          </ac:graphicFrameMkLst>
        </pc:graphicFrameChg>
        <pc:graphicFrameChg chg="add del mod">
          <ac:chgData name="Subir Parida" userId="5adae42a5ff17c16" providerId="LiveId" clId="{2570E06C-6CDE-4131-A690-3FA8836EEC55}" dt="2024-01-22T06:15:42.174" v="2984" actId="21"/>
          <ac:graphicFrameMkLst>
            <pc:docMk/>
            <pc:sldMk cId="1280748637" sldId="327"/>
            <ac:graphicFrameMk id="4" creationId="{ED768B91-F7EA-7F19-DB83-03EA69D1F60E}"/>
          </ac:graphicFrameMkLst>
        </pc:graphicFrameChg>
        <pc:graphicFrameChg chg="add del mod">
          <ac:chgData name="Subir Parida" userId="5adae42a5ff17c16" providerId="LiveId" clId="{2570E06C-6CDE-4131-A690-3FA8836EEC55}" dt="2024-01-25T18:27:48.538" v="3457" actId="478"/>
          <ac:graphicFrameMkLst>
            <pc:docMk/>
            <pc:sldMk cId="1280748637" sldId="327"/>
            <ac:graphicFrameMk id="5" creationId="{41CCD6A3-891D-EEA8-9B0A-908F831AED19}"/>
          </ac:graphicFrameMkLst>
        </pc:graphicFrameChg>
        <pc:graphicFrameChg chg="del">
          <ac:chgData name="Subir Parida" userId="5adae42a5ff17c16" providerId="LiveId" clId="{2570E06C-6CDE-4131-A690-3FA8836EEC55}" dt="2024-01-24T05:19:41.913" v="3208" actId="478"/>
          <ac:graphicFrameMkLst>
            <pc:docMk/>
            <pc:sldMk cId="1280748637" sldId="327"/>
            <ac:graphicFrameMk id="5" creationId="{B170F1EF-C441-A57D-6ABC-08E5713F70FB}"/>
          </ac:graphicFrameMkLst>
        </pc:graphicFrameChg>
        <pc:graphicFrameChg chg="add del mod">
          <ac:chgData name="Subir Parida" userId="5adae42a5ff17c16" providerId="LiveId" clId="{2570E06C-6CDE-4131-A690-3FA8836EEC55}" dt="2024-01-23T06:18:44.378" v="3125" actId="478"/>
          <ac:graphicFrameMkLst>
            <pc:docMk/>
            <pc:sldMk cId="1280748637" sldId="327"/>
            <ac:graphicFrameMk id="5" creationId="{ED768B91-F7EA-7F19-DB83-03EA69D1F60E}"/>
          </ac:graphicFrameMkLst>
        </pc:graphicFrameChg>
        <pc:graphicFrameChg chg="add del mod">
          <ac:chgData name="Subir Parida" userId="5adae42a5ff17c16" providerId="LiveId" clId="{2570E06C-6CDE-4131-A690-3FA8836EEC55}" dt="2024-01-25T06:06:56.142" v="3222" actId="478"/>
          <ac:graphicFrameMkLst>
            <pc:docMk/>
            <pc:sldMk cId="1280748637" sldId="327"/>
            <ac:graphicFrameMk id="7" creationId="{08A90534-BEE8-71C3-F528-A9C2A9921BA7}"/>
          </ac:graphicFrameMkLst>
        </pc:graphicFrameChg>
        <pc:graphicFrameChg chg="add mod">
          <ac:chgData name="Subir Parida" userId="5adae42a5ff17c16" providerId="LiveId" clId="{2570E06C-6CDE-4131-A690-3FA8836EEC55}" dt="2024-01-25T18:27:48.946" v="3459"/>
          <ac:graphicFrameMkLst>
            <pc:docMk/>
            <pc:sldMk cId="1280748637" sldId="327"/>
            <ac:graphicFrameMk id="7" creationId="{1293782F-034D-7DEC-866E-1705F461BA24}"/>
          </ac:graphicFrameMkLst>
        </pc:graphicFrameChg>
        <pc:graphicFrameChg chg="add del mod">
          <ac:chgData name="Subir Parida" userId="5adae42a5ff17c16" providerId="LiveId" clId="{2570E06C-6CDE-4131-A690-3FA8836EEC55}" dt="2024-01-22T06:19:59.313" v="3101" actId="21"/>
          <ac:graphicFrameMkLst>
            <pc:docMk/>
            <pc:sldMk cId="1280748637" sldId="327"/>
            <ac:graphicFrameMk id="7" creationId="{84176838-CBB3-5E52-E809-90BAABF9D3B1}"/>
          </ac:graphicFrameMkLst>
        </pc:graphicFrameChg>
        <pc:graphicFrameChg chg="add mod">
          <ac:chgData name="Subir Parida" userId="5adae42a5ff17c16" providerId="LiveId" clId="{2570E06C-6CDE-4131-A690-3FA8836EEC55}" dt="2024-01-23T06:18:44.866" v="3127"/>
          <ac:graphicFrameMkLst>
            <pc:docMk/>
            <pc:sldMk cId="1280748637" sldId="327"/>
            <ac:graphicFrameMk id="7" creationId="{9B32CDBC-37A0-4789-712F-2457469841C5}"/>
          </ac:graphicFrameMkLst>
        </pc:graphicFrameChg>
        <pc:graphicFrameChg chg="add mod">
          <ac:chgData name="Subir Parida" userId="5adae42a5ff17c16" providerId="LiveId" clId="{2570E06C-6CDE-4131-A690-3FA8836EEC55}" dt="2024-01-22T06:20:01.103" v="3104"/>
          <ac:graphicFrameMkLst>
            <pc:docMk/>
            <pc:sldMk cId="1280748637" sldId="327"/>
            <ac:graphicFrameMk id="8" creationId="{84176838-CBB3-5E52-E809-90BAABF9D3B1}"/>
          </ac:graphicFrameMkLst>
        </pc:graphicFrameChg>
        <pc:graphicFrameChg chg="del">
          <ac:chgData name="Subir Parida" userId="5adae42a5ff17c16" providerId="LiveId" clId="{2570E06C-6CDE-4131-A690-3FA8836EEC55}" dt="2024-01-22T06:20:00.789" v="3102" actId="478"/>
          <ac:graphicFrameMkLst>
            <pc:docMk/>
            <pc:sldMk cId="1280748637" sldId="327"/>
            <ac:graphicFrameMk id="12" creationId="{B622E20C-5C02-8DA3-6B2E-9D45A6B385D6}"/>
          </ac:graphicFrameMkLst>
        </pc:graphicFrameChg>
        <pc:graphicFrameChg chg="del">
          <ac:chgData name="Subir Parida" userId="5adae42a5ff17c16" providerId="LiveId" clId="{2570E06C-6CDE-4131-A690-3FA8836EEC55}" dt="2024-01-22T06:15:43.915" v="2985" actId="478"/>
          <ac:graphicFrameMkLst>
            <pc:docMk/>
            <pc:sldMk cId="1280748637" sldId="327"/>
            <ac:graphicFrameMk id="14" creationId="{A0D1E244-E85C-56E1-4DAC-4B6B145078DA}"/>
          </ac:graphicFrameMkLst>
        </pc:graphicFrameChg>
        <pc:graphicFrameChg chg="del">
          <ac:chgData name="Subir Parida" userId="5adae42a5ff17c16" providerId="LiveId" clId="{2570E06C-6CDE-4131-A690-3FA8836EEC55}" dt="2024-01-22T06:14:19.515" v="2963" actId="478"/>
          <ac:graphicFrameMkLst>
            <pc:docMk/>
            <pc:sldMk cId="1280748637" sldId="327"/>
            <ac:graphicFrameMk id="16" creationId="{67167423-EB61-8931-D390-D6D18F8C0C54}"/>
          </ac:graphicFrameMkLst>
        </pc:graphicFrameChg>
      </pc:sldChg>
      <pc:sldChg chg="addSp delSp modSp add mod">
        <pc:chgData name="Subir Parida" userId="5adae42a5ff17c16" providerId="LiveId" clId="{2570E06C-6CDE-4131-A690-3FA8836EEC55}" dt="2024-01-25T18:29:08.096" v="3466"/>
        <pc:sldMkLst>
          <pc:docMk/>
          <pc:sldMk cId="172492322" sldId="328"/>
        </pc:sldMkLst>
        <pc:graphicFrameChg chg="add del mod">
          <ac:chgData name="Subir Parida" userId="5adae42a5ff17c16" providerId="LiveId" clId="{2570E06C-6CDE-4131-A690-3FA8836EEC55}" dt="2024-01-24T05:19:55.509" v="3214" actId="21"/>
          <ac:graphicFrameMkLst>
            <pc:docMk/>
            <pc:sldMk cId="172492322" sldId="328"/>
            <ac:graphicFrameMk id="4" creationId="{074D08EF-9388-BE3C-E488-C33B877435F8}"/>
          </ac:graphicFrameMkLst>
        </pc:graphicFrameChg>
        <pc:graphicFrameChg chg="add del mod">
          <ac:chgData name="Subir Parida" userId="5adae42a5ff17c16" providerId="LiveId" clId="{2570E06C-6CDE-4131-A690-3FA8836EEC55}" dt="2024-01-25T06:08:36.035" v="3236" actId="21"/>
          <ac:graphicFrameMkLst>
            <pc:docMk/>
            <pc:sldMk cId="172492322" sldId="328"/>
            <ac:graphicFrameMk id="4" creationId="{07B6BC36-BA4E-5EFA-8632-600DF8CC1A42}"/>
          </ac:graphicFrameMkLst>
        </pc:graphicFrameChg>
        <pc:graphicFrameChg chg="add del mod">
          <ac:chgData name="Subir Parida" userId="5adae42a5ff17c16" providerId="LiveId" clId="{2570E06C-6CDE-4131-A690-3FA8836EEC55}" dt="2024-01-25T18:29:05.295" v="3463" actId="21"/>
          <ac:graphicFrameMkLst>
            <pc:docMk/>
            <pc:sldMk cId="172492322" sldId="328"/>
            <ac:graphicFrameMk id="4" creationId="{6535C6E0-8F51-BD63-9DD8-D76E203B124F}"/>
          </ac:graphicFrameMkLst>
        </pc:graphicFrameChg>
        <pc:graphicFrameChg chg="add del mod">
          <ac:chgData name="Subir Parida" userId="5adae42a5ff17c16" providerId="LiveId" clId="{2570E06C-6CDE-4131-A690-3FA8836EEC55}" dt="2024-01-23T06:19:30.708" v="3132" actId="21"/>
          <ac:graphicFrameMkLst>
            <pc:docMk/>
            <pc:sldMk cId="172492322" sldId="328"/>
            <ac:graphicFrameMk id="4" creationId="{75EDE879-0D67-34A4-3A4B-77F165700F64}"/>
          </ac:graphicFrameMkLst>
        </pc:graphicFrameChg>
        <pc:graphicFrameChg chg="add del mod">
          <ac:chgData name="Subir Parida" userId="5adae42a5ff17c16" providerId="LiveId" clId="{2570E06C-6CDE-4131-A690-3FA8836EEC55}" dt="2024-01-22T06:16:11.535" v="2991" actId="21"/>
          <ac:graphicFrameMkLst>
            <pc:docMk/>
            <pc:sldMk cId="172492322" sldId="328"/>
            <ac:graphicFrameMk id="4" creationId="{B0A35227-6736-FDBE-30A1-1DBDB7C593B4}"/>
          </ac:graphicFrameMkLst>
        </pc:graphicFrameChg>
        <pc:graphicFrameChg chg="add del mod">
          <ac:chgData name="Subir Parida" userId="5adae42a5ff17c16" providerId="LiveId" clId="{2570E06C-6CDE-4131-A690-3FA8836EEC55}" dt="2024-01-25T18:29:07.520" v="3464" actId="478"/>
          <ac:graphicFrameMkLst>
            <pc:docMk/>
            <pc:sldMk cId="172492322" sldId="328"/>
            <ac:graphicFrameMk id="5" creationId="{07B6BC36-BA4E-5EFA-8632-600DF8CC1A42}"/>
          </ac:graphicFrameMkLst>
        </pc:graphicFrameChg>
        <pc:graphicFrameChg chg="del">
          <ac:chgData name="Subir Parida" userId="5adae42a5ff17c16" providerId="LiveId" clId="{2570E06C-6CDE-4131-A690-3FA8836EEC55}" dt="2024-01-24T05:19:57.016" v="3215" actId="478"/>
          <ac:graphicFrameMkLst>
            <pc:docMk/>
            <pc:sldMk cId="172492322" sldId="328"/>
            <ac:graphicFrameMk id="5" creationId="{1143C51A-5E17-F58E-42C8-E516EF186E16}"/>
          </ac:graphicFrameMkLst>
        </pc:graphicFrameChg>
        <pc:graphicFrameChg chg="add del mod">
          <ac:chgData name="Subir Parida" userId="5adae42a5ff17c16" providerId="LiveId" clId="{2570E06C-6CDE-4131-A690-3FA8836EEC55}" dt="2024-01-23T06:19:32.421" v="3133" actId="478"/>
          <ac:graphicFrameMkLst>
            <pc:docMk/>
            <pc:sldMk cId="172492322" sldId="328"/>
            <ac:graphicFrameMk id="5" creationId="{B0A35227-6736-FDBE-30A1-1DBDB7C593B4}"/>
          </ac:graphicFrameMkLst>
        </pc:graphicFrameChg>
        <pc:graphicFrameChg chg="add del mod">
          <ac:chgData name="Subir Parida" userId="5adae42a5ff17c16" providerId="LiveId" clId="{2570E06C-6CDE-4131-A690-3FA8836EEC55}" dt="2024-01-25T06:08:37.625" v="3237" actId="478"/>
          <ac:graphicFrameMkLst>
            <pc:docMk/>
            <pc:sldMk cId="172492322" sldId="328"/>
            <ac:graphicFrameMk id="7" creationId="{074D08EF-9388-BE3C-E488-C33B877435F8}"/>
          </ac:graphicFrameMkLst>
        </pc:graphicFrameChg>
        <pc:graphicFrameChg chg="add mod">
          <ac:chgData name="Subir Parida" userId="5adae42a5ff17c16" providerId="LiveId" clId="{2570E06C-6CDE-4131-A690-3FA8836EEC55}" dt="2024-01-25T18:29:08.096" v="3466"/>
          <ac:graphicFrameMkLst>
            <pc:docMk/>
            <pc:sldMk cId="172492322" sldId="328"/>
            <ac:graphicFrameMk id="7" creationId="{6535C6E0-8F51-BD63-9DD8-D76E203B124F}"/>
          </ac:graphicFrameMkLst>
        </pc:graphicFrameChg>
        <pc:graphicFrameChg chg="add mod">
          <ac:chgData name="Subir Parida" userId="5adae42a5ff17c16" providerId="LiveId" clId="{2570E06C-6CDE-4131-A690-3FA8836EEC55}" dt="2024-01-23T06:19:32.955" v="3135"/>
          <ac:graphicFrameMkLst>
            <pc:docMk/>
            <pc:sldMk cId="172492322" sldId="328"/>
            <ac:graphicFrameMk id="7" creationId="{75EDE879-0D67-34A4-3A4B-77F165700F64}"/>
          </ac:graphicFrameMkLst>
        </pc:graphicFrameChg>
        <pc:graphicFrameChg chg="add del mod">
          <ac:chgData name="Subir Parida" userId="5adae42a5ff17c16" providerId="LiveId" clId="{2570E06C-6CDE-4131-A690-3FA8836EEC55}" dt="2024-01-22T06:21:10.031" v="3109" actId="21"/>
          <ac:graphicFrameMkLst>
            <pc:docMk/>
            <pc:sldMk cId="172492322" sldId="328"/>
            <ac:graphicFrameMk id="7" creationId="{D6632804-FB31-7398-95A1-266D47C0F132}"/>
          </ac:graphicFrameMkLst>
        </pc:graphicFrameChg>
        <pc:graphicFrameChg chg="add mod">
          <ac:chgData name="Subir Parida" userId="5adae42a5ff17c16" providerId="LiveId" clId="{2570E06C-6CDE-4131-A690-3FA8836EEC55}" dt="2024-01-22T06:21:12.446" v="3111"/>
          <ac:graphicFrameMkLst>
            <pc:docMk/>
            <pc:sldMk cId="172492322" sldId="328"/>
            <ac:graphicFrameMk id="8" creationId="{D6632804-FB31-7398-95A1-266D47C0F132}"/>
          </ac:graphicFrameMkLst>
        </pc:graphicFrameChg>
        <pc:graphicFrameChg chg="del">
          <ac:chgData name="Subir Parida" userId="5adae42a5ff17c16" providerId="LiveId" clId="{2570E06C-6CDE-4131-A690-3FA8836EEC55}" dt="2024-01-22T06:21:12.079" v="3110" actId="478"/>
          <ac:graphicFrameMkLst>
            <pc:docMk/>
            <pc:sldMk cId="172492322" sldId="328"/>
            <ac:graphicFrameMk id="12" creationId="{D2655726-653F-C2A8-1B39-521130101D75}"/>
          </ac:graphicFrameMkLst>
        </pc:graphicFrameChg>
        <pc:graphicFrameChg chg="del">
          <ac:chgData name="Subir Parida" userId="5adae42a5ff17c16" providerId="LiveId" clId="{2570E06C-6CDE-4131-A690-3FA8836EEC55}" dt="2024-01-22T06:16:13.091" v="2992" actId="478"/>
          <ac:graphicFrameMkLst>
            <pc:docMk/>
            <pc:sldMk cId="172492322" sldId="328"/>
            <ac:graphicFrameMk id="14" creationId="{7D7FF751-CB33-4D49-360A-1DC9CB8A08C3}"/>
          </ac:graphicFrameMkLst>
        </pc:graphicFrameChg>
        <pc:graphicFrameChg chg="del">
          <ac:chgData name="Subir Parida" userId="5adae42a5ff17c16" providerId="LiveId" clId="{2570E06C-6CDE-4131-A690-3FA8836EEC55}" dt="2024-01-22T06:14:21.686" v="2964" actId="478"/>
          <ac:graphicFrameMkLst>
            <pc:docMk/>
            <pc:sldMk cId="172492322" sldId="328"/>
            <ac:graphicFrameMk id="16" creationId="{2174F4B2-A369-CBD6-6DA9-DAB4329E6CDF}"/>
          </ac:graphicFrameMkLst>
        </pc:graphicFrameChg>
      </pc:sldChg>
      <pc:sldChg chg="addSp delSp modSp add mod">
        <pc:chgData name="Subir Parida" userId="5adae42a5ff17c16" providerId="LiveId" clId="{2570E06C-6CDE-4131-A690-3FA8836EEC55}" dt="2024-01-25T18:31:00.305" v="3524"/>
        <pc:sldMkLst>
          <pc:docMk/>
          <pc:sldMk cId="2296389575" sldId="329"/>
        </pc:sldMkLst>
        <pc:graphicFrameChg chg="add del mod">
          <ac:chgData name="Subir Parida" userId="5adae42a5ff17c16" providerId="LiveId" clId="{2570E06C-6CDE-4131-A690-3FA8836EEC55}" dt="2024-01-23T06:23:11.792" v="3193" actId="478"/>
          <ac:graphicFrameMkLst>
            <pc:docMk/>
            <pc:sldMk cId="2296389575" sldId="329"/>
            <ac:graphicFrameMk id="7" creationId="{56F3B3DA-881F-E4A3-FB23-1F85327285DE}"/>
          </ac:graphicFrameMkLst>
        </pc:graphicFrameChg>
        <pc:graphicFrameChg chg="add del mod">
          <ac:chgData name="Subir Parida" userId="5adae42a5ff17c16" providerId="LiveId" clId="{2570E06C-6CDE-4131-A690-3FA8836EEC55}" dt="2024-01-25T18:30:57.884" v="3521" actId="21"/>
          <ac:graphicFrameMkLst>
            <pc:docMk/>
            <pc:sldMk cId="2296389575" sldId="329"/>
            <ac:graphicFrameMk id="7" creationId="{74234C2B-511F-B28A-8C7C-F43A5F7C1C02}"/>
          </ac:graphicFrameMkLst>
        </pc:graphicFrameChg>
        <pc:graphicFrameChg chg="add mod">
          <ac:chgData name="Subir Parida" userId="5adae42a5ff17c16" providerId="LiveId" clId="{2570E06C-6CDE-4131-A690-3FA8836EEC55}" dt="2024-01-22T06:18:12.618" v="3085"/>
          <ac:graphicFrameMkLst>
            <pc:docMk/>
            <pc:sldMk cId="2296389575" sldId="329"/>
            <ac:graphicFrameMk id="8" creationId="{7D68F342-D383-4A46-FC47-86FCB1560A9C}"/>
          </ac:graphicFrameMkLst>
        </pc:graphicFrameChg>
        <pc:graphicFrameChg chg="add del mod">
          <ac:chgData name="Subir Parida" userId="5adae42a5ff17c16" providerId="LiveId" clId="{2570E06C-6CDE-4131-A690-3FA8836EEC55}" dt="2024-01-23T06:23:09.869" v="3192" actId="21"/>
          <ac:graphicFrameMkLst>
            <pc:docMk/>
            <pc:sldMk cId="2296389575" sldId="329"/>
            <ac:graphicFrameMk id="9" creationId="{2EDE7B26-1063-2975-658A-F0660772B890}"/>
          </ac:graphicFrameMkLst>
        </pc:graphicFrameChg>
        <pc:graphicFrameChg chg="del">
          <ac:chgData name="Subir Parida" userId="5adae42a5ff17c16" providerId="LiveId" clId="{2570E06C-6CDE-4131-A690-3FA8836EEC55}" dt="2024-01-25T18:30:59.768" v="3522" actId="478"/>
          <ac:graphicFrameMkLst>
            <pc:docMk/>
            <pc:sldMk cId="2296389575" sldId="329"/>
            <ac:graphicFrameMk id="9" creationId="{78D77647-6044-750A-CEC5-01CA12E45AFF}"/>
          </ac:graphicFrameMkLst>
        </pc:graphicFrameChg>
        <pc:graphicFrameChg chg="add mod">
          <ac:chgData name="Subir Parida" userId="5adae42a5ff17c16" providerId="LiveId" clId="{2570E06C-6CDE-4131-A690-3FA8836EEC55}" dt="2024-01-23T06:23:12.325" v="3195"/>
          <ac:graphicFrameMkLst>
            <pc:docMk/>
            <pc:sldMk cId="2296389575" sldId="329"/>
            <ac:graphicFrameMk id="10" creationId="{2EDE7B26-1063-2975-658A-F0660772B890}"/>
          </ac:graphicFrameMkLst>
        </pc:graphicFrameChg>
        <pc:graphicFrameChg chg="add mod">
          <ac:chgData name="Subir Parida" userId="5adae42a5ff17c16" providerId="LiveId" clId="{2570E06C-6CDE-4131-A690-3FA8836EEC55}" dt="2024-01-25T18:31:00.305" v="3524"/>
          <ac:graphicFrameMkLst>
            <pc:docMk/>
            <pc:sldMk cId="2296389575" sldId="329"/>
            <ac:graphicFrameMk id="10" creationId="{74234C2B-511F-B28A-8C7C-F43A5F7C1C02}"/>
          </ac:graphicFrameMkLst>
        </pc:graphicFrameChg>
        <pc:graphicFrameChg chg="add del mod">
          <ac:chgData name="Subir Parida" userId="5adae42a5ff17c16" providerId="LiveId" clId="{2570E06C-6CDE-4131-A690-3FA8836EEC55}" dt="2024-01-22T06:18:10.960" v="3083" actId="21"/>
          <ac:graphicFrameMkLst>
            <pc:docMk/>
            <pc:sldMk cId="2296389575" sldId="329"/>
            <ac:graphicFrameMk id="11" creationId="{7D68F342-D383-4A46-FC47-86FCB1560A9C}"/>
          </ac:graphicFrameMkLst>
        </pc:graphicFrameChg>
        <pc:graphicFrameChg chg="del">
          <ac:chgData name="Subir Parida" userId="5adae42a5ff17c16" providerId="LiveId" clId="{2570E06C-6CDE-4131-A690-3FA8836EEC55}" dt="2024-01-22T06:18:12.220" v="3084" actId="478"/>
          <ac:graphicFrameMkLst>
            <pc:docMk/>
            <pc:sldMk cId="2296389575" sldId="329"/>
            <ac:graphicFrameMk id="14" creationId="{68F85B42-0D6B-A63D-E14C-C7040716B9C1}"/>
          </ac:graphicFrameMkLst>
        </pc:graphicFrameChg>
        <pc:graphicFrameChg chg="del">
          <ac:chgData name="Subir Parida" userId="5adae42a5ff17c16" providerId="LiveId" clId="{2570E06C-6CDE-4131-A690-3FA8836EEC55}" dt="2024-01-22T06:17:06.286" v="3031" actId="478"/>
          <ac:graphicFrameMkLst>
            <pc:docMk/>
            <pc:sldMk cId="2296389575" sldId="329"/>
            <ac:graphicFrameMk id="16" creationId="{62DEEC70-C092-8DC1-D2AB-DA2DB76D7038}"/>
          </ac:graphicFrameMkLst>
        </pc:graphicFrameChg>
        <pc:graphicFrameChg chg="del">
          <ac:chgData name="Subir Parida" userId="5adae42a5ff17c16" providerId="LiveId" clId="{2570E06C-6CDE-4131-A690-3FA8836EEC55}" dt="2024-01-22T06:14:25.046" v="2965" actId="478"/>
          <ac:graphicFrameMkLst>
            <pc:docMk/>
            <pc:sldMk cId="2296389575" sldId="329"/>
            <ac:graphicFrameMk id="18" creationId="{0B06D846-F376-30D8-5E12-EB8F88591D76}"/>
          </ac:graphicFrameMkLst>
        </pc:graphicFrameChg>
      </pc:sldChg>
      <pc:sldChg chg="addSp delSp modSp add mod">
        <pc:chgData name="Subir Parida" userId="5adae42a5ff17c16" providerId="LiveId" clId="{2570E06C-6CDE-4131-A690-3FA8836EEC55}" dt="2024-01-25T18:30:13.727" v="3497" actId="207"/>
        <pc:sldMkLst>
          <pc:docMk/>
          <pc:sldMk cId="4092029813" sldId="330"/>
        </pc:sldMkLst>
        <pc:graphicFrameChg chg="add del mod">
          <ac:chgData name="Subir Parida" userId="5adae42a5ff17c16" providerId="LiveId" clId="{2570E06C-6CDE-4131-A690-3FA8836EEC55}" dt="2024-01-25T18:30:07.095" v="3493" actId="21"/>
          <ac:graphicFrameMkLst>
            <pc:docMk/>
            <pc:sldMk cId="4092029813" sldId="330"/>
            <ac:graphicFrameMk id="7" creationId="{25B2E119-74AC-62BA-8ECE-BF8AEF57C686}"/>
          </ac:graphicFrameMkLst>
        </pc:graphicFrameChg>
        <pc:graphicFrameChg chg="add del mod">
          <ac:chgData name="Subir Parida" userId="5adae42a5ff17c16" providerId="LiveId" clId="{2570E06C-6CDE-4131-A690-3FA8836EEC55}" dt="2024-01-23T06:21:00.727" v="3145" actId="21"/>
          <ac:graphicFrameMkLst>
            <pc:docMk/>
            <pc:sldMk cId="4092029813" sldId="330"/>
            <ac:graphicFrameMk id="7" creationId="{2A2ED9B9-5D10-A38B-8AB3-B68C744B76A7}"/>
          </ac:graphicFrameMkLst>
        </pc:graphicFrameChg>
        <pc:graphicFrameChg chg="add del mod">
          <ac:chgData name="Subir Parida" userId="5adae42a5ff17c16" providerId="LiveId" clId="{2570E06C-6CDE-4131-A690-3FA8836EEC55}" dt="2024-01-22T06:16:47.559" v="3027" actId="21"/>
          <ac:graphicFrameMkLst>
            <pc:docMk/>
            <pc:sldMk cId="4092029813" sldId="330"/>
            <ac:graphicFrameMk id="7" creationId="{2E85D7DF-84DA-375E-F976-B47BA6958AC5}"/>
          </ac:graphicFrameMkLst>
        </pc:graphicFrameChg>
        <pc:graphicFrameChg chg="add del mod">
          <ac:chgData name="Subir Parida" userId="5adae42a5ff17c16" providerId="LiveId" clId="{2570E06C-6CDE-4131-A690-3FA8836EEC55}" dt="2024-01-23T06:21:04.563" v="3146" actId="478"/>
          <ac:graphicFrameMkLst>
            <pc:docMk/>
            <pc:sldMk cId="4092029813" sldId="330"/>
            <ac:graphicFrameMk id="8" creationId="{2E85D7DF-84DA-375E-F976-B47BA6958AC5}"/>
          </ac:graphicFrameMkLst>
        </pc:graphicFrameChg>
        <pc:graphicFrameChg chg="del">
          <ac:chgData name="Subir Parida" userId="5adae42a5ff17c16" providerId="LiveId" clId="{2570E06C-6CDE-4131-A690-3FA8836EEC55}" dt="2024-01-25T18:30:09.199" v="3494" actId="478"/>
          <ac:graphicFrameMkLst>
            <pc:docMk/>
            <pc:sldMk cId="4092029813" sldId="330"/>
            <ac:graphicFrameMk id="8" creationId="{5281A1BF-D9CE-B5F5-4A3E-4139975FE293}"/>
          </ac:graphicFrameMkLst>
        </pc:graphicFrameChg>
        <pc:graphicFrameChg chg="add mod">
          <ac:chgData name="Subir Parida" userId="5adae42a5ff17c16" providerId="LiveId" clId="{2570E06C-6CDE-4131-A690-3FA8836EEC55}" dt="2024-01-25T18:30:13.727" v="3497" actId="207"/>
          <ac:graphicFrameMkLst>
            <pc:docMk/>
            <pc:sldMk cId="4092029813" sldId="330"/>
            <ac:graphicFrameMk id="9" creationId="{25B2E119-74AC-62BA-8ECE-BF8AEF57C686}"/>
          </ac:graphicFrameMkLst>
        </pc:graphicFrameChg>
        <pc:graphicFrameChg chg="add mod">
          <ac:chgData name="Subir Parida" userId="5adae42a5ff17c16" providerId="LiveId" clId="{2570E06C-6CDE-4131-A690-3FA8836EEC55}" dt="2024-01-23T06:22:22.665" v="3168" actId="1076"/>
          <ac:graphicFrameMkLst>
            <pc:docMk/>
            <pc:sldMk cId="4092029813" sldId="330"/>
            <ac:graphicFrameMk id="9" creationId="{2A2ED9B9-5D10-A38B-8AB3-B68C744B76A7}"/>
          </ac:graphicFrameMkLst>
        </pc:graphicFrameChg>
        <pc:graphicFrameChg chg="add del mod">
          <ac:chgData name="Subir Parida" userId="5adae42a5ff17c16" providerId="LiveId" clId="{2570E06C-6CDE-4131-A690-3FA8836EEC55}" dt="2024-01-22T06:17:58.947" v="3077" actId="21"/>
          <ac:graphicFrameMkLst>
            <pc:docMk/>
            <pc:sldMk cId="4092029813" sldId="330"/>
            <ac:graphicFrameMk id="9" creationId="{8CDB0823-A4D0-D9B5-7051-0363FF21FDA6}"/>
          </ac:graphicFrameMkLst>
        </pc:graphicFrameChg>
        <pc:graphicFrameChg chg="del">
          <ac:chgData name="Subir Parida" userId="5adae42a5ff17c16" providerId="LiveId" clId="{2570E06C-6CDE-4131-A690-3FA8836EEC55}" dt="2024-01-22T06:18:00.604" v="3078" actId="478"/>
          <ac:graphicFrameMkLst>
            <pc:docMk/>
            <pc:sldMk cId="4092029813" sldId="330"/>
            <ac:graphicFrameMk id="10" creationId="{08786F0C-9FCC-809E-B8C3-6F1F703894C6}"/>
          </ac:graphicFrameMkLst>
        </pc:graphicFrameChg>
        <pc:graphicFrameChg chg="add del mod">
          <ac:chgData name="Subir Parida" userId="5adae42a5ff17c16" providerId="LiveId" clId="{2570E06C-6CDE-4131-A690-3FA8836EEC55}" dt="2024-01-22T06:18:03.976" v="3080" actId="21"/>
          <ac:graphicFrameMkLst>
            <pc:docMk/>
            <pc:sldMk cId="4092029813" sldId="330"/>
            <ac:graphicFrameMk id="11" creationId="{7D68F342-D383-4A46-FC47-86FCB1560A9C}"/>
          </ac:graphicFrameMkLst>
        </pc:graphicFrameChg>
        <pc:graphicFrameChg chg="add mod">
          <ac:chgData name="Subir Parida" userId="5adae42a5ff17c16" providerId="LiveId" clId="{2570E06C-6CDE-4131-A690-3FA8836EEC55}" dt="2024-01-22T06:18:00.961" v="3079"/>
          <ac:graphicFrameMkLst>
            <pc:docMk/>
            <pc:sldMk cId="4092029813" sldId="330"/>
            <ac:graphicFrameMk id="12" creationId="{8CDB0823-A4D0-D9B5-7051-0363FF21FDA6}"/>
          </ac:graphicFrameMkLst>
        </pc:graphicFrameChg>
        <pc:graphicFrameChg chg="del">
          <ac:chgData name="Subir Parida" userId="5adae42a5ff17c16" providerId="LiveId" clId="{2570E06C-6CDE-4131-A690-3FA8836EEC55}" dt="2024-01-22T06:16:53.906" v="3028" actId="478"/>
          <ac:graphicFrameMkLst>
            <pc:docMk/>
            <pc:sldMk cId="4092029813" sldId="330"/>
            <ac:graphicFrameMk id="15" creationId="{8F92A8E1-14BE-AAD6-823F-B3A4993D6E7C}"/>
          </ac:graphicFrameMkLst>
        </pc:graphicFrameChg>
        <pc:graphicFrameChg chg="del">
          <ac:chgData name="Subir Parida" userId="5adae42a5ff17c16" providerId="LiveId" clId="{2570E06C-6CDE-4131-A690-3FA8836EEC55}" dt="2024-01-22T06:14:27.951" v="2966" actId="478"/>
          <ac:graphicFrameMkLst>
            <pc:docMk/>
            <pc:sldMk cId="4092029813" sldId="330"/>
            <ac:graphicFrameMk id="17" creationId="{BF58D71A-9BE3-9F12-71A1-8F4E409B7AE9}"/>
          </ac:graphicFrameMkLst>
        </pc:graphicFrameChg>
      </pc:sldChg>
      <pc:sldChg chg="modSp add mod">
        <pc:chgData name="Subir Parida" userId="5adae42a5ff17c16" providerId="LiveId" clId="{2570E06C-6CDE-4131-A690-3FA8836EEC55}" dt="2024-01-25T10:10:32.261" v="3442" actId="20577"/>
        <pc:sldMkLst>
          <pc:docMk/>
          <pc:sldMk cId="839791897" sldId="331"/>
        </pc:sldMkLst>
        <pc:spChg chg="mod">
          <ac:chgData name="Subir Parida" userId="5adae42a5ff17c16" providerId="LiveId" clId="{2570E06C-6CDE-4131-A690-3FA8836EEC55}" dt="2024-01-25T10:10:32.261" v="3442" actId="20577"/>
          <ac:spMkLst>
            <pc:docMk/>
            <pc:sldMk cId="839791897" sldId="331"/>
            <ac:spMk id="3" creationId="{9DD463F7-D779-AD99-8658-63E73DF978AB}"/>
          </ac:spMkLst>
        </pc:spChg>
      </pc:sldChg>
      <pc:sldChg chg="addSp modSp new mod ord">
        <pc:chgData name="Subir Parida" userId="5adae42a5ff17c16" providerId="LiveId" clId="{2570E06C-6CDE-4131-A690-3FA8836EEC55}" dt="2024-01-29T05:47:36.147" v="3531"/>
        <pc:sldMkLst>
          <pc:docMk/>
          <pc:sldMk cId="2325546674" sldId="332"/>
        </pc:sldMkLst>
        <pc:picChg chg="add mod">
          <ac:chgData name="Subir Parida" userId="5adae42a5ff17c16" providerId="LiveId" clId="{2570E06C-6CDE-4131-A690-3FA8836EEC55}" dt="2024-01-29T05:47:16.105" v="3527" actId="1076"/>
          <ac:picMkLst>
            <pc:docMk/>
            <pc:sldMk cId="2325546674" sldId="332"/>
            <ac:picMk id="3" creationId="{672A8A0C-0754-E422-B5F7-51B3627A332F}"/>
          </ac:picMkLst>
        </pc:picChg>
        <pc:picChg chg="add mod">
          <ac:chgData name="Subir Parida" userId="5adae42a5ff17c16" providerId="LiveId" clId="{2570E06C-6CDE-4131-A690-3FA8836EEC55}" dt="2024-01-29T05:47:33.816" v="3529" actId="1076"/>
          <ac:picMkLst>
            <pc:docMk/>
            <pc:sldMk cId="2325546674" sldId="332"/>
            <ac:picMk id="5" creationId="{67C24720-4167-8739-0B75-581BCD04E4E8}"/>
          </ac:picMkLst>
        </pc:picChg>
      </pc:sldChg>
    </pc:docChg>
  </pc:docChgLst>
  <pc:docChgLst>
    <pc:chgData name="Subir Parida" userId="5adae42a5ff17c16" providerId="LiveId" clId="{405C1FB8-4D08-4548-B26C-AE629FEB5D6E}"/>
    <pc:docChg chg="modSld">
      <pc:chgData name="Subir Parida" userId="5adae42a5ff17c16" providerId="LiveId" clId="{405C1FB8-4D08-4548-B26C-AE629FEB5D6E}" dt="2024-02-06T03:31:24.055" v="10" actId="1076"/>
      <pc:docMkLst>
        <pc:docMk/>
      </pc:docMkLst>
      <pc:sldChg chg="addSp modSp mod">
        <pc:chgData name="Subir Parida" userId="5adae42a5ff17c16" providerId="LiveId" clId="{405C1FB8-4D08-4548-B26C-AE629FEB5D6E}" dt="2024-02-06T03:30:43.839" v="3" actId="1076"/>
        <pc:sldMkLst>
          <pc:docMk/>
          <pc:sldMk cId="1929167127" sldId="326"/>
        </pc:sldMkLst>
        <pc:graphicFrameChg chg="add mod">
          <ac:chgData name="Subir Parida" userId="5adae42a5ff17c16" providerId="LiveId" clId="{405C1FB8-4D08-4548-B26C-AE629FEB5D6E}" dt="2024-02-06T03:30:43.839" v="3" actId="1076"/>
          <ac:graphicFrameMkLst>
            <pc:docMk/>
            <pc:sldMk cId="1929167127" sldId="326"/>
            <ac:graphicFrameMk id="8" creationId="{EE66C11A-DC0C-A589-3A1C-D061BB75343E}"/>
          </ac:graphicFrameMkLst>
        </pc:graphicFrameChg>
      </pc:sldChg>
      <pc:sldChg chg="addSp modSp mod">
        <pc:chgData name="Subir Parida" userId="5adae42a5ff17c16" providerId="LiveId" clId="{405C1FB8-4D08-4548-B26C-AE629FEB5D6E}" dt="2024-02-06T03:30:53.502" v="6" actId="1076"/>
        <pc:sldMkLst>
          <pc:docMk/>
          <pc:sldMk cId="1280748637" sldId="327"/>
        </pc:sldMkLst>
        <pc:graphicFrameChg chg="add mod">
          <ac:chgData name="Subir Parida" userId="5adae42a5ff17c16" providerId="LiveId" clId="{405C1FB8-4D08-4548-B26C-AE629FEB5D6E}" dt="2024-02-06T03:30:53.502" v="6" actId="1076"/>
          <ac:graphicFrameMkLst>
            <pc:docMk/>
            <pc:sldMk cId="1280748637" sldId="327"/>
            <ac:graphicFrameMk id="5" creationId="{9C5A81E2-1B78-8604-60AB-F358C6EBED33}"/>
          </ac:graphicFrameMkLst>
        </pc:graphicFrameChg>
      </pc:sldChg>
      <pc:sldChg chg="addSp modSp mod">
        <pc:chgData name="Subir Parida" userId="5adae42a5ff17c16" providerId="LiveId" clId="{405C1FB8-4D08-4548-B26C-AE629FEB5D6E}" dt="2024-02-06T03:31:24.055" v="10" actId="1076"/>
        <pc:sldMkLst>
          <pc:docMk/>
          <pc:sldMk cId="172492322" sldId="328"/>
        </pc:sldMkLst>
        <pc:graphicFrameChg chg="add mod">
          <ac:chgData name="Subir Parida" userId="5adae42a5ff17c16" providerId="LiveId" clId="{405C1FB8-4D08-4548-B26C-AE629FEB5D6E}" dt="2024-02-06T03:31:24.055" v="10" actId="1076"/>
          <ac:graphicFrameMkLst>
            <pc:docMk/>
            <pc:sldMk cId="172492322" sldId="328"/>
            <ac:graphicFrameMk id="5" creationId="{14FA4452-0614-2E30-A985-46FEEDFACD69}"/>
          </ac:graphicFrameMkLst>
        </pc:graphicFrameChg>
      </pc:sldChg>
    </pc:docChg>
  </pc:docChgLst>
  <pc:docChgLst>
    <pc:chgData name="Subir Parida" userId="5adae42a5ff17c16" providerId="LiveId" clId="{DC17960A-AB11-49EB-A01C-D49F80081FB8}"/>
    <pc:docChg chg="undo custSel addSld delSld modSld sldOrd">
      <pc:chgData name="Subir Parida" userId="5adae42a5ff17c16" providerId="LiveId" clId="{DC17960A-AB11-49EB-A01C-D49F80081FB8}" dt="2024-01-17T05:55:44.681" v="2553" actId="1036"/>
      <pc:docMkLst>
        <pc:docMk/>
      </pc:docMkLst>
      <pc:sldChg chg="addSp delSp modSp mod">
        <pc:chgData name="Subir Parida" userId="5adae42a5ff17c16" providerId="LiveId" clId="{DC17960A-AB11-49EB-A01C-D49F80081FB8}" dt="2024-01-17T05:13:23.322" v="1724" actId="1038"/>
        <pc:sldMkLst>
          <pc:docMk/>
          <pc:sldMk cId="2428390952" sldId="257"/>
        </pc:sldMkLst>
        <pc:spChg chg="mod">
          <ac:chgData name="Subir Parida" userId="5adae42a5ff17c16" providerId="LiveId" clId="{DC17960A-AB11-49EB-A01C-D49F80081FB8}" dt="2024-01-16T20:08:29.551" v="1343" actId="20577"/>
          <ac:spMkLst>
            <pc:docMk/>
            <pc:sldMk cId="2428390952" sldId="257"/>
            <ac:spMk id="6" creationId="{00000000-0000-0000-0000-000000000000}"/>
          </ac:spMkLst>
        </pc:spChg>
        <pc:graphicFrameChg chg="mod">
          <ac:chgData name="Subir Parida" userId="5adae42a5ff17c16" providerId="LiveId" clId="{DC17960A-AB11-49EB-A01C-D49F80081FB8}" dt="2024-01-16T20:12:37.288" v="1411" actId="20577"/>
          <ac:graphicFrameMkLst>
            <pc:docMk/>
            <pc:sldMk cId="2428390952" sldId="257"/>
            <ac:graphicFrameMk id="2" creationId="{84A11EB6-F581-D9C8-0251-0518A7BC6151}"/>
          </ac:graphicFrameMkLst>
        </pc:graphicFrameChg>
        <pc:graphicFrameChg chg="del mod">
          <ac:chgData name="Subir Parida" userId="5adae42a5ff17c16" providerId="LiveId" clId="{DC17960A-AB11-49EB-A01C-D49F80081FB8}" dt="2024-01-16T20:16:30.511" v="1428" actId="478"/>
          <ac:graphicFrameMkLst>
            <pc:docMk/>
            <pc:sldMk cId="2428390952" sldId="257"/>
            <ac:graphicFrameMk id="3" creationId="{14CBA0DF-1B6B-2BFB-8D8D-49C7AA36F31E}"/>
          </ac:graphicFrameMkLst>
        </pc:graphicFrameChg>
        <pc:graphicFrameChg chg="add mod">
          <ac:chgData name="Subir Parida" userId="5adae42a5ff17c16" providerId="LiveId" clId="{DC17960A-AB11-49EB-A01C-D49F80081FB8}" dt="2024-01-17T05:13:23.322" v="1724" actId="1038"/>
          <ac:graphicFrameMkLst>
            <pc:docMk/>
            <pc:sldMk cId="2428390952" sldId="257"/>
            <ac:graphicFrameMk id="3" creationId="{6644CF82-0F04-1D98-301D-BA68A7C8E60D}"/>
          </ac:graphicFrameMkLst>
        </pc:graphicFrameChg>
        <pc:graphicFrameChg chg="mod">
          <ac:chgData name="Subir Parida" userId="5adae42a5ff17c16" providerId="LiveId" clId="{DC17960A-AB11-49EB-A01C-D49F80081FB8}" dt="2024-01-16T20:16:48.591" v="1429" actId="1076"/>
          <ac:graphicFrameMkLst>
            <pc:docMk/>
            <pc:sldMk cId="2428390952" sldId="257"/>
            <ac:graphicFrameMk id="4" creationId="{9DBDE645-54AE-943A-FC93-B07737B39EB4}"/>
          </ac:graphicFrameMkLst>
        </pc:graphicFrameChg>
        <pc:graphicFrameChg chg="del mod">
          <ac:chgData name="Subir Parida" userId="5adae42a5ff17c16" providerId="LiveId" clId="{DC17960A-AB11-49EB-A01C-D49F80081FB8}" dt="2024-01-17T05:13:13.004" v="1623" actId="478"/>
          <ac:graphicFrameMkLst>
            <pc:docMk/>
            <pc:sldMk cId="2428390952" sldId="257"/>
            <ac:graphicFrameMk id="5" creationId="{B542B676-1E3C-CCF4-E91F-9A7C7FF0DF99}"/>
          </ac:graphicFrameMkLst>
        </pc:graphicFrameChg>
      </pc:sldChg>
      <pc:sldChg chg="modSp del mod">
        <pc:chgData name="Subir Parida" userId="5adae42a5ff17c16" providerId="LiveId" clId="{DC17960A-AB11-49EB-A01C-D49F80081FB8}" dt="2024-01-16T20:14:05.531" v="1425" actId="2696"/>
        <pc:sldMkLst>
          <pc:docMk/>
          <pc:sldMk cId="104386090" sldId="258"/>
        </pc:sldMkLst>
        <pc:spChg chg="mod">
          <ac:chgData name="Subir Parida" userId="5adae42a5ff17c16" providerId="LiveId" clId="{DC17960A-AB11-49EB-A01C-D49F80081FB8}" dt="2024-01-16T20:09:19.683" v="1354" actId="20577"/>
          <ac:spMkLst>
            <pc:docMk/>
            <pc:sldMk cId="104386090" sldId="258"/>
            <ac:spMk id="6" creationId="{00000000-0000-0000-0000-000000000000}"/>
          </ac:spMkLst>
        </pc:spChg>
      </pc:sldChg>
      <pc:sldChg chg="delSp modSp add mod">
        <pc:chgData name="Subir Parida" userId="5adae42a5ff17c16" providerId="LiveId" clId="{DC17960A-AB11-49EB-A01C-D49F80081FB8}" dt="2024-01-16T20:20:32.960" v="1509" actId="1036"/>
        <pc:sldMkLst>
          <pc:docMk/>
          <pc:sldMk cId="1516520951" sldId="258"/>
        </pc:sldMkLst>
        <pc:graphicFrameChg chg="mod">
          <ac:chgData name="Subir Parida" userId="5adae42a5ff17c16" providerId="LiveId" clId="{DC17960A-AB11-49EB-A01C-D49F80081FB8}" dt="2024-01-16T20:20:25.894" v="1500" actId="1037"/>
          <ac:graphicFrameMkLst>
            <pc:docMk/>
            <pc:sldMk cId="1516520951" sldId="258"/>
            <ac:graphicFrameMk id="2" creationId="{00000000-0000-0000-0000-000000000000}"/>
          </ac:graphicFrameMkLst>
        </pc:graphicFrameChg>
        <pc:graphicFrameChg chg="mod">
          <ac:chgData name="Subir Parida" userId="5adae42a5ff17c16" providerId="LiveId" clId="{DC17960A-AB11-49EB-A01C-D49F80081FB8}" dt="2024-01-16T20:20:22.068" v="1490" actId="1037"/>
          <ac:graphicFrameMkLst>
            <pc:docMk/>
            <pc:sldMk cId="1516520951" sldId="258"/>
            <ac:graphicFrameMk id="3" creationId="{00000000-0000-0000-0000-000000000000}"/>
          </ac:graphicFrameMkLst>
        </pc:graphicFrameChg>
        <pc:graphicFrameChg chg="mod">
          <ac:chgData name="Subir Parida" userId="5adae42a5ff17c16" providerId="LiveId" clId="{DC17960A-AB11-49EB-A01C-D49F80081FB8}" dt="2024-01-16T20:20:32.960" v="1509" actId="1036"/>
          <ac:graphicFrameMkLst>
            <pc:docMk/>
            <pc:sldMk cId="1516520951" sldId="258"/>
            <ac:graphicFrameMk id="4" creationId="{00000000-0000-0000-0000-000000000000}"/>
          </ac:graphicFrameMkLst>
        </pc:graphicFrameChg>
        <pc:graphicFrameChg chg="del">
          <ac:chgData name="Subir Parida" userId="5adae42a5ff17c16" providerId="LiveId" clId="{DC17960A-AB11-49EB-A01C-D49F80081FB8}" dt="2024-01-16T20:19:56.186" v="1474" actId="478"/>
          <ac:graphicFrameMkLst>
            <pc:docMk/>
            <pc:sldMk cId="1516520951" sldId="258"/>
            <ac:graphicFrameMk id="5" creationId="{00000000-0000-0000-0000-000000000000}"/>
          </ac:graphicFrameMkLst>
        </pc:graphicFrameChg>
      </pc:sldChg>
      <pc:sldChg chg="ord">
        <pc:chgData name="Subir Parida" userId="5adae42a5ff17c16" providerId="LiveId" clId="{DC17960A-AB11-49EB-A01C-D49F80081FB8}" dt="2024-01-09T16:57:18.093" v="214"/>
        <pc:sldMkLst>
          <pc:docMk/>
          <pc:sldMk cId="1723193605" sldId="260"/>
        </pc:sldMkLst>
      </pc:sldChg>
      <pc:sldChg chg="add">
        <pc:chgData name="Subir Parida" userId="5adae42a5ff17c16" providerId="LiveId" clId="{DC17960A-AB11-49EB-A01C-D49F80081FB8}" dt="2024-01-16T20:14:14.924" v="1426"/>
        <pc:sldMkLst>
          <pc:docMk/>
          <pc:sldMk cId="705089242" sldId="266"/>
        </pc:sldMkLst>
      </pc:sldChg>
      <pc:sldChg chg="addSp modSp del mod">
        <pc:chgData name="Subir Parida" userId="5adae42a5ff17c16" providerId="LiveId" clId="{DC17960A-AB11-49EB-A01C-D49F80081FB8}" dt="2024-01-16T20:14:05.531" v="1425" actId="2696"/>
        <pc:sldMkLst>
          <pc:docMk/>
          <pc:sldMk cId="3372810305" sldId="266"/>
        </pc:sldMkLst>
        <pc:spChg chg="mod">
          <ac:chgData name="Subir Parida" userId="5adae42a5ff17c16" providerId="LiveId" clId="{DC17960A-AB11-49EB-A01C-D49F80081FB8}" dt="2024-01-12T11:57:25.881" v="486" actId="1036"/>
          <ac:spMkLst>
            <pc:docMk/>
            <pc:sldMk cId="3372810305" sldId="266"/>
            <ac:spMk id="2" creationId="{3E9D79FD-A769-160B-BDE9-9AC8DA62A8AE}"/>
          </ac:spMkLst>
        </pc:spChg>
        <pc:spChg chg="add mod">
          <ac:chgData name="Subir Parida" userId="5adae42a5ff17c16" providerId="LiveId" clId="{DC17960A-AB11-49EB-A01C-D49F80081FB8}" dt="2024-01-12T11:58:44.218" v="534" actId="164"/>
          <ac:spMkLst>
            <pc:docMk/>
            <pc:sldMk cId="3372810305" sldId="266"/>
            <ac:spMk id="8" creationId="{5D057EB8-706F-381B-18A7-C5D2A33C8B64}"/>
          </ac:spMkLst>
        </pc:spChg>
        <pc:spChg chg="add mod">
          <ac:chgData name="Subir Parida" userId="5adae42a5ff17c16" providerId="LiveId" clId="{DC17960A-AB11-49EB-A01C-D49F80081FB8}" dt="2024-01-12T11:58:44.218" v="534" actId="164"/>
          <ac:spMkLst>
            <pc:docMk/>
            <pc:sldMk cId="3372810305" sldId="266"/>
            <ac:spMk id="9" creationId="{CA204AE0-4E9F-504D-C287-0601159D7B94}"/>
          </ac:spMkLst>
        </pc:spChg>
        <pc:grpChg chg="add mod">
          <ac:chgData name="Subir Parida" userId="5adae42a5ff17c16" providerId="LiveId" clId="{DC17960A-AB11-49EB-A01C-D49F80081FB8}" dt="2024-01-12T11:58:44.218" v="534" actId="164"/>
          <ac:grpSpMkLst>
            <pc:docMk/>
            <pc:sldMk cId="3372810305" sldId="266"/>
            <ac:grpSpMk id="10" creationId="{32AE2ED0-15EB-CC4C-74CB-CDDC2A8CB1FE}"/>
          </ac:grpSpMkLst>
        </pc:grpChg>
        <pc:picChg chg="mod">
          <ac:chgData name="Subir Parida" userId="5adae42a5ff17c16" providerId="LiveId" clId="{DC17960A-AB11-49EB-A01C-D49F80081FB8}" dt="2024-01-12T11:59:12.560" v="568" actId="1038"/>
          <ac:picMkLst>
            <pc:docMk/>
            <pc:sldMk cId="3372810305" sldId="266"/>
            <ac:picMk id="23" creationId="{376CD0B0-4E17-E907-E28D-7A7A1C02848D}"/>
          </ac:picMkLst>
        </pc:picChg>
        <pc:picChg chg="mod">
          <ac:chgData name="Subir Parida" userId="5adae42a5ff17c16" providerId="LiveId" clId="{DC17960A-AB11-49EB-A01C-D49F80081FB8}" dt="2024-01-12T11:59:12.560" v="568" actId="1038"/>
          <ac:picMkLst>
            <pc:docMk/>
            <pc:sldMk cId="3372810305" sldId="266"/>
            <ac:picMk id="25" creationId="{CB273903-46F7-BD31-B8DF-109822072846}"/>
          </ac:picMkLst>
        </pc:picChg>
        <pc:picChg chg="mod">
          <ac:chgData name="Subir Parida" userId="5adae42a5ff17c16" providerId="LiveId" clId="{DC17960A-AB11-49EB-A01C-D49F80081FB8}" dt="2024-01-12T11:59:12.560" v="568" actId="1038"/>
          <ac:picMkLst>
            <pc:docMk/>
            <pc:sldMk cId="3372810305" sldId="266"/>
            <ac:picMk id="29" creationId="{D4B8F34F-2518-E00F-58BE-1E21C86D2D8B}"/>
          </ac:picMkLst>
        </pc:picChg>
        <pc:cxnChg chg="add mod">
          <ac:chgData name="Subir Parida" userId="5adae42a5ff17c16" providerId="LiveId" clId="{DC17960A-AB11-49EB-A01C-D49F80081FB8}" dt="2024-01-16T06:18:06.022" v="1090" actId="1036"/>
          <ac:cxnSpMkLst>
            <pc:docMk/>
            <pc:sldMk cId="3372810305" sldId="266"/>
            <ac:cxnSpMk id="4" creationId="{513E4754-8034-5689-64CC-528BABDE58AB}"/>
          </ac:cxnSpMkLst>
        </pc:cxnChg>
        <pc:cxnChg chg="add mod">
          <ac:chgData name="Subir Parida" userId="5adae42a5ff17c16" providerId="LiveId" clId="{DC17960A-AB11-49EB-A01C-D49F80081FB8}" dt="2024-01-12T11:58:44.218" v="534" actId="164"/>
          <ac:cxnSpMkLst>
            <pc:docMk/>
            <pc:sldMk cId="3372810305" sldId="266"/>
            <ac:cxnSpMk id="5" creationId="{67A57828-BCD7-335F-85BB-51EFB9942530}"/>
          </ac:cxnSpMkLst>
        </pc:cxnChg>
      </pc:sldChg>
      <pc:sldChg chg="add">
        <pc:chgData name="Subir Parida" userId="5adae42a5ff17c16" providerId="LiveId" clId="{DC17960A-AB11-49EB-A01C-D49F80081FB8}" dt="2024-01-16T20:14:14.924" v="1426"/>
        <pc:sldMkLst>
          <pc:docMk/>
          <pc:sldMk cId="1976301683" sldId="267"/>
        </pc:sldMkLst>
      </pc:sldChg>
      <pc:sldChg chg="addSp modSp del mod">
        <pc:chgData name="Subir Parida" userId="5adae42a5ff17c16" providerId="LiveId" clId="{DC17960A-AB11-49EB-A01C-D49F80081FB8}" dt="2024-01-16T20:14:05.531" v="1425" actId="2696"/>
        <pc:sldMkLst>
          <pc:docMk/>
          <pc:sldMk cId="3943825340" sldId="267"/>
        </pc:sldMkLst>
        <pc:spChg chg="mod">
          <ac:chgData name="Subir Parida" userId="5adae42a5ff17c16" providerId="LiveId" clId="{DC17960A-AB11-49EB-A01C-D49F80081FB8}" dt="2024-01-12T11:59:03.907" v="565" actId="1036"/>
          <ac:spMkLst>
            <pc:docMk/>
            <pc:sldMk cId="3943825340" sldId="267"/>
            <ac:spMk id="2" creationId="{D34349A5-D54E-7891-C998-2D3AD4335A88}"/>
          </ac:spMkLst>
        </pc:spChg>
        <pc:spChg chg="mod">
          <ac:chgData name="Subir Parida" userId="5adae42a5ff17c16" providerId="LiveId" clId="{DC17960A-AB11-49EB-A01C-D49F80081FB8}" dt="2024-01-12T11:58:49.796" v="535"/>
          <ac:spMkLst>
            <pc:docMk/>
            <pc:sldMk cId="3943825340" sldId="267"/>
            <ac:spMk id="6" creationId="{B633B4EE-F7E9-C810-742F-B54E03D0DB3D}"/>
          </ac:spMkLst>
        </pc:spChg>
        <pc:spChg chg="mod">
          <ac:chgData name="Subir Parida" userId="5adae42a5ff17c16" providerId="LiveId" clId="{DC17960A-AB11-49EB-A01C-D49F80081FB8}" dt="2024-01-12T11:58:49.796" v="535"/>
          <ac:spMkLst>
            <pc:docMk/>
            <pc:sldMk cId="3943825340" sldId="267"/>
            <ac:spMk id="7" creationId="{D1B22791-41E3-5299-C33B-90136FCD9426}"/>
          </ac:spMkLst>
        </pc:spChg>
        <pc:grpChg chg="add mod">
          <ac:chgData name="Subir Parida" userId="5adae42a5ff17c16" providerId="LiveId" clId="{DC17960A-AB11-49EB-A01C-D49F80081FB8}" dt="2024-01-12T11:58:49.796" v="535"/>
          <ac:grpSpMkLst>
            <pc:docMk/>
            <pc:sldMk cId="3943825340" sldId="267"/>
            <ac:grpSpMk id="3" creationId="{61F15B93-2393-71CF-DB0B-D4705CFD5EFF}"/>
          </ac:grpSpMkLst>
        </pc:grpChg>
        <pc:picChg chg="mod">
          <ac:chgData name="Subir Parida" userId="5adae42a5ff17c16" providerId="LiveId" clId="{DC17960A-AB11-49EB-A01C-D49F80081FB8}" dt="2024-01-12T11:59:03.907" v="565" actId="1036"/>
          <ac:picMkLst>
            <pc:docMk/>
            <pc:sldMk cId="3943825340" sldId="267"/>
            <ac:picMk id="19" creationId="{409B9D2E-C7BF-B13C-5E07-4A8ADD4EFEF4}"/>
          </ac:picMkLst>
        </pc:picChg>
        <pc:picChg chg="mod">
          <ac:chgData name="Subir Parida" userId="5adae42a5ff17c16" providerId="LiveId" clId="{DC17960A-AB11-49EB-A01C-D49F80081FB8}" dt="2024-01-12T11:59:03.907" v="565" actId="1036"/>
          <ac:picMkLst>
            <pc:docMk/>
            <pc:sldMk cId="3943825340" sldId="267"/>
            <ac:picMk id="21" creationId="{2546FF08-55F1-ADBA-162D-516AFBFC0135}"/>
          </ac:picMkLst>
        </pc:picChg>
        <pc:picChg chg="mod">
          <ac:chgData name="Subir Parida" userId="5adae42a5ff17c16" providerId="LiveId" clId="{DC17960A-AB11-49EB-A01C-D49F80081FB8}" dt="2024-01-12T11:59:03.907" v="565" actId="1036"/>
          <ac:picMkLst>
            <pc:docMk/>
            <pc:sldMk cId="3943825340" sldId="267"/>
            <ac:picMk id="27" creationId="{AAA37BD6-B888-CA1A-7FED-ED6536F64EC7}"/>
          </ac:picMkLst>
        </pc:picChg>
        <pc:cxnChg chg="mod">
          <ac:chgData name="Subir Parida" userId="5adae42a5ff17c16" providerId="LiveId" clId="{DC17960A-AB11-49EB-A01C-D49F80081FB8}" dt="2024-01-16T06:18:17.367" v="1101" actId="14100"/>
          <ac:cxnSpMkLst>
            <pc:docMk/>
            <pc:sldMk cId="3943825340" sldId="267"/>
            <ac:cxnSpMk id="4" creationId="{168FDAFD-55D3-ED79-6A0E-596B43545E47}"/>
          </ac:cxnSpMkLst>
        </pc:cxnChg>
        <pc:cxnChg chg="mod">
          <ac:chgData name="Subir Parida" userId="5adae42a5ff17c16" providerId="LiveId" clId="{DC17960A-AB11-49EB-A01C-D49F80081FB8}" dt="2024-01-12T11:58:49.796" v="535"/>
          <ac:cxnSpMkLst>
            <pc:docMk/>
            <pc:sldMk cId="3943825340" sldId="267"/>
            <ac:cxnSpMk id="5" creationId="{541A3AE6-FD2D-1EAE-98CC-C3D6DD3EAC04}"/>
          </ac:cxnSpMkLst>
        </pc:cxnChg>
      </pc:sldChg>
      <pc:sldChg chg="modSp del mod">
        <pc:chgData name="Subir Parida" userId="5adae42a5ff17c16" providerId="LiveId" clId="{DC17960A-AB11-49EB-A01C-D49F80081FB8}" dt="2024-01-16T20:14:05.531" v="1425" actId="2696"/>
        <pc:sldMkLst>
          <pc:docMk/>
          <pc:sldMk cId="192496337" sldId="268"/>
        </pc:sldMkLst>
        <pc:spChg chg="mod">
          <ac:chgData name="Subir Parida" userId="5adae42a5ff17c16" providerId="LiveId" clId="{DC17960A-AB11-49EB-A01C-D49F80081FB8}" dt="2024-01-16T20:09:38.183" v="1357" actId="20577"/>
          <ac:spMkLst>
            <pc:docMk/>
            <pc:sldMk cId="192496337" sldId="268"/>
            <ac:spMk id="6" creationId="{00000000-0000-0000-0000-000000000000}"/>
          </ac:spMkLst>
        </pc:spChg>
      </pc:sldChg>
      <pc:sldChg chg="delSp modSp add mod">
        <pc:chgData name="Subir Parida" userId="5adae42a5ff17c16" providerId="LiveId" clId="{DC17960A-AB11-49EB-A01C-D49F80081FB8}" dt="2024-01-16T20:21:04.989" v="1518" actId="1036"/>
        <pc:sldMkLst>
          <pc:docMk/>
          <pc:sldMk cId="1164543401" sldId="268"/>
        </pc:sldMkLst>
        <pc:graphicFrameChg chg="mod">
          <ac:chgData name="Subir Parida" userId="5adae42a5ff17c16" providerId="LiveId" clId="{DC17960A-AB11-49EB-A01C-D49F80081FB8}" dt="2024-01-16T20:21:04.989" v="1518" actId="1036"/>
          <ac:graphicFrameMkLst>
            <pc:docMk/>
            <pc:sldMk cId="1164543401" sldId="268"/>
            <ac:graphicFrameMk id="3" creationId="{00000000-0000-0000-0000-000000000000}"/>
          </ac:graphicFrameMkLst>
        </pc:graphicFrameChg>
        <pc:graphicFrameChg chg="mod">
          <ac:chgData name="Subir Parida" userId="5adae42a5ff17c16" providerId="LiveId" clId="{DC17960A-AB11-49EB-A01C-D49F80081FB8}" dt="2024-01-16T20:20:54.873" v="1511" actId="1076"/>
          <ac:graphicFrameMkLst>
            <pc:docMk/>
            <pc:sldMk cId="1164543401" sldId="268"/>
            <ac:graphicFrameMk id="4" creationId="{00000000-0000-0000-0000-000000000000}"/>
          </ac:graphicFrameMkLst>
        </pc:graphicFrameChg>
        <pc:graphicFrameChg chg="del">
          <ac:chgData name="Subir Parida" userId="5adae42a5ff17c16" providerId="LiveId" clId="{DC17960A-AB11-49EB-A01C-D49F80081FB8}" dt="2024-01-16T20:20:45.843" v="1510" actId="478"/>
          <ac:graphicFrameMkLst>
            <pc:docMk/>
            <pc:sldMk cId="1164543401" sldId="268"/>
            <ac:graphicFrameMk id="7" creationId="{00000000-0000-0000-0000-000000000000}"/>
          </ac:graphicFrameMkLst>
        </pc:graphicFrameChg>
      </pc:sldChg>
      <pc:sldChg chg="addSp delSp modSp mod">
        <pc:chgData name="Subir Parida" userId="5adae42a5ff17c16" providerId="LiveId" clId="{DC17960A-AB11-49EB-A01C-D49F80081FB8}" dt="2024-01-16T07:10:05.921" v="1337" actId="1035"/>
        <pc:sldMkLst>
          <pc:docMk/>
          <pc:sldMk cId="1612788987" sldId="269"/>
        </pc:sldMkLst>
        <pc:spChg chg="add mod">
          <ac:chgData name="Subir Parida" userId="5adae42a5ff17c16" providerId="LiveId" clId="{DC17960A-AB11-49EB-A01C-D49F80081FB8}" dt="2024-01-16T07:05:14.562" v="1159"/>
          <ac:spMkLst>
            <pc:docMk/>
            <pc:sldMk cId="1612788987" sldId="269"/>
            <ac:spMk id="2" creationId="{A8D1C767-C315-8355-C1A0-28D903CDB5D3}"/>
          </ac:spMkLst>
        </pc:spChg>
        <pc:spChg chg="add mod">
          <ac:chgData name="Subir Parida" userId="5adae42a5ff17c16" providerId="LiveId" clId="{DC17960A-AB11-49EB-A01C-D49F80081FB8}" dt="2024-01-16T07:05:14.562" v="1159"/>
          <ac:spMkLst>
            <pc:docMk/>
            <pc:sldMk cId="1612788987" sldId="269"/>
            <ac:spMk id="4" creationId="{4B12E2EC-0DB2-4F6E-8291-F42301E4B392}"/>
          </ac:spMkLst>
        </pc:spChg>
        <pc:spChg chg="add mod">
          <ac:chgData name="Subir Parida" userId="5adae42a5ff17c16" providerId="LiveId" clId="{DC17960A-AB11-49EB-A01C-D49F80081FB8}" dt="2024-01-16T07:07:36.956" v="1306" actId="1076"/>
          <ac:spMkLst>
            <pc:docMk/>
            <pc:sldMk cId="1612788987" sldId="269"/>
            <ac:spMk id="5" creationId="{1BFDDB0B-860B-8625-D320-37E01ED40754}"/>
          </ac:spMkLst>
        </pc:spChg>
        <pc:spChg chg="del">
          <ac:chgData name="Subir Parida" userId="5adae42a5ff17c16" providerId="LiveId" clId="{DC17960A-AB11-49EB-A01C-D49F80081FB8}" dt="2024-01-16T07:05:13.478" v="1158" actId="478"/>
          <ac:spMkLst>
            <pc:docMk/>
            <pc:sldMk cId="1612788987" sldId="269"/>
            <ac:spMk id="7" creationId="{99AEC536-685B-CB4B-881D-793135E5DD7C}"/>
          </ac:spMkLst>
        </pc:spChg>
        <pc:spChg chg="del">
          <ac:chgData name="Subir Parida" userId="5adae42a5ff17c16" providerId="LiveId" clId="{DC17960A-AB11-49EB-A01C-D49F80081FB8}" dt="2024-01-16T07:05:13.478" v="1158" actId="478"/>
          <ac:spMkLst>
            <pc:docMk/>
            <pc:sldMk cId="1612788987" sldId="269"/>
            <ac:spMk id="8" creationId="{9392F3DA-F88A-6284-9F77-EF5A3D7585AF}"/>
          </ac:spMkLst>
        </pc:spChg>
        <pc:spChg chg="add mod">
          <ac:chgData name="Subir Parida" userId="5adae42a5ff17c16" providerId="LiveId" clId="{DC17960A-AB11-49EB-A01C-D49F80081FB8}" dt="2024-01-16T07:05:14.562" v="1159"/>
          <ac:spMkLst>
            <pc:docMk/>
            <pc:sldMk cId="1612788987" sldId="269"/>
            <ac:spMk id="10" creationId="{04BA6A61-6639-88E9-1B73-523A166AC0A8}"/>
          </ac:spMkLst>
        </pc:spChg>
        <pc:graphicFrameChg chg="mod">
          <ac:chgData name="Subir Parida" userId="5adae42a5ff17c16" providerId="LiveId" clId="{DC17960A-AB11-49EB-A01C-D49F80081FB8}" dt="2024-01-16T07:05:30.557" v="1191" actId="1037"/>
          <ac:graphicFrameMkLst>
            <pc:docMk/>
            <pc:sldMk cId="1612788987" sldId="269"/>
            <ac:graphicFrameMk id="3" creationId="{AFCF22D5-60FF-4E1B-37F0-CB068F82D16F}"/>
          </ac:graphicFrameMkLst>
        </pc:graphicFrameChg>
        <pc:graphicFrameChg chg="mod">
          <ac:chgData name="Subir Parida" userId="5adae42a5ff17c16" providerId="LiveId" clId="{DC17960A-AB11-49EB-A01C-D49F80081FB8}" dt="2024-01-16T07:05:30.557" v="1191" actId="1037"/>
          <ac:graphicFrameMkLst>
            <pc:docMk/>
            <pc:sldMk cId="1612788987" sldId="269"/>
            <ac:graphicFrameMk id="9" creationId="{00000000-0000-0000-0000-000000000000}"/>
          </ac:graphicFrameMkLst>
        </pc:graphicFrameChg>
        <pc:graphicFrameChg chg="add mod">
          <ac:chgData name="Subir Parida" userId="5adae42a5ff17c16" providerId="LiveId" clId="{DC17960A-AB11-49EB-A01C-D49F80081FB8}" dt="2024-01-16T07:10:05.921" v="1337" actId="1035"/>
          <ac:graphicFrameMkLst>
            <pc:docMk/>
            <pc:sldMk cId="1612788987" sldId="269"/>
            <ac:graphicFrameMk id="11" creationId="{F7FC9DA5-81CE-DB49-599C-2CC8EDD797C1}"/>
          </ac:graphicFrameMkLst>
        </pc:graphicFrameChg>
      </pc:sldChg>
      <pc:sldChg chg="addSp delSp modSp mod">
        <pc:chgData name="Subir Parida" userId="5adae42a5ff17c16" providerId="LiveId" clId="{DC17960A-AB11-49EB-A01C-D49F80081FB8}" dt="2024-01-16T07:09:25.162" v="1324" actId="1076"/>
        <pc:sldMkLst>
          <pc:docMk/>
          <pc:sldMk cId="3297854690" sldId="270"/>
        </pc:sldMkLst>
        <pc:spChg chg="add mod">
          <ac:chgData name="Subir Parida" userId="5adae42a5ff17c16" providerId="LiveId" clId="{DC17960A-AB11-49EB-A01C-D49F80081FB8}" dt="2024-01-16T07:06:16.420" v="1213" actId="1038"/>
          <ac:spMkLst>
            <pc:docMk/>
            <pc:sldMk cId="3297854690" sldId="270"/>
            <ac:spMk id="2" creationId="{CDB1AA91-9D05-7D9D-A129-A793E48A19D3}"/>
          </ac:spMkLst>
        </pc:spChg>
        <pc:spChg chg="add mod">
          <ac:chgData name="Subir Parida" userId="5adae42a5ff17c16" providerId="LiveId" clId="{DC17960A-AB11-49EB-A01C-D49F80081FB8}" dt="2024-01-16T07:06:16.420" v="1213" actId="1038"/>
          <ac:spMkLst>
            <pc:docMk/>
            <pc:sldMk cId="3297854690" sldId="270"/>
            <ac:spMk id="3" creationId="{190C95D3-A300-2D36-236B-FE923009B242}"/>
          </ac:spMkLst>
        </pc:spChg>
        <pc:spChg chg="del">
          <ac:chgData name="Subir Parida" userId="5adae42a5ff17c16" providerId="LiveId" clId="{DC17960A-AB11-49EB-A01C-D49F80081FB8}" dt="2024-01-16T07:05:59.422" v="1194" actId="478"/>
          <ac:spMkLst>
            <pc:docMk/>
            <pc:sldMk cId="3297854690" sldId="270"/>
            <ac:spMk id="4" creationId="{3FC781FC-9E23-6FAB-684E-75B679DCA137}"/>
          </ac:spMkLst>
        </pc:spChg>
        <pc:spChg chg="del">
          <ac:chgData name="Subir Parida" userId="5adae42a5ff17c16" providerId="LiveId" clId="{DC17960A-AB11-49EB-A01C-D49F80081FB8}" dt="2024-01-16T07:05:54.233" v="1192" actId="478"/>
          <ac:spMkLst>
            <pc:docMk/>
            <pc:sldMk cId="3297854690" sldId="270"/>
            <ac:spMk id="7" creationId="{47309465-41DD-7AC9-C1CC-F8E484E5A01A}"/>
          </ac:spMkLst>
        </pc:spChg>
        <pc:spChg chg="add mod">
          <ac:chgData name="Subir Parida" userId="5adae42a5ff17c16" providerId="LiveId" clId="{DC17960A-AB11-49EB-A01C-D49F80081FB8}" dt="2024-01-16T07:07:26.740" v="1301" actId="1035"/>
          <ac:spMkLst>
            <pc:docMk/>
            <pc:sldMk cId="3297854690" sldId="270"/>
            <ac:spMk id="9" creationId="{A1FD54E0-5EAB-32C4-D26F-80313DB29E6E}"/>
          </ac:spMkLst>
        </pc:spChg>
        <pc:spChg chg="add mod">
          <ac:chgData name="Subir Parida" userId="5adae42a5ff17c16" providerId="LiveId" clId="{DC17960A-AB11-49EB-A01C-D49F80081FB8}" dt="2024-01-16T07:07:26.740" v="1301" actId="1035"/>
          <ac:spMkLst>
            <pc:docMk/>
            <pc:sldMk cId="3297854690" sldId="270"/>
            <ac:spMk id="10" creationId="{751F1AA7-FC77-B88D-424C-B1229B3ABB9C}"/>
          </ac:spMkLst>
        </pc:spChg>
        <pc:graphicFrameChg chg="mod">
          <ac:chgData name="Subir Parida" userId="5adae42a5ff17c16" providerId="LiveId" clId="{DC17960A-AB11-49EB-A01C-D49F80081FB8}" dt="2024-01-16T07:06:24.764" v="1246" actId="1038"/>
          <ac:graphicFrameMkLst>
            <pc:docMk/>
            <pc:sldMk cId="3297854690" sldId="270"/>
            <ac:graphicFrameMk id="5" creationId="{88B88DA9-602E-2E6D-B5D4-0BB2FD7CDA7D}"/>
          </ac:graphicFrameMkLst>
        </pc:graphicFrameChg>
        <pc:graphicFrameChg chg="mod">
          <ac:chgData name="Subir Parida" userId="5adae42a5ff17c16" providerId="LiveId" clId="{DC17960A-AB11-49EB-A01C-D49F80081FB8}" dt="2024-01-16T07:06:30.352" v="1277" actId="1038"/>
          <ac:graphicFrameMkLst>
            <pc:docMk/>
            <pc:sldMk cId="3297854690" sldId="270"/>
            <ac:graphicFrameMk id="8" creationId="{00000000-0000-0000-0000-000000000000}"/>
          </ac:graphicFrameMkLst>
        </pc:graphicFrameChg>
        <pc:graphicFrameChg chg="add mod">
          <ac:chgData name="Subir Parida" userId="5adae42a5ff17c16" providerId="LiveId" clId="{DC17960A-AB11-49EB-A01C-D49F80081FB8}" dt="2024-01-16T07:09:25.162" v="1324" actId="1076"/>
          <ac:graphicFrameMkLst>
            <pc:docMk/>
            <pc:sldMk cId="3297854690" sldId="270"/>
            <ac:graphicFrameMk id="11" creationId="{6B8B626B-93AC-255F-17EC-EC7246FDBA6C}"/>
          </ac:graphicFrameMkLst>
        </pc:graphicFrameChg>
      </pc:sldChg>
      <pc:sldChg chg="addSp delSp modSp mod">
        <pc:chgData name="Subir Parida" userId="5adae42a5ff17c16" providerId="LiveId" clId="{DC17960A-AB11-49EB-A01C-D49F80081FB8}" dt="2024-01-16T07:08:57.972" v="1320" actId="1035"/>
        <pc:sldMkLst>
          <pc:docMk/>
          <pc:sldMk cId="1898457868" sldId="271"/>
        </pc:sldMkLst>
        <pc:spChg chg="add mod">
          <ac:chgData name="Subir Parida" userId="5adae42a5ff17c16" providerId="LiveId" clId="{DC17960A-AB11-49EB-A01C-D49F80081FB8}" dt="2024-01-16T07:08:04.613" v="1308"/>
          <ac:spMkLst>
            <pc:docMk/>
            <pc:sldMk cId="1898457868" sldId="271"/>
            <ac:spMk id="2" creationId="{6067D91F-1DF0-7A9F-2D77-3379ACE9C45D}"/>
          </ac:spMkLst>
        </pc:spChg>
        <pc:spChg chg="add mod">
          <ac:chgData name="Subir Parida" userId="5adae42a5ff17c16" providerId="LiveId" clId="{DC17960A-AB11-49EB-A01C-D49F80081FB8}" dt="2024-01-16T07:08:04.613" v="1308"/>
          <ac:spMkLst>
            <pc:docMk/>
            <pc:sldMk cId="1898457868" sldId="271"/>
            <ac:spMk id="3" creationId="{FDCCD43C-C22D-EE3A-FAEF-969F0DD3B8DA}"/>
          </ac:spMkLst>
        </pc:spChg>
        <pc:spChg chg="del">
          <ac:chgData name="Subir Parida" userId="5adae42a5ff17c16" providerId="LiveId" clId="{DC17960A-AB11-49EB-A01C-D49F80081FB8}" dt="2024-01-16T07:08:03.435" v="1307" actId="478"/>
          <ac:spMkLst>
            <pc:docMk/>
            <pc:sldMk cId="1898457868" sldId="271"/>
            <ac:spMk id="5" creationId="{A7639D00-BE63-9382-2C4B-4F260916EE1D}"/>
          </ac:spMkLst>
        </pc:spChg>
        <pc:spChg chg="del">
          <ac:chgData name="Subir Parida" userId="5adae42a5ff17c16" providerId="LiveId" clId="{DC17960A-AB11-49EB-A01C-D49F80081FB8}" dt="2024-01-16T07:08:03.435" v="1307" actId="478"/>
          <ac:spMkLst>
            <pc:docMk/>
            <pc:sldMk cId="1898457868" sldId="271"/>
            <ac:spMk id="7" creationId="{6D141A10-DE24-7A5B-DA05-B9E20E5B7C8B}"/>
          </ac:spMkLst>
        </pc:spChg>
        <pc:spChg chg="add mod">
          <ac:chgData name="Subir Parida" userId="5adae42a5ff17c16" providerId="LiveId" clId="{DC17960A-AB11-49EB-A01C-D49F80081FB8}" dt="2024-01-16T07:08:57.972" v="1320" actId="1035"/>
          <ac:spMkLst>
            <pc:docMk/>
            <pc:sldMk cId="1898457868" sldId="271"/>
            <ac:spMk id="9" creationId="{B8F726E2-5ACE-EF19-1C3B-7915021417F6}"/>
          </ac:spMkLst>
        </pc:spChg>
        <pc:spChg chg="add mod">
          <ac:chgData name="Subir Parida" userId="5adae42a5ff17c16" providerId="LiveId" clId="{DC17960A-AB11-49EB-A01C-D49F80081FB8}" dt="2024-01-16T07:08:57.972" v="1320" actId="1035"/>
          <ac:spMkLst>
            <pc:docMk/>
            <pc:sldMk cId="1898457868" sldId="271"/>
            <ac:spMk id="10" creationId="{0D632060-2462-8181-8B7E-040DFD86C6E4}"/>
          </ac:spMkLst>
        </pc:spChg>
        <pc:graphicFrameChg chg="mod">
          <ac:chgData name="Subir Parida" userId="5adae42a5ff17c16" providerId="LiveId" clId="{DC17960A-AB11-49EB-A01C-D49F80081FB8}" dt="2024-01-16T07:08:13.460" v="1309" actId="1076"/>
          <ac:graphicFrameMkLst>
            <pc:docMk/>
            <pc:sldMk cId="1898457868" sldId="271"/>
            <ac:graphicFrameMk id="4" creationId="{04D4D283-FD59-2BDE-7AAC-2652E7AF583D}"/>
          </ac:graphicFrameMkLst>
        </pc:graphicFrameChg>
        <pc:graphicFrameChg chg="mod">
          <ac:chgData name="Subir Parida" userId="5adae42a5ff17c16" providerId="LiveId" clId="{DC17960A-AB11-49EB-A01C-D49F80081FB8}" dt="2024-01-16T07:08:18.445" v="1310" actId="1076"/>
          <ac:graphicFrameMkLst>
            <pc:docMk/>
            <pc:sldMk cId="1898457868" sldId="271"/>
            <ac:graphicFrameMk id="8" creationId="{00000000-0000-0000-0000-000000000000}"/>
          </ac:graphicFrameMkLst>
        </pc:graphicFrameChg>
        <pc:graphicFrameChg chg="add mod">
          <ac:chgData name="Subir Parida" userId="5adae42a5ff17c16" providerId="LiveId" clId="{DC17960A-AB11-49EB-A01C-D49F80081FB8}" dt="2024-01-16T07:08:52.491" v="1315" actId="1076"/>
          <ac:graphicFrameMkLst>
            <pc:docMk/>
            <pc:sldMk cId="1898457868" sldId="271"/>
            <ac:graphicFrameMk id="11" creationId="{860E5FC9-8BF4-244D-5DCE-2D64DA164DB1}"/>
          </ac:graphicFrameMkLst>
        </pc:graphicFrameChg>
      </pc:sldChg>
      <pc:sldChg chg="addSp delSp modSp mod">
        <pc:chgData name="Subir Parida" userId="5adae42a5ff17c16" providerId="LiveId" clId="{DC17960A-AB11-49EB-A01C-D49F80081FB8}" dt="2024-01-16T20:17:42.398" v="1435" actId="1076"/>
        <pc:sldMkLst>
          <pc:docMk/>
          <pc:sldMk cId="3620240384" sldId="272"/>
        </pc:sldMkLst>
        <pc:spChg chg="mod">
          <ac:chgData name="Subir Parida" userId="5adae42a5ff17c16" providerId="LiveId" clId="{DC17960A-AB11-49EB-A01C-D49F80081FB8}" dt="2024-01-16T20:08:38.962" v="1349" actId="20577"/>
          <ac:spMkLst>
            <pc:docMk/>
            <pc:sldMk cId="3620240384" sldId="272"/>
            <ac:spMk id="6" creationId="{00000000-0000-0000-0000-000000000000}"/>
          </ac:spMkLst>
        </pc:spChg>
        <pc:graphicFrameChg chg="add mod">
          <ac:chgData name="Subir Parida" userId="5adae42a5ff17c16" providerId="LiveId" clId="{DC17960A-AB11-49EB-A01C-D49F80081FB8}" dt="2024-01-16T20:17:28.972" v="1434" actId="1076"/>
          <ac:graphicFrameMkLst>
            <pc:docMk/>
            <pc:sldMk cId="3620240384" sldId="272"/>
            <ac:graphicFrameMk id="2" creationId="{CED6D29F-2C8B-11C3-BA74-36D4FC3E440E}"/>
          </ac:graphicFrameMkLst>
        </pc:graphicFrameChg>
        <pc:graphicFrameChg chg="mod">
          <ac:chgData name="Subir Parida" userId="5adae42a5ff17c16" providerId="LiveId" clId="{DC17960A-AB11-49EB-A01C-D49F80081FB8}" dt="2024-01-16T20:17:42.398" v="1435" actId="1076"/>
          <ac:graphicFrameMkLst>
            <pc:docMk/>
            <pc:sldMk cId="3620240384" sldId="272"/>
            <ac:graphicFrameMk id="7" creationId="{A4E02CF3-7672-3529-8EDF-E0594069C58D}"/>
          </ac:graphicFrameMkLst>
        </pc:graphicFrameChg>
        <pc:graphicFrameChg chg="del mod">
          <ac:chgData name="Subir Parida" userId="5adae42a5ff17c16" providerId="LiveId" clId="{DC17960A-AB11-49EB-A01C-D49F80081FB8}" dt="2024-01-16T06:17:36.070" v="1075" actId="478"/>
          <ac:graphicFrameMkLst>
            <pc:docMk/>
            <pc:sldMk cId="3620240384" sldId="272"/>
            <ac:graphicFrameMk id="8" creationId="{014EE1FC-AE90-8C2E-A6B3-E89399812C6E}"/>
          </ac:graphicFrameMkLst>
        </pc:graphicFrameChg>
        <pc:graphicFrameChg chg="add del">
          <ac:chgData name="Subir Parida" userId="5adae42a5ff17c16" providerId="LiveId" clId="{DC17960A-AB11-49EB-A01C-D49F80081FB8}" dt="2024-01-16T20:17:19.023" v="1433" actId="478"/>
          <ac:graphicFrameMkLst>
            <pc:docMk/>
            <pc:sldMk cId="3620240384" sldId="272"/>
            <ac:graphicFrameMk id="9" creationId="{7D70D8A6-E68B-0F87-9E83-CE2C79EA26C3}"/>
          </ac:graphicFrameMkLst>
        </pc:graphicFrameChg>
      </pc:sldChg>
      <pc:sldChg chg="del">
        <pc:chgData name="Subir Parida" userId="5adae42a5ff17c16" providerId="LiveId" clId="{DC17960A-AB11-49EB-A01C-D49F80081FB8}" dt="2024-01-16T20:14:05.531" v="1425" actId="2696"/>
        <pc:sldMkLst>
          <pc:docMk/>
          <pc:sldMk cId="889665732" sldId="273"/>
        </pc:sldMkLst>
      </pc:sldChg>
      <pc:sldChg chg="add">
        <pc:chgData name="Subir Parida" userId="5adae42a5ff17c16" providerId="LiveId" clId="{DC17960A-AB11-49EB-A01C-D49F80081FB8}" dt="2024-01-16T20:14:14.924" v="1426"/>
        <pc:sldMkLst>
          <pc:docMk/>
          <pc:sldMk cId="2570246624" sldId="273"/>
        </pc:sldMkLst>
      </pc:sldChg>
      <pc:sldChg chg="add">
        <pc:chgData name="Subir Parida" userId="5adae42a5ff17c16" providerId="LiveId" clId="{DC17960A-AB11-49EB-A01C-D49F80081FB8}" dt="2024-01-17T05:04:24.541" v="1619"/>
        <pc:sldMkLst>
          <pc:docMk/>
          <pc:sldMk cId="978975982" sldId="274"/>
        </pc:sldMkLst>
      </pc:sldChg>
      <pc:sldChg chg="addSp delSp modSp del mod">
        <pc:chgData name="Subir Parida" userId="5adae42a5ff17c16" providerId="LiveId" clId="{DC17960A-AB11-49EB-A01C-D49F80081FB8}" dt="2024-01-17T05:04:18.458" v="1618" actId="2696"/>
        <pc:sldMkLst>
          <pc:docMk/>
          <pc:sldMk cId="3322538773" sldId="274"/>
        </pc:sldMkLst>
        <pc:spChg chg="del">
          <ac:chgData name="Subir Parida" userId="5adae42a5ff17c16" providerId="LiveId" clId="{DC17960A-AB11-49EB-A01C-D49F80081FB8}" dt="2024-01-17T05:00:26.591" v="1520" actId="478"/>
          <ac:spMkLst>
            <pc:docMk/>
            <pc:sldMk cId="3322538773" sldId="274"/>
            <ac:spMk id="2" creationId="{C71AC9B0-8039-56E0-F888-7D26BAA5C2FF}"/>
          </ac:spMkLst>
        </pc:spChg>
        <pc:spChg chg="add del mod">
          <ac:chgData name="Subir Parida" userId="5adae42a5ff17c16" providerId="LiveId" clId="{DC17960A-AB11-49EB-A01C-D49F80081FB8}" dt="2024-01-17T05:00:27.306" v="1521" actId="478"/>
          <ac:spMkLst>
            <pc:docMk/>
            <pc:sldMk cId="3322538773" sldId="274"/>
            <ac:spMk id="4" creationId="{C0C1227C-5E89-F580-5A11-FEDCE47E9887}"/>
          </ac:spMkLst>
        </pc:spChg>
        <pc:spChg chg="add mod">
          <ac:chgData name="Subir Parida" userId="5adae42a5ff17c16" providerId="LiveId" clId="{DC17960A-AB11-49EB-A01C-D49F80081FB8}" dt="2024-01-17T05:02:47.520" v="1599" actId="207"/>
          <ac:spMkLst>
            <pc:docMk/>
            <pc:sldMk cId="3322538773" sldId="274"/>
            <ac:spMk id="5" creationId="{194D1F85-A882-6F6F-13AB-9BFB56A71BE3}"/>
          </ac:spMkLst>
        </pc:spChg>
        <pc:spChg chg="add mod">
          <ac:chgData name="Subir Parida" userId="5adae42a5ff17c16" providerId="LiveId" clId="{DC17960A-AB11-49EB-A01C-D49F80081FB8}" dt="2024-01-17T05:04:01.005" v="1617" actId="207"/>
          <ac:spMkLst>
            <pc:docMk/>
            <pc:sldMk cId="3322538773" sldId="274"/>
            <ac:spMk id="6" creationId="{2380A65C-BB1D-BEFD-0595-1AAF03C4A8EF}"/>
          </ac:spMkLst>
        </pc:spChg>
        <pc:graphicFrameChg chg="add mod">
          <ac:chgData name="Subir Parida" userId="5adae42a5ff17c16" providerId="LiveId" clId="{DC17960A-AB11-49EB-A01C-D49F80081FB8}" dt="2024-01-17T05:02:16.938" v="1575" actId="14100"/>
          <ac:graphicFrameMkLst>
            <pc:docMk/>
            <pc:sldMk cId="3322538773" sldId="274"/>
            <ac:graphicFrameMk id="7" creationId="{93F829F9-F601-54D2-4FD0-F2A55085E23C}"/>
          </ac:graphicFrameMkLst>
        </pc:graphicFrameChg>
        <pc:graphicFrameChg chg="add mod">
          <ac:chgData name="Subir Parida" userId="5adae42a5ff17c16" providerId="LiveId" clId="{DC17960A-AB11-49EB-A01C-D49F80081FB8}" dt="2024-01-17T05:03:49.169" v="1616"/>
          <ac:graphicFrameMkLst>
            <pc:docMk/>
            <pc:sldMk cId="3322538773" sldId="274"/>
            <ac:graphicFrameMk id="8" creationId="{BE2F5A50-FF1E-E4A5-C3BD-A48F916D035C}"/>
          </ac:graphicFrameMkLst>
        </pc:graphicFrameChg>
      </pc:sldChg>
      <pc:sldChg chg="addSp modSp del mod">
        <pc:chgData name="Subir Parida" userId="5adae42a5ff17c16" providerId="LiveId" clId="{DC17960A-AB11-49EB-A01C-D49F80081FB8}" dt="2024-01-16T20:14:05.531" v="1425" actId="2696"/>
        <pc:sldMkLst>
          <pc:docMk/>
          <pc:sldMk cId="3485741168" sldId="283"/>
        </pc:sldMkLst>
        <pc:spChg chg="mod">
          <ac:chgData name="Subir Parida" userId="5adae42a5ff17c16" providerId="LiveId" clId="{DC17960A-AB11-49EB-A01C-D49F80081FB8}" dt="2024-01-16T06:18:31.282" v="1116" actId="1076"/>
          <ac:spMkLst>
            <pc:docMk/>
            <pc:sldMk cId="3485741168" sldId="283"/>
            <ac:spMk id="3" creationId="{C6F87637-03C9-CBB2-DC47-147DA08D9227}"/>
          </ac:spMkLst>
        </pc:spChg>
        <pc:spChg chg="mod">
          <ac:chgData name="Subir Parida" userId="5adae42a5ff17c16" providerId="LiveId" clId="{DC17960A-AB11-49EB-A01C-D49F80081FB8}" dt="2024-01-12T11:59:18.300" v="569"/>
          <ac:spMkLst>
            <pc:docMk/>
            <pc:sldMk cId="3485741168" sldId="283"/>
            <ac:spMk id="7" creationId="{BA95AC3A-169A-80D3-FEFF-6DED9856F4D7}"/>
          </ac:spMkLst>
        </pc:spChg>
        <pc:spChg chg="mod">
          <ac:chgData name="Subir Parida" userId="5adae42a5ff17c16" providerId="LiveId" clId="{DC17960A-AB11-49EB-A01C-D49F80081FB8}" dt="2024-01-12T11:59:18.300" v="569"/>
          <ac:spMkLst>
            <pc:docMk/>
            <pc:sldMk cId="3485741168" sldId="283"/>
            <ac:spMk id="8" creationId="{78702A6C-5FB9-E119-2927-7A5759EE477F}"/>
          </ac:spMkLst>
        </pc:spChg>
        <pc:grpChg chg="add mod">
          <ac:chgData name="Subir Parida" userId="5adae42a5ff17c16" providerId="LiveId" clId="{DC17960A-AB11-49EB-A01C-D49F80081FB8}" dt="2024-01-12T11:59:18.300" v="569"/>
          <ac:grpSpMkLst>
            <pc:docMk/>
            <pc:sldMk cId="3485741168" sldId="283"/>
            <ac:grpSpMk id="4" creationId="{A7B569A6-D297-9C57-9FBB-8604635ACF80}"/>
          </ac:grpSpMkLst>
        </pc:grpChg>
        <pc:picChg chg="mod">
          <ac:chgData name="Subir Parida" userId="5adae42a5ff17c16" providerId="LiveId" clId="{DC17960A-AB11-49EB-A01C-D49F80081FB8}" dt="2024-01-12T11:59:24.373" v="581" actId="1038"/>
          <ac:picMkLst>
            <pc:docMk/>
            <pc:sldMk cId="3485741168" sldId="283"/>
            <ac:picMk id="2" creationId="{9AD66942-5D6F-3977-29EF-CBE1DDC6F342}"/>
          </ac:picMkLst>
        </pc:picChg>
        <pc:picChg chg="mod">
          <ac:chgData name="Subir Parida" userId="5adae42a5ff17c16" providerId="LiveId" clId="{DC17960A-AB11-49EB-A01C-D49F80081FB8}" dt="2024-01-12T11:59:24.373" v="581" actId="1038"/>
          <ac:picMkLst>
            <pc:docMk/>
            <pc:sldMk cId="3485741168" sldId="283"/>
            <ac:picMk id="31" creationId="{DDFB722E-A391-180C-1FB1-463230712950}"/>
          </ac:picMkLst>
        </pc:picChg>
        <pc:cxnChg chg="mod">
          <ac:chgData name="Subir Parida" userId="5adae42a5ff17c16" providerId="LiveId" clId="{DC17960A-AB11-49EB-A01C-D49F80081FB8}" dt="2024-01-16T06:18:26.362" v="1115" actId="1035"/>
          <ac:cxnSpMkLst>
            <pc:docMk/>
            <pc:sldMk cId="3485741168" sldId="283"/>
            <ac:cxnSpMk id="5" creationId="{5FB0D847-B712-7450-FF3E-803F72514CA1}"/>
          </ac:cxnSpMkLst>
        </pc:cxnChg>
        <pc:cxnChg chg="mod">
          <ac:chgData name="Subir Parida" userId="5adae42a5ff17c16" providerId="LiveId" clId="{DC17960A-AB11-49EB-A01C-D49F80081FB8}" dt="2024-01-12T11:59:18.300" v="569"/>
          <ac:cxnSpMkLst>
            <pc:docMk/>
            <pc:sldMk cId="3485741168" sldId="283"/>
            <ac:cxnSpMk id="6" creationId="{676E2CAD-0EB6-D399-D663-D9E763BB970E}"/>
          </ac:cxnSpMkLst>
        </pc:cxnChg>
      </pc:sldChg>
      <pc:sldChg chg="add">
        <pc:chgData name="Subir Parida" userId="5adae42a5ff17c16" providerId="LiveId" clId="{DC17960A-AB11-49EB-A01C-D49F80081FB8}" dt="2024-01-16T20:14:14.924" v="1426"/>
        <pc:sldMkLst>
          <pc:docMk/>
          <pc:sldMk cId="3961949584" sldId="283"/>
        </pc:sldMkLst>
      </pc:sldChg>
      <pc:sldChg chg="addSp delSp modSp mod">
        <pc:chgData name="Subir Parida" userId="5adae42a5ff17c16" providerId="LiveId" clId="{DC17960A-AB11-49EB-A01C-D49F80081FB8}" dt="2024-01-16T20:18:11.606" v="1438" actId="1076"/>
        <pc:sldMkLst>
          <pc:docMk/>
          <pc:sldMk cId="3592857757" sldId="285"/>
        </pc:sldMkLst>
        <pc:spChg chg="mod">
          <ac:chgData name="Subir Parida" userId="5adae42a5ff17c16" providerId="LiveId" clId="{DC17960A-AB11-49EB-A01C-D49F80081FB8}" dt="2024-01-16T20:10:51.169" v="1384" actId="20577"/>
          <ac:spMkLst>
            <pc:docMk/>
            <pc:sldMk cId="3592857757" sldId="285"/>
            <ac:spMk id="6" creationId="{00000000-0000-0000-0000-000000000000}"/>
          </ac:spMkLst>
        </pc:spChg>
        <pc:graphicFrameChg chg="add del mod">
          <ac:chgData name="Subir Parida" userId="5adae42a5ff17c16" providerId="LiveId" clId="{DC17960A-AB11-49EB-A01C-D49F80081FB8}" dt="2024-01-16T20:17:58.163" v="1436" actId="478"/>
          <ac:graphicFrameMkLst>
            <pc:docMk/>
            <pc:sldMk cId="3592857757" sldId="285"/>
            <ac:graphicFrameMk id="2" creationId="{A91273DA-A6FA-50C1-70B3-7685D16C1149}"/>
          </ac:graphicFrameMkLst>
        </pc:graphicFrameChg>
        <pc:graphicFrameChg chg="add mod">
          <ac:chgData name="Subir Parida" userId="5adae42a5ff17c16" providerId="LiveId" clId="{DC17960A-AB11-49EB-A01C-D49F80081FB8}" dt="2024-01-12T05:24:57.174" v="231" actId="1076"/>
          <ac:graphicFrameMkLst>
            <pc:docMk/>
            <pc:sldMk cId="3592857757" sldId="285"/>
            <ac:graphicFrameMk id="3" creationId="{406C4068-5A85-B1A2-B363-51E69FA0BC94}"/>
          </ac:graphicFrameMkLst>
        </pc:graphicFrameChg>
        <pc:graphicFrameChg chg="add mod">
          <ac:chgData name="Subir Parida" userId="5adae42a5ff17c16" providerId="LiveId" clId="{DC17960A-AB11-49EB-A01C-D49F80081FB8}" dt="2024-01-16T20:18:06.082" v="1437" actId="1076"/>
          <ac:graphicFrameMkLst>
            <pc:docMk/>
            <pc:sldMk cId="3592857757" sldId="285"/>
            <ac:graphicFrameMk id="4" creationId="{FCC3F241-C070-300B-1D61-AA92713A65F6}"/>
          </ac:graphicFrameMkLst>
        </pc:graphicFrameChg>
        <pc:graphicFrameChg chg="add mod">
          <ac:chgData name="Subir Parida" userId="5adae42a5ff17c16" providerId="LiveId" clId="{DC17960A-AB11-49EB-A01C-D49F80081FB8}" dt="2024-01-16T20:18:11.606" v="1438" actId="1076"/>
          <ac:graphicFrameMkLst>
            <pc:docMk/>
            <pc:sldMk cId="3592857757" sldId="285"/>
            <ac:graphicFrameMk id="5" creationId="{303D1CE3-B584-4610-1F8A-C506B2CC8484}"/>
          </ac:graphicFrameMkLst>
        </pc:graphicFrameChg>
        <pc:graphicFrameChg chg="del">
          <ac:chgData name="Subir Parida" userId="5adae42a5ff17c16" providerId="LiveId" clId="{DC17960A-AB11-49EB-A01C-D49F80081FB8}" dt="2024-01-12T05:24:25.463" v="226" actId="478"/>
          <ac:graphicFrameMkLst>
            <pc:docMk/>
            <pc:sldMk cId="3592857757" sldId="285"/>
            <ac:graphicFrameMk id="7" creationId="{51100430-356B-AD06-4CD4-B6525D59F3F0}"/>
          </ac:graphicFrameMkLst>
        </pc:graphicFrameChg>
        <pc:graphicFrameChg chg="del">
          <ac:chgData name="Subir Parida" userId="5adae42a5ff17c16" providerId="LiveId" clId="{DC17960A-AB11-49EB-A01C-D49F80081FB8}" dt="2024-01-12T05:24:40.146" v="228" actId="478"/>
          <ac:graphicFrameMkLst>
            <pc:docMk/>
            <pc:sldMk cId="3592857757" sldId="285"/>
            <ac:graphicFrameMk id="8" creationId="{D37CF659-FBD8-BFD1-54F4-82CD6088D5B9}"/>
          </ac:graphicFrameMkLst>
        </pc:graphicFrameChg>
        <pc:graphicFrameChg chg="del">
          <ac:chgData name="Subir Parida" userId="5adae42a5ff17c16" providerId="LiveId" clId="{DC17960A-AB11-49EB-A01C-D49F80081FB8}" dt="2024-01-12T05:25:03.843" v="232" actId="478"/>
          <ac:graphicFrameMkLst>
            <pc:docMk/>
            <pc:sldMk cId="3592857757" sldId="285"/>
            <ac:graphicFrameMk id="9" creationId="{4C33B80E-62CD-9E76-A59F-F8674096490B}"/>
          </ac:graphicFrameMkLst>
        </pc:graphicFrameChg>
        <pc:graphicFrameChg chg="del">
          <ac:chgData name="Subir Parida" userId="5adae42a5ff17c16" providerId="LiveId" clId="{DC17960A-AB11-49EB-A01C-D49F80081FB8}" dt="2024-01-12T05:25:21.195" v="236" actId="478"/>
          <ac:graphicFrameMkLst>
            <pc:docMk/>
            <pc:sldMk cId="3592857757" sldId="285"/>
            <ac:graphicFrameMk id="10" creationId="{A1C07C2F-CC1D-D61B-9573-EE8EFA9D6FC9}"/>
          </ac:graphicFrameMkLst>
        </pc:graphicFrameChg>
      </pc:sldChg>
      <pc:sldChg chg="addSp delSp modSp mod">
        <pc:chgData name="Subir Parida" userId="5adae42a5ff17c16" providerId="LiveId" clId="{DC17960A-AB11-49EB-A01C-D49F80081FB8}" dt="2024-01-16T20:18:47.335" v="1469" actId="1036"/>
        <pc:sldMkLst>
          <pc:docMk/>
          <pc:sldMk cId="1335882902" sldId="292"/>
        </pc:sldMkLst>
        <pc:spChg chg="mod">
          <ac:chgData name="Subir Parida" userId="5adae42a5ff17c16" providerId="LiveId" clId="{DC17960A-AB11-49EB-A01C-D49F80081FB8}" dt="2024-01-16T20:11:05.872" v="1388" actId="14100"/>
          <ac:spMkLst>
            <pc:docMk/>
            <pc:sldMk cId="1335882902" sldId="292"/>
            <ac:spMk id="2" creationId="{9FD45EEA-DEE2-D357-3BB2-3A464BAD3121}"/>
          </ac:spMkLst>
        </pc:spChg>
        <pc:graphicFrameChg chg="add del mod">
          <ac:chgData name="Subir Parida" userId="5adae42a5ff17c16" providerId="LiveId" clId="{DC17960A-AB11-49EB-A01C-D49F80081FB8}" dt="2024-01-16T07:03:48.548" v="1146" actId="478"/>
          <ac:graphicFrameMkLst>
            <pc:docMk/>
            <pc:sldMk cId="1335882902" sldId="292"/>
            <ac:graphicFrameMk id="3" creationId="{7EB04F5A-F4A4-C1D7-8995-DABF5F6D4FAB}"/>
          </ac:graphicFrameMkLst>
        </pc:graphicFrameChg>
        <pc:graphicFrameChg chg="add del mod">
          <ac:chgData name="Subir Parida" userId="5adae42a5ff17c16" providerId="LiveId" clId="{DC17960A-AB11-49EB-A01C-D49F80081FB8}" dt="2024-01-16T07:03:36.448" v="1142" actId="478"/>
          <ac:graphicFrameMkLst>
            <pc:docMk/>
            <pc:sldMk cId="1335882902" sldId="292"/>
            <ac:graphicFrameMk id="4" creationId="{D4EC1040-EBE5-5BFF-DDC0-1351C7DB4192}"/>
          </ac:graphicFrameMkLst>
        </pc:graphicFrameChg>
        <pc:graphicFrameChg chg="add del mod">
          <ac:chgData name="Subir Parida" userId="5adae42a5ff17c16" providerId="LiveId" clId="{DC17960A-AB11-49EB-A01C-D49F80081FB8}" dt="2024-01-16T07:04:02.739" v="1150" actId="478"/>
          <ac:graphicFrameMkLst>
            <pc:docMk/>
            <pc:sldMk cId="1335882902" sldId="292"/>
            <ac:graphicFrameMk id="5" creationId="{349A8426-5013-14CF-3685-CCA34316E09F}"/>
          </ac:graphicFrameMkLst>
        </pc:graphicFrameChg>
        <pc:graphicFrameChg chg="add del mod">
          <ac:chgData name="Subir Parida" userId="5adae42a5ff17c16" providerId="LiveId" clId="{DC17960A-AB11-49EB-A01C-D49F80081FB8}" dt="2024-01-16T07:04:03.479" v="1151" actId="478"/>
          <ac:graphicFrameMkLst>
            <pc:docMk/>
            <pc:sldMk cId="1335882902" sldId="292"/>
            <ac:graphicFrameMk id="6" creationId="{17664D84-F2A8-5C9B-A57C-B0E6034D7169}"/>
          </ac:graphicFrameMkLst>
        </pc:graphicFrameChg>
        <pc:graphicFrameChg chg="add mod">
          <ac:chgData name="Subir Parida" userId="5adae42a5ff17c16" providerId="LiveId" clId="{DC17960A-AB11-49EB-A01C-D49F80081FB8}" dt="2024-01-16T20:18:39.359" v="1455" actId="1035"/>
          <ac:graphicFrameMkLst>
            <pc:docMk/>
            <pc:sldMk cId="1335882902" sldId="292"/>
            <ac:graphicFrameMk id="7" creationId="{1C8F7D12-AD3A-EAC3-8294-A5C75E18F905}"/>
          </ac:graphicFrameMkLst>
        </pc:graphicFrameChg>
        <pc:graphicFrameChg chg="add del mod">
          <ac:chgData name="Subir Parida" userId="5adae42a5ff17c16" providerId="LiveId" clId="{DC17960A-AB11-49EB-A01C-D49F80081FB8}" dt="2024-01-16T20:18:18.498" v="1439" actId="478"/>
          <ac:graphicFrameMkLst>
            <pc:docMk/>
            <pc:sldMk cId="1335882902" sldId="292"/>
            <ac:graphicFrameMk id="8" creationId="{25F54AB5-67EE-F575-B291-D52E7E73B029}"/>
          </ac:graphicFrameMkLst>
        </pc:graphicFrameChg>
        <pc:graphicFrameChg chg="add mod">
          <ac:chgData name="Subir Parida" userId="5adae42a5ff17c16" providerId="LiveId" clId="{DC17960A-AB11-49EB-A01C-D49F80081FB8}" dt="2024-01-16T20:18:39.359" v="1455" actId="1035"/>
          <ac:graphicFrameMkLst>
            <pc:docMk/>
            <pc:sldMk cId="1335882902" sldId="292"/>
            <ac:graphicFrameMk id="9" creationId="{167D3BF7-6DC5-1C54-B845-D89F7EE75E93}"/>
          </ac:graphicFrameMkLst>
        </pc:graphicFrameChg>
        <pc:graphicFrameChg chg="add mod">
          <ac:chgData name="Subir Parida" userId="5adae42a5ff17c16" providerId="LiveId" clId="{DC17960A-AB11-49EB-A01C-D49F80081FB8}" dt="2024-01-16T20:18:47.335" v="1469" actId="1036"/>
          <ac:graphicFrameMkLst>
            <pc:docMk/>
            <pc:sldMk cId="1335882902" sldId="292"/>
            <ac:graphicFrameMk id="10" creationId="{73ED5533-8035-4150-2804-FA15B1616680}"/>
          </ac:graphicFrameMkLst>
        </pc:graphicFrameChg>
      </pc:sldChg>
      <pc:sldChg chg="addSp delSp modSp mod">
        <pc:chgData name="Subir Parida" userId="5adae42a5ff17c16" providerId="LiveId" clId="{DC17960A-AB11-49EB-A01C-D49F80081FB8}" dt="2024-01-13T09:46:13.498" v="1056" actId="1035"/>
        <pc:sldMkLst>
          <pc:docMk/>
          <pc:sldMk cId="2692657210" sldId="294"/>
        </pc:sldMkLst>
        <pc:spChg chg="mod">
          <ac:chgData name="Subir Parida" userId="5adae42a5ff17c16" providerId="LiveId" clId="{DC17960A-AB11-49EB-A01C-D49F80081FB8}" dt="2024-01-12T05:30:30.485" v="402" actId="1037"/>
          <ac:spMkLst>
            <pc:docMk/>
            <pc:sldMk cId="2692657210" sldId="294"/>
            <ac:spMk id="5" creationId="{5B8A6534-15CB-E85E-5566-5B5AFCFFB9EE}"/>
          </ac:spMkLst>
        </pc:spChg>
        <pc:spChg chg="add mod">
          <ac:chgData name="Subir Parida" userId="5adae42a5ff17c16" providerId="LiveId" clId="{DC17960A-AB11-49EB-A01C-D49F80081FB8}" dt="2024-01-13T09:46:13.498" v="1056" actId="1035"/>
          <ac:spMkLst>
            <pc:docMk/>
            <pc:sldMk cId="2692657210" sldId="294"/>
            <ac:spMk id="7" creationId="{7F078B71-4A0F-B8F9-B7D8-F852339BDAEC}"/>
          </ac:spMkLst>
        </pc:spChg>
        <pc:spChg chg="mod">
          <ac:chgData name="Subir Parida" userId="5adae42a5ff17c16" providerId="LiveId" clId="{DC17960A-AB11-49EB-A01C-D49F80081FB8}" dt="2024-01-12T05:30:40.471" v="424" actId="1038"/>
          <ac:spMkLst>
            <pc:docMk/>
            <pc:sldMk cId="2692657210" sldId="294"/>
            <ac:spMk id="10" creationId="{67C95C17-8519-C442-B6D2-2AB931828790}"/>
          </ac:spMkLst>
        </pc:spChg>
        <pc:spChg chg="mod">
          <ac:chgData name="Subir Parida" userId="5adae42a5ff17c16" providerId="LiveId" clId="{DC17960A-AB11-49EB-A01C-D49F80081FB8}" dt="2024-01-12T05:30:30.485" v="402" actId="1037"/>
          <ac:spMkLst>
            <pc:docMk/>
            <pc:sldMk cId="2692657210" sldId="294"/>
            <ac:spMk id="11" creationId="{2AB1F630-3908-A1D9-D31A-14E612F3B706}"/>
          </ac:spMkLst>
        </pc:spChg>
        <pc:graphicFrameChg chg="mod">
          <ac:chgData name="Subir Parida" userId="5adae42a5ff17c16" providerId="LiveId" clId="{DC17960A-AB11-49EB-A01C-D49F80081FB8}" dt="2024-01-12T05:30:38.620" v="415" actId="1038"/>
          <ac:graphicFrameMkLst>
            <pc:docMk/>
            <pc:sldMk cId="2692657210" sldId="294"/>
            <ac:graphicFrameMk id="2" creationId="{7ADA39BA-15ED-6B66-2B95-BAAD1D42C13C}"/>
          </ac:graphicFrameMkLst>
        </pc:graphicFrameChg>
        <pc:graphicFrameChg chg="mod">
          <ac:chgData name="Subir Parida" userId="5adae42a5ff17c16" providerId="LiveId" clId="{DC17960A-AB11-49EB-A01C-D49F80081FB8}" dt="2024-01-13T09:45:40.660" v="1045" actId="1076"/>
          <ac:graphicFrameMkLst>
            <pc:docMk/>
            <pc:sldMk cId="2692657210" sldId="294"/>
            <ac:graphicFrameMk id="3" creationId="{50C56331-AB8E-71C3-20AC-03D4E655005E}"/>
          </ac:graphicFrameMkLst>
        </pc:graphicFrameChg>
        <pc:graphicFrameChg chg="add mod">
          <ac:chgData name="Subir Parida" userId="5adae42a5ff17c16" providerId="LiveId" clId="{DC17960A-AB11-49EB-A01C-D49F80081FB8}" dt="2024-01-13T09:45:57.988" v="1049" actId="1036"/>
          <ac:graphicFrameMkLst>
            <pc:docMk/>
            <pc:sldMk cId="2692657210" sldId="294"/>
            <ac:graphicFrameMk id="4" creationId="{2C431F06-E299-0546-FBF1-ABDF103FE4B9}"/>
          </ac:graphicFrameMkLst>
        </pc:graphicFrameChg>
        <pc:graphicFrameChg chg="del mod">
          <ac:chgData name="Subir Parida" userId="5adae42a5ff17c16" providerId="LiveId" clId="{DC17960A-AB11-49EB-A01C-D49F80081FB8}" dt="2024-01-12T05:28:44.654" v="314" actId="478"/>
          <ac:graphicFrameMkLst>
            <pc:docMk/>
            <pc:sldMk cId="2692657210" sldId="294"/>
            <ac:graphicFrameMk id="4" creationId="{A8418DA0-61D6-01F4-1D21-854ACAC73587}"/>
          </ac:graphicFrameMkLst>
        </pc:graphicFrameChg>
        <pc:graphicFrameChg chg="add mod">
          <ac:chgData name="Subir Parida" userId="5adae42a5ff17c16" providerId="LiveId" clId="{DC17960A-AB11-49EB-A01C-D49F80081FB8}" dt="2024-01-12T05:30:30.485" v="402" actId="1037"/>
          <ac:graphicFrameMkLst>
            <pc:docMk/>
            <pc:sldMk cId="2692657210" sldId="294"/>
            <ac:graphicFrameMk id="8" creationId="{F1BA8E32-35C0-0436-3926-21FF8A42B6D9}"/>
          </ac:graphicFrameMkLst>
        </pc:graphicFrameChg>
      </pc:sldChg>
      <pc:sldChg chg="addSp delSp modSp mod">
        <pc:chgData name="Subir Parida" userId="5adae42a5ff17c16" providerId="LiveId" clId="{DC17960A-AB11-49EB-A01C-D49F80081FB8}" dt="2024-01-13T09:46:39.924" v="1060" actId="1076"/>
        <pc:sldMkLst>
          <pc:docMk/>
          <pc:sldMk cId="412450978" sldId="295"/>
        </pc:sldMkLst>
        <pc:spChg chg="mod">
          <ac:chgData name="Subir Parida" userId="5adae42a5ff17c16" providerId="LiveId" clId="{DC17960A-AB11-49EB-A01C-D49F80081FB8}" dt="2024-01-12T05:29:59.996" v="388" actId="1038"/>
          <ac:spMkLst>
            <pc:docMk/>
            <pc:sldMk cId="412450978" sldId="295"/>
            <ac:spMk id="2" creationId="{09BF2F56-9552-31B4-EE51-DAB05D957B4F}"/>
          </ac:spMkLst>
        </pc:spChg>
        <pc:spChg chg="add mod">
          <ac:chgData name="Subir Parida" userId="5adae42a5ff17c16" providerId="LiveId" clId="{DC17960A-AB11-49EB-A01C-D49F80081FB8}" dt="2024-01-12T05:29:59.996" v="388" actId="1038"/>
          <ac:spMkLst>
            <pc:docMk/>
            <pc:sldMk cId="412450978" sldId="295"/>
            <ac:spMk id="4" creationId="{D3ACB1B0-ECFF-86D5-6851-34E62CBE4C63}"/>
          </ac:spMkLst>
        </pc:spChg>
        <pc:spChg chg="mod">
          <ac:chgData name="Subir Parida" userId="5adae42a5ff17c16" providerId="LiveId" clId="{DC17960A-AB11-49EB-A01C-D49F80081FB8}" dt="2024-01-12T05:29:59.996" v="388" actId="1038"/>
          <ac:spMkLst>
            <pc:docMk/>
            <pc:sldMk cId="412450978" sldId="295"/>
            <ac:spMk id="11" creationId="{3F2C10B2-028A-4D1A-F82A-8D5978E68F6B}"/>
          </ac:spMkLst>
        </pc:spChg>
        <pc:spChg chg="mod">
          <ac:chgData name="Subir Parida" userId="5adae42a5ff17c16" providerId="LiveId" clId="{DC17960A-AB11-49EB-A01C-D49F80081FB8}" dt="2024-01-12T05:29:59.996" v="388" actId="1038"/>
          <ac:spMkLst>
            <pc:docMk/>
            <pc:sldMk cId="412450978" sldId="295"/>
            <ac:spMk id="12" creationId="{BE797174-599A-B1C6-18FA-0A00D923735B}"/>
          </ac:spMkLst>
        </pc:spChg>
        <pc:graphicFrameChg chg="add mod">
          <ac:chgData name="Subir Parida" userId="5adae42a5ff17c16" providerId="LiveId" clId="{DC17960A-AB11-49EB-A01C-D49F80081FB8}" dt="2024-01-13T09:46:39.924" v="1060" actId="1076"/>
          <ac:graphicFrameMkLst>
            <pc:docMk/>
            <pc:sldMk cId="412450978" sldId="295"/>
            <ac:graphicFrameMk id="3" creationId="{BBEB8032-E1B7-CE01-3763-78390C08B58F}"/>
          </ac:graphicFrameMkLst>
        </pc:graphicFrameChg>
        <pc:graphicFrameChg chg="del mod">
          <ac:chgData name="Subir Parida" userId="5adae42a5ff17c16" providerId="LiveId" clId="{DC17960A-AB11-49EB-A01C-D49F80081FB8}" dt="2024-01-12T05:29:16.825" v="330" actId="478"/>
          <ac:graphicFrameMkLst>
            <pc:docMk/>
            <pc:sldMk cId="412450978" sldId="295"/>
            <ac:graphicFrameMk id="3" creationId="{FA5D3B4F-CECB-D33B-549F-D7D65267E957}"/>
          </ac:graphicFrameMkLst>
        </pc:graphicFrameChg>
        <pc:graphicFrameChg chg="mod">
          <ac:chgData name="Subir Parida" userId="5adae42a5ff17c16" providerId="LiveId" clId="{DC17960A-AB11-49EB-A01C-D49F80081FB8}" dt="2024-01-12T05:29:59.996" v="388" actId="1038"/>
          <ac:graphicFrameMkLst>
            <pc:docMk/>
            <pc:sldMk cId="412450978" sldId="295"/>
            <ac:graphicFrameMk id="5" creationId="{99C47A2A-F298-ED44-4D21-D7CAF423B677}"/>
          </ac:graphicFrameMkLst>
        </pc:graphicFrameChg>
        <pc:graphicFrameChg chg="mod">
          <ac:chgData name="Subir Parida" userId="5adae42a5ff17c16" providerId="LiveId" clId="{DC17960A-AB11-49EB-A01C-D49F80081FB8}" dt="2024-01-12T05:29:59.996" v="388" actId="1038"/>
          <ac:graphicFrameMkLst>
            <pc:docMk/>
            <pc:sldMk cId="412450978" sldId="295"/>
            <ac:graphicFrameMk id="7" creationId="{8781BA4F-8532-AF84-9997-11CF47ED9035}"/>
          </ac:graphicFrameMkLst>
        </pc:graphicFrameChg>
        <pc:graphicFrameChg chg="add mod">
          <ac:chgData name="Subir Parida" userId="5adae42a5ff17c16" providerId="LiveId" clId="{DC17960A-AB11-49EB-A01C-D49F80081FB8}" dt="2024-01-12T05:29:59.996" v="388" actId="1038"/>
          <ac:graphicFrameMkLst>
            <pc:docMk/>
            <pc:sldMk cId="412450978" sldId="295"/>
            <ac:graphicFrameMk id="8" creationId="{F6C58264-89CA-9CA4-6D26-14BF5D0CF3A7}"/>
          </ac:graphicFrameMkLst>
        </pc:graphicFrameChg>
      </pc:sldChg>
      <pc:sldChg chg="addSp delSp modSp mod">
        <pc:chgData name="Subir Parida" userId="5adae42a5ff17c16" providerId="LiveId" clId="{DC17960A-AB11-49EB-A01C-D49F80081FB8}" dt="2024-01-17T05:41:19.624" v="1826"/>
        <pc:sldMkLst>
          <pc:docMk/>
          <pc:sldMk cId="2864906130" sldId="296"/>
        </pc:sldMkLst>
        <pc:spChg chg="mod">
          <ac:chgData name="Subir Parida" userId="5adae42a5ff17c16" providerId="LiveId" clId="{DC17960A-AB11-49EB-A01C-D49F80081FB8}" dt="2024-01-12T05:30:57.459" v="451" actId="1038"/>
          <ac:spMkLst>
            <pc:docMk/>
            <pc:sldMk cId="2864906130" sldId="296"/>
            <ac:spMk id="2" creationId="{C9E9ACBE-671C-1C8B-E2E3-CD0D1E835A38}"/>
          </ac:spMkLst>
        </pc:spChg>
        <pc:spChg chg="mod">
          <ac:chgData name="Subir Parida" userId="5adae42a5ff17c16" providerId="LiveId" clId="{DC17960A-AB11-49EB-A01C-D49F80081FB8}" dt="2024-01-09T16:56:49.579" v="212" actId="1036"/>
          <ac:spMkLst>
            <pc:docMk/>
            <pc:sldMk cId="2864906130" sldId="296"/>
            <ac:spMk id="7" creationId="{DA0F25E0-BD63-F91F-80F4-2163A75B0588}"/>
          </ac:spMkLst>
        </pc:spChg>
        <pc:spChg chg="mod">
          <ac:chgData name="Subir Parida" userId="5adae42a5ff17c16" providerId="LiveId" clId="{DC17960A-AB11-49EB-A01C-D49F80081FB8}" dt="2024-01-12T05:30:57.459" v="451" actId="1038"/>
          <ac:spMkLst>
            <pc:docMk/>
            <pc:sldMk cId="2864906130" sldId="296"/>
            <ac:spMk id="8" creationId="{507293F9-18DC-4462-47EB-2E2BBD2E93FC}"/>
          </ac:spMkLst>
        </pc:spChg>
        <pc:spChg chg="add mod">
          <ac:chgData name="Subir Parida" userId="5adae42a5ff17c16" providerId="LiveId" clId="{DC17960A-AB11-49EB-A01C-D49F80081FB8}" dt="2024-01-12T05:31:11.293" v="453" actId="1038"/>
          <ac:spMkLst>
            <pc:docMk/>
            <pc:sldMk cId="2864906130" sldId="296"/>
            <ac:spMk id="10" creationId="{1B5B8554-1F98-2F8C-0FAA-D9EF0693B23F}"/>
          </ac:spMkLst>
        </pc:spChg>
        <pc:graphicFrameChg chg="del mod">
          <ac:chgData name="Subir Parida" userId="5adae42a5ff17c16" providerId="LiveId" clId="{DC17960A-AB11-49EB-A01C-D49F80081FB8}" dt="2024-01-12T05:26:00.591" v="243" actId="478"/>
          <ac:graphicFrameMkLst>
            <pc:docMk/>
            <pc:sldMk cId="2864906130" sldId="296"/>
            <ac:graphicFrameMk id="3" creationId="{0492BC75-F48E-6FEB-8CD7-6B5F5027EE66}"/>
          </ac:graphicFrameMkLst>
        </pc:graphicFrameChg>
        <pc:graphicFrameChg chg="add mod">
          <ac:chgData name="Subir Parida" userId="5adae42a5ff17c16" providerId="LiveId" clId="{DC17960A-AB11-49EB-A01C-D49F80081FB8}" dt="2024-01-13T09:47:13.682" v="1065" actId="1035"/>
          <ac:graphicFrameMkLst>
            <pc:docMk/>
            <pc:sldMk cId="2864906130" sldId="296"/>
            <ac:graphicFrameMk id="3" creationId="{E167F9F6-974A-275C-095E-6DBD84FF49AF}"/>
          </ac:graphicFrameMkLst>
        </pc:graphicFrameChg>
        <pc:graphicFrameChg chg="mod">
          <ac:chgData name="Subir Parida" userId="5adae42a5ff17c16" providerId="LiveId" clId="{DC17960A-AB11-49EB-A01C-D49F80081FB8}" dt="2024-01-09T16:56:49.579" v="212" actId="1036"/>
          <ac:graphicFrameMkLst>
            <pc:docMk/>
            <pc:sldMk cId="2864906130" sldId="296"/>
            <ac:graphicFrameMk id="4" creationId="{A52229EA-0F56-7771-F61D-AA4477DB09EC}"/>
          </ac:graphicFrameMkLst>
        </pc:graphicFrameChg>
        <pc:graphicFrameChg chg="mod">
          <ac:chgData name="Subir Parida" userId="5adae42a5ff17c16" providerId="LiveId" clId="{DC17960A-AB11-49EB-A01C-D49F80081FB8}" dt="2024-01-12T05:30:57.459" v="451" actId="1038"/>
          <ac:graphicFrameMkLst>
            <pc:docMk/>
            <pc:sldMk cId="2864906130" sldId="296"/>
            <ac:graphicFrameMk id="5" creationId="{E5D1D8DA-E7A3-EC41-0250-C7BD300B2554}"/>
          </ac:graphicFrameMkLst>
        </pc:graphicFrameChg>
        <pc:graphicFrameChg chg="add mod">
          <ac:chgData name="Subir Parida" userId="5adae42a5ff17c16" providerId="LiveId" clId="{DC17960A-AB11-49EB-A01C-D49F80081FB8}" dt="2024-01-12T05:30:57.459" v="451" actId="1038"/>
          <ac:graphicFrameMkLst>
            <pc:docMk/>
            <pc:sldMk cId="2864906130" sldId="296"/>
            <ac:graphicFrameMk id="9" creationId="{37BA96A7-7B00-D537-04E9-65B6AEC55F7E}"/>
          </ac:graphicFrameMkLst>
        </pc:graphicFrameChg>
        <pc:graphicFrameChg chg="add mod">
          <ac:chgData name="Subir Parida" userId="5adae42a5ff17c16" providerId="LiveId" clId="{DC17960A-AB11-49EB-A01C-D49F80081FB8}" dt="2024-01-17T05:41:19.624" v="1826"/>
          <ac:graphicFrameMkLst>
            <pc:docMk/>
            <pc:sldMk cId="2864906130" sldId="296"/>
            <ac:graphicFrameMk id="11" creationId="{CBB83E64-8FBB-F977-E8E9-AA582D9F6C85}"/>
          </ac:graphicFrameMkLst>
        </pc:graphicFrameChg>
      </pc:sldChg>
      <pc:sldChg chg="addSp delSp modSp add mod ord delAnim modAnim">
        <pc:chgData name="Subir Parida" userId="5adae42a5ff17c16" providerId="LiveId" clId="{DC17960A-AB11-49EB-A01C-D49F80081FB8}" dt="2024-01-16T06:15:37.554" v="1067"/>
        <pc:sldMkLst>
          <pc:docMk/>
          <pc:sldMk cId="2031130386" sldId="297"/>
        </pc:sldMkLst>
        <pc:spChg chg="add mod">
          <ac:chgData name="Subir Parida" userId="5adae42a5ff17c16" providerId="LiveId" clId="{DC17960A-AB11-49EB-A01C-D49F80081FB8}" dt="2024-01-12T12:20:11.705" v="998" actId="1036"/>
          <ac:spMkLst>
            <pc:docMk/>
            <pc:sldMk cId="2031130386" sldId="297"/>
            <ac:spMk id="2" creationId="{9B0ED07B-2B61-4815-6EDE-DBCB9C8CB418}"/>
          </ac:spMkLst>
        </pc:spChg>
        <pc:spChg chg="add mod">
          <ac:chgData name="Subir Parida" userId="5adae42a5ff17c16" providerId="LiveId" clId="{DC17960A-AB11-49EB-A01C-D49F80081FB8}" dt="2024-01-12T12:20:11.705" v="998" actId="1036"/>
          <ac:spMkLst>
            <pc:docMk/>
            <pc:sldMk cId="2031130386" sldId="297"/>
            <ac:spMk id="3" creationId="{78826996-D41E-5610-7CA0-C82858EE2B9E}"/>
          </ac:spMkLst>
        </pc:spChg>
        <pc:spChg chg="del">
          <ac:chgData name="Subir Parida" userId="5adae42a5ff17c16" providerId="LiveId" clId="{DC17960A-AB11-49EB-A01C-D49F80081FB8}" dt="2024-01-12T11:44:51.192" v="464" actId="478"/>
          <ac:spMkLst>
            <pc:docMk/>
            <pc:sldMk cId="2031130386" sldId="297"/>
            <ac:spMk id="3" creationId="{9DD463F7-D779-AD99-8658-63E73DF978AB}"/>
          </ac:spMkLst>
        </pc:spChg>
        <pc:spChg chg="mod">
          <ac:chgData name="Subir Parida" userId="5adae42a5ff17c16" providerId="LiveId" clId="{DC17960A-AB11-49EB-A01C-D49F80081FB8}" dt="2024-01-12T11:44:46.984" v="463" actId="20577"/>
          <ac:spMkLst>
            <pc:docMk/>
            <pc:sldMk cId="2031130386" sldId="297"/>
            <ac:spMk id="4" creationId="{9BC54237-1D9E-314F-CC70-694CC6C940BD}"/>
          </ac:spMkLst>
        </pc:spChg>
        <pc:spChg chg="add del mod">
          <ac:chgData name="Subir Parida" userId="5adae42a5ff17c16" providerId="LiveId" clId="{DC17960A-AB11-49EB-A01C-D49F80081FB8}" dt="2024-01-12T11:44:53.407" v="465" actId="478"/>
          <ac:spMkLst>
            <pc:docMk/>
            <pc:sldMk cId="2031130386" sldId="297"/>
            <ac:spMk id="5" creationId="{B861E0A1-0F53-CF3F-709B-DF69E0129CDF}"/>
          </ac:spMkLst>
        </pc:spChg>
        <pc:spChg chg="add mod">
          <ac:chgData name="Subir Parida" userId="5adae42a5ff17c16" providerId="LiveId" clId="{DC17960A-AB11-49EB-A01C-D49F80081FB8}" dt="2024-01-12T12:20:11.705" v="998" actId="1036"/>
          <ac:spMkLst>
            <pc:docMk/>
            <pc:sldMk cId="2031130386" sldId="297"/>
            <ac:spMk id="8" creationId="{8DB29F4C-723F-0B40-E789-27BE7F4E334E}"/>
          </ac:spMkLst>
        </pc:spChg>
        <pc:spChg chg="add mod">
          <ac:chgData name="Subir Parida" userId="5adae42a5ff17c16" providerId="LiveId" clId="{DC17960A-AB11-49EB-A01C-D49F80081FB8}" dt="2024-01-12T12:20:11.705" v="998" actId="1036"/>
          <ac:spMkLst>
            <pc:docMk/>
            <pc:sldMk cId="2031130386" sldId="297"/>
            <ac:spMk id="11" creationId="{6DC5AA75-42D8-FB9B-3C2B-84EB411F89FC}"/>
          </ac:spMkLst>
        </pc:spChg>
        <pc:spChg chg="add mod">
          <ac:chgData name="Subir Parida" userId="5adae42a5ff17c16" providerId="LiveId" clId="{DC17960A-AB11-49EB-A01C-D49F80081FB8}" dt="2024-01-12T12:20:11.705" v="998" actId="1036"/>
          <ac:spMkLst>
            <pc:docMk/>
            <pc:sldMk cId="2031130386" sldId="297"/>
            <ac:spMk id="16" creationId="{00712349-84E1-A14B-6933-EBBA286B8C51}"/>
          </ac:spMkLst>
        </pc:spChg>
        <pc:spChg chg="add mod">
          <ac:chgData name="Subir Parida" userId="5adae42a5ff17c16" providerId="LiveId" clId="{DC17960A-AB11-49EB-A01C-D49F80081FB8}" dt="2024-01-12T12:20:11.705" v="998" actId="1036"/>
          <ac:spMkLst>
            <pc:docMk/>
            <pc:sldMk cId="2031130386" sldId="297"/>
            <ac:spMk id="17" creationId="{075BF492-6D76-B309-1737-B05EEBC76A01}"/>
          </ac:spMkLst>
        </pc:spChg>
        <pc:spChg chg="add mod">
          <ac:chgData name="Subir Parida" userId="5adae42a5ff17c16" providerId="LiveId" clId="{DC17960A-AB11-49EB-A01C-D49F80081FB8}" dt="2024-01-12T12:20:11.705" v="998" actId="1036"/>
          <ac:spMkLst>
            <pc:docMk/>
            <pc:sldMk cId="2031130386" sldId="297"/>
            <ac:spMk id="23" creationId="{1A1A09AD-311A-C90A-6117-D20A7FDAD2EC}"/>
          </ac:spMkLst>
        </pc:spChg>
        <pc:spChg chg="add mod">
          <ac:chgData name="Subir Parida" userId="5adae42a5ff17c16" providerId="LiveId" clId="{DC17960A-AB11-49EB-A01C-D49F80081FB8}" dt="2024-01-12T12:20:11.705" v="998" actId="1036"/>
          <ac:spMkLst>
            <pc:docMk/>
            <pc:sldMk cId="2031130386" sldId="297"/>
            <ac:spMk id="25" creationId="{F9114D39-FD3A-46F0-8AA2-247DA8562082}"/>
          </ac:spMkLst>
        </pc:spChg>
        <pc:spChg chg="add mod">
          <ac:chgData name="Subir Parida" userId="5adae42a5ff17c16" providerId="LiveId" clId="{DC17960A-AB11-49EB-A01C-D49F80081FB8}" dt="2024-01-12T12:20:11.705" v="998" actId="1036"/>
          <ac:spMkLst>
            <pc:docMk/>
            <pc:sldMk cId="2031130386" sldId="297"/>
            <ac:spMk id="30" creationId="{94081DCD-7D71-2719-6CEB-0C0FCCF8E469}"/>
          </ac:spMkLst>
        </pc:spChg>
        <pc:spChg chg="add mod">
          <ac:chgData name="Subir Parida" userId="5adae42a5ff17c16" providerId="LiveId" clId="{DC17960A-AB11-49EB-A01C-D49F80081FB8}" dt="2024-01-12T12:20:11.705" v="998" actId="1036"/>
          <ac:spMkLst>
            <pc:docMk/>
            <pc:sldMk cId="2031130386" sldId="297"/>
            <ac:spMk id="31" creationId="{C19AA151-072D-0857-055C-B0F4AF53B8F1}"/>
          </ac:spMkLst>
        </pc:spChg>
        <pc:spChg chg="add mod">
          <ac:chgData name="Subir Parida" userId="5adae42a5ff17c16" providerId="LiveId" clId="{DC17960A-AB11-49EB-A01C-D49F80081FB8}" dt="2024-01-12T12:20:11.705" v="998" actId="1036"/>
          <ac:spMkLst>
            <pc:docMk/>
            <pc:sldMk cId="2031130386" sldId="297"/>
            <ac:spMk id="32" creationId="{EAD9C11D-F6ED-55C5-A3CC-9734FFFD7E3F}"/>
          </ac:spMkLst>
        </pc:spChg>
        <pc:picChg chg="add del mod">
          <ac:chgData name="Subir Parida" userId="5adae42a5ff17c16" providerId="LiveId" clId="{DC17960A-AB11-49EB-A01C-D49F80081FB8}" dt="2024-01-12T12:18:56.011" v="862" actId="478"/>
          <ac:picMkLst>
            <pc:docMk/>
            <pc:sldMk cId="2031130386" sldId="297"/>
            <ac:picMk id="7" creationId="{B2856CC2-6C94-2F3B-0968-C10E0EA2AAEF}"/>
          </ac:picMkLst>
        </pc:picChg>
        <pc:picChg chg="add del mod">
          <ac:chgData name="Subir Parida" userId="5adae42a5ff17c16" providerId="LiveId" clId="{DC17960A-AB11-49EB-A01C-D49F80081FB8}" dt="2024-01-12T12:12:39.936" v="649" actId="21"/>
          <ac:picMkLst>
            <pc:docMk/>
            <pc:sldMk cId="2031130386" sldId="297"/>
            <ac:picMk id="9" creationId="{210E0728-61C3-55CF-1109-577F6B861637}"/>
          </ac:picMkLst>
        </pc:picChg>
        <pc:picChg chg="add mod">
          <ac:chgData name="Subir Parida" userId="5adae42a5ff17c16" providerId="LiveId" clId="{DC17960A-AB11-49EB-A01C-D49F80081FB8}" dt="2024-01-12T12:20:11.705" v="998" actId="1036"/>
          <ac:picMkLst>
            <pc:docMk/>
            <pc:sldMk cId="2031130386" sldId="297"/>
            <ac:picMk id="13" creationId="{A100A492-B028-EDF3-9B36-4FD51FC7473B}"/>
          </ac:picMkLst>
        </pc:picChg>
        <pc:picChg chg="add mod">
          <ac:chgData name="Subir Parida" userId="5adae42a5ff17c16" providerId="LiveId" clId="{DC17960A-AB11-49EB-A01C-D49F80081FB8}" dt="2024-01-12T12:20:11.705" v="998" actId="1036"/>
          <ac:picMkLst>
            <pc:docMk/>
            <pc:sldMk cId="2031130386" sldId="297"/>
            <ac:picMk id="15" creationId="{70BFB585-77F0-36F9-4488-1E149236ADB3}"/>
          </ac:picMkLst>
        </pc:picChg>
        <pc:cxnChg chg="add del mod">
          <ac:chgData name="Subir Parida" userId="5adae42a5ff17c16" providerId="LiveId" clId="{DC17960A-AB11-49EB-A01C-D49F80081FB8}" dt="2024-01-12T12:16:47.040" v="772" actId="478"/>
          <ac:cxnSpMkLst>
            <pc:docMk/>
            <pc:sldMk cId="2031130386" sldId="297"/>
            <ac:cxnSpMk id="6" creationId="{1CF4C5A0-211D-A4BA-C70C-C7675A75A2E5}"/>
          </ac:cxnSpMkLst>
        </pc:cxnChg>
        <pc:cxnChg chg="add mod">
          <ac:chgData name="Subir Parida" userId="5adae42a5ff17c16" providerId="LiveId" clId="{DC17960A-AB11-49EB-A01C-D49F80081FB8}" dt="2024-01-12T12:20:11.705" v="998" actId="1036"/>
          <ac:cxnSpMkLst>
            <pc:docMk/>
            <pc:sldMk cId="2031130386" sldId="297"/>
            <ac:cxnSpMk id="18" creationId="{F90299AA-27D3-7812-3359-39BC5F38C6DA}"/>
          </ac:cxnSpMkLst>
        </pc:cxnChg>
        <pc:cxnChg chg="add mod">
          <ac:chgData name="Subir Parida" userId="5adae42a5ff17c16" providerId="LiveId" clId="{DC17960A-AB11-49EB-A01C-D49F80081FB8}" dt="2024-01-12T12:20:11.705" v="998" actId="1036"/>
          <ac:cxnSpMkLst>
            <pc:docMk/>
            <pc:sldMk cId="2031130386" sldId="297"/>
            <ac:cxnSpMk id="21" creationId="{F7426C83-F3F7-8801-AB2C-DE289B4AC33D}"/>
          </ac:cxnSpMkLst>
        </pc:cxnChg>
        <pc:cxnChg chg="add mod">
          <ac:chgData name="Subir Parida" userId="5adae42a5ff17c16" providerId="LiveId" clId="{DC17960A-AB11-49EB-A01C-D49F80081FB8}" dt="2024-01-12T12:20:11.705" v="998" actId="1036"/>
          <ac:cxnSpMkLst>
            <pc:docMk/>
            <pc:sldMk cId="2031130386" sldId="297"/>
            <ac:cxnSpMk id="22" creationId="{CABE93D4-BD6E-96B3-49F2-EEF23E644B6C}"/>
          </ac:cxnSpMkLst>
        </pc:cxnChg>
        <pc:cxnChg chg="add mod">
          <ac:chgData name="Subir Parida" userId="5adae42a5ff17c16" providerId="LiveId" clId="{DC17960A-AB11-49EB-A01C-D49F80081FB8}" dt="2024-01-12T12:20:11.705" v="998" actId="1036"/>
          <ac:cxnSpMkLst>
            <pc:docMk/>
            <pc:sldMk cId="2031130386" sldId="297"/>
            <ac:cxnSpMk id="24" creationId="{2632FEF2-F544-57D9-3DB6-8C5E5394B7B8}"/>
          </ac:cxnSpMkLst>
        </pc:cxnChg>
        <pc:cxnChg chg="add mod">
          <ac:chgData name="Subir Parida" userId="5adae42a5ff17c16" providerId="LiveId" clId="{DC17960A-AB11-49EB-A01C-D49F80081FB8}" dt="2024-01-12T12:20:11.705" v="998" actId="1036"/>
          <ac:cxnSpMkLst>
            <pc:docMk/>
            <pc:sldMk cId="2031130386" sldId="297"/>
            <ac:cxnSpMk id="26" creationId="{BFE6A6D0-41BB-D2CF-3D13-ABD665D20F11}"/>
          </ac:cxnSpMkLst>
        </pc:cxnChg>
        <pc:cxnChg chg="add mod">
          <ac:chgData name="Subir Parida" userId="5adae42a5ff17c16" providerId="LiveId" clId="{DC17960A-AB11-49EB-A01C-D49F80081FB8}" dt="2024-01-12T12:20:11.705" v="998" actId="1036"/>
          <ac:cxnSpMkLst>
            <pc:docMk/>
            <pc:sldMk cId="2031130386" sldId="297"/>
            <ac:cxnSpMk id="28" creationId="{BDCCEE8A-F272-1973-378F-D0CE427F8FC7}"/>
          </ac:cxnSpMkLst>
        </pc:cxnChg>
        <pc:cxnChg chg="add mod">
          <ac:chgData name="Subir Parida" userId="5adae42a5ff17c16" providerId="LiveId" clId="{DC17960A-AB11-49EB-A01C-D49F80081FB8}" dt="2024-01-12T12:20:11.705" v="998" actId="1036"/>
          <ac:cxnSpMkLst>
            <pc:docMk/>
            <pc:sldMk cId="2031130386" sldId="297"/>
            <ac:cxnSpMk id="29" creationId="{96F93BB7-6CCE-3063-4149-39BB97527317}"/>
          </ac:cxnSpMkLst>
        </pc:cxnChg>
      </pc:sldChg>
      <pc:sldChg chg="modSp add mod">
        <pc:chgData name="Subir Parida" userId="5adae42a5ff17c16" providerId="LiveId" clId="{DC17960A-AB11-49EB-A01C-D49F80081FB8}" dt="2024-01-13T09:43:06.243" v="1015" actId="20577"/>
        <pc:sldMkLst>
          <pc:docMk/>
          <pc:sldMk cId="88209248" sldId="298"/>
        </pc:sldMkLst>
        <pc:spChg chg="mod">
          <ac:chgData name="Subir Parida" userId="5adae42a5ff17c16" providerId="LiveId" clId="{DC17960A-AB11-49EB-A01C-D49F80081FB8}" dt="2024-01-13T09:43:06.243" v="1015" actId="20577"/>
          <ac:spMkLst>
            <pc:docMk/>
            <pc:sldMk cId="88209248" sldId="298"/>
            <ac:spMk id="2" creationId="{C71AC9B0-8039-56E0-F888-7D26BAA5C2FF}"/>
          </ac:spMkLst>
        </pc:spChg>
      </pc:sldChg>
      <pc:sldChg chg="addSp delSp modSp add mod">
        <pc:chgData name="Subir Parida" userId="5adae42a5ff17c16" providerId="LiveId" clId="{DC17960A-AB11-49EB-A01C-D49F80081FB8}" dt="2024-01-16T20:19:11.705" v="1472" actId="1076"/>
        <pc:sldMkLst>
          <pc:docMk/>
          <pc:sldMk cId="1449524869" sldId="299"/>
        </pc:sldMkLst>
        <pc:spChg chg="mod">
          <ac:chgData name="Subir Parida" userId="5adae42a5ff17c16" providerId="LiveId" clId="{DC17960A-AB11-49EB-A01C-D49F80081FB8}" dt="2024-01-16T20:11:44.425" v="1402" actId="20577"/>
          <ac:spMkLst>
            <pc:docMk/>
            <pc:sldMk cId="1449524869" sldId="299"/>
            <ac:spMk id="6" creationId="{00000000-0000-0000-0000-000000000000}"/>
          </ac:spMkLst>
        </pc:spChg>
        <pc:graphicFrameChg chg="del">
          <ac:chgData name="Subir Parida" userId="5adae42a5ff17c16" providerId="LiveId" clId="{DC17960A-AB11-49EB-A01C-D49F80081FB8}" dt="2024-01-13T09:44:28.567" v="1031" actId="478"/>
          <ac:graphicFrameMkLst>
            <pc:docMk/>
            <pc:sldMk cId="1449524869" sldId="299"/>
            <ac:graphicFrameMk id="2" creationId="{A91273DA-A6FA-50C1-70B3-7685D16C1149}"/>
          </ac:graphicFrameMkLst>
        </pc:graphicFrameChg>
        <pc:graphicFrameChg chg="del">
          <ac:chgData name="Subir Parida" userId="5adae42a5ff17c16" providerId="LiveId" clId="{DC17960A-AB11-49EB-A01C-D49F80081FB8}" dt="2024-01-13T09:45:10.286" v="1035" actId="478"/>
          <ac:graphicFrameMkLst>
            <pc:docMk/>
            <pc:sldMk cId="1449524869" sldId="299"/>
            <ac:graphicFrameMk id="3" creationId="{406C4068-5A85-B1A2-B363-51E69FA0BC94}"/>
          </ac:graphicFrameMkLst>
        </pc:graphicFrameChg>
        <pc:graphicFrameChg chg="del">
          <ac:chgData name="Subir Parida" userId="5adae42a5ff17c16" providerId="LiveId" clId="{DC17960A-AB11-49EB-A01C-D49F80081FB8}" dt="2024-01-13T09:44:25.434" v="1030" actId="478"/>
          <ac:graphicFrameMkLst>
            <pc:docMk/>
            <pc:sldMk cId="1449524869" sldId="299"/>
            <ac:graphicFrameMk id="4" creationId="{FCC3F241-C070-300B-1D61-AA92713A65F6}"/>
          </ac:graphicFrameMkLst>
        </pc:graphicFrameChg>
        <pc:graphicFrameChg chg="del">
          <ac:chgData name="Subir Parida" userId="5adae42a5ff17c16" providerId="LiveId" clId="{DC17960A-AB11-49EB-A01C-D49F80081FB8}" dt="2024-01-13T09:44:11.654" v="1028" actId="478"/>
          <ac:graphicFrameMkLst>
            <pc:docMk/>
            <pc:sldMk cId="1449524869" sldId="299"/>
            <ac:graphicFrameMk id="5" creationId="{303D1CE3-B584-4610-1F8A-C506B2CC8484}"/>
          </ac:graphicFrameMkLst>
        </pc:graphicFrameChg>
        <pc:graphicFrameChg chg="add mod">
          <ac:chgData name="Subir Parida" userId="5adae42a5ff17c16" providerId="LiveId" clId="{DC17960A-AB11-49EB-A01C-D49F80081FB8}" dt="2024-01-16T20:19:11.705" v="1472" actId="1076"/>
          <ac:graphicFrameMkLst>
            <pc:docMk/>
            <pc:sldMk cId="1449524869" sldId="299"/>
            <ac:graphicFrameMk id="7" creationId="{9B341E22-7FF9-BA4C-3887-A8987ADCBC37}"/>
          </ac:graphicFrameMkLst>
        </pc:graphicFrameChg>
        <pc:graphicFrameChg chg="add mod">
          <ac:chgData name="Subir Parida" userId="5adae42a5ff17c16" providerId="LiveId" clId="{DC17960A-AB11-49EB-A01C-D49F80081FB8}" dt="2024-01-16T20:19:04.072" v="1471" actId="1076"/>
          <ac:graphicFrameMkLst>
            <pc:docMk/>
            <pc:sldMk cId="1449524869" sldId="299"/>
            <ac:graphicFrameMk id="8" creationId="{6F266A75-F8F2-605D-4350-EBDD584D9575}"/>
          </ac:graphicFrameMkLst>
        </pc:graphicFrameChg>
        <pc:graphicFrameChg chg="add mod">
          <ac:chgData name="Subir Parida" userId="5adae42a5ff17c16" providerId="LiveId" clId="{DC17960A-AB11-49EB-A01C-D49F80081FB8}" dt="2024-01-13T09:45:14.601" v="1038" actId="1076"/>
          <ac:graphicFrameMkLst>
            <pc:docMk/>
            <pc:sldMk cId="1449524869" sldId="299"/>
            <ac:graphicFrameMk id="9" creationId="{8086A178-DBAB-9047-4A6A-2FDDA31D6A9F}"/>
          </ac:graphicFrameMkLst>
        </pc:graphicFrameChg>
        <pc:graphicFrameChg chg="add del mod">
          <ac:chgData name="Subir Parida" userId="5adae42a5ff17c16" providerId="LiveId" clId="{DC17960A-AB11-49EB-A01C-D49F80081FB8}" dt="2024-01-16T20:18:57.661" v="1470" actId="478"/>
          <ac:graphicFrameMkLst>
            <pc:docMk/>
            <pc:sldMk cId="1449524869" sldId="299"/>
            <ac:graphicFrameMk id="10" creationId="{C41594E9-2BAC-4639-6EE0-6DBB1DC1C288}"/>
          </ac:graphicFrameMkLst>
        </pc:graphicFrameChg>
      </pc:sldChg>
      <pc:sldChg chg="modSp add mod">
        <pc:chgData name="Subir Parida" userId="5adae42a5ff17c16" providerId="LiveId" clId="{DC17960A-AB11-49EB-A01C-D49F80081FB8}" dt="2024-01-16T20:11:55.166" v="1406" actId="20577"/>
        <pc:sldMkLst>
          <pc:docMk/>
          <pc:sldMk cId="1656213815" sldId="300"/>
        </pc:sldMkLst>
        <pc:spChg chg="mod">
          <ac:chgData name="Subir Parida" userId="5adae42a5ff17c16" providerId="LiveId" clId="{DC17960A-AB11-49EB-A01C-D49F80081FB8}" dt="2024-01-16T20:11:55.166" v="1406" actId="20577"/>
          <ac:spMkLst>
            <pc:docMk/>
            <pc:sldMk cId="1656213815" sldId="300"/>
            <ac:spMk id="2" creationId="{9FD45EEA-DEE2-D357-3BB2-3A464BAD3121}"/>
          </ac:spMkLst>
        </pc:spChg>
      </pc:sldChg>
      <pc:sldChg chg="addSp delSp modSp add del mod">
        <pc:chgData name="Subir Parida" userId="5adae42a5ff17c16" providerId="LiveId" clId="{DC17960A-AB11-49EB-A01C-D49F80081FB8}" dt="2024-01-16T20:14:05.531" v="1425" actId="2696"/>
        <pc:sldMkLst>
          <pc:docMk/>
          <pc:sldMk cId="1404148089" sldId="301"/>
        </pc:sldMkLst>
        <pc:spChg chg="del">
          <ac:chgData name="Subir Parida" userId="5adae42a5ff17c16" providerId="LiveId" clId="{DC17960A-AB11-49EB-A01C-D49F80081FB8}" dt="2024-01-16T20:09:53.932" v="1359" actId="478"/>
          <ac:spMkLst>
            <pc:docMk/>
            <pc:sldMk cId="1404148089" sldId="301"/>
            <ac:spMk id="2" creationId="{C71AC9B0-8039-56E0-F888-7D26BAA5C2FF}"/>
          </ac:spMkLst>
        </pc:spChg>
        <pc:spChg chg="add del mod">
          <ac:chgData name="Subir Parida" userId="5adae42a5ff17c16" providerId="LiveId" clId="{DC17960A-AB11-49EB-A01C-D49F80081FB8}" dt="2024-01-16T20:09:58.302" v="1360" actId="478"/>
          <ac:spMkLst>
            <pc:docMk/>
            <pc:sldMk cId="1404148089" sldId="301"/>
            <ac:spMk id="4" creationId="{6184148F-AB19-021D-1109-34928B4B568D}"/>
          </ac:spMkLst>
        </pc:spChg>
        <pc:spChg chg="add mod">
          <ac:chgData name="Subir Parida" userId="5adae42a5ff17c16" providerId="LiveId" clId="{DC17960A-AB11-49EB-A01C-D49F80081FB8}" dt="2024-01-16T20:10:18.887" v="1374" actId="20577"/>
          <ac:spMkLst>
            <pc:docMk/>
            <pc:sldMk cId="1404148089" sldId="301"/>
            <ac:spMk id="5" creationId="{199A0A84-01FB-D577-F7E5-335C40AF4058}"/>
          </ac:spMkLst>
        </pc:spChg>
      </pc:sldChg>
      <pc:sldChg chg="add">
        <pc:chgData name="Subir Parida" userId="5adae42a5ff17c16" providerId="LiveId" clId="{DC17960A-AB11-49EB-A01C-D49F80081FB8}" dt="2024-01-16T20:14:14.924" v="1426"/>
        <pc:sldMkLst>
          <pc:docMk/>
          <pc:sldMk cId="2272852544" sldId="301"/>
        </pc:sldMkLst>
      </pc:sldChg>
      <pc:sldChg chg="modSp add mod">
        <pc:chgData name="Subir Parida" userId="5adae42a5ff17c16" providerId="LiveId" clId="{DC17960A-AB11-49EB-A01C-D49F80081FB8}" dt="2024-01-16T20:10:36.420" v="1379" actId="20577"/>
        <pc:sldMkLst>
          <pc:docMk/>
          <pc:sldMk cId="2008402149" sldId="302"/>
        </pc:sldMkLst>
        <pc:spChg chg="mod">
          <ac:chgData name="Subir Parida" userId="5adae42a5ff17c16" providerId="LiveId" clId="{DC17960A-AB11-49EB-A01C-D49F80081FB8}" dt="2024-01-16T20:10:36.420" v="1379" actId="20577"/>
          <ac:spMkLst>
            <pc:docMk/>
            <pc:sldMk cId="2008402149" sldId="302"/>
            <ac:spMk id="5" creationId="{199A0A84-01FB-D577-F7E5-335C40AF4058}"/>
          </ac:spMkLst>
        </pc:spChg>
      </pc:sldChg>
      <pc:sldChg chg="modSp add mod">
        <pc:chgData name="Subir Parida" userId="5adae42a5ff17c16" providerId="LiveId" clId="{DC17960A-AB11-49EB-A01C-D49F80081FB8}" dt="2024-01-16T20:11:33.395" v="1397" actId="20577"/>
        <pc:sldMkLst>
          <pc:docMk/>
          <pc:sldMk cId="1378165757" sldId="303"/>
        </pc:sldMkLst>
        <pc:spChg chg="mod">
          <ac:chgData name="Subir Parida" userId="5adae42a5ff17c16" providerId="LiveId" clId="{DC17960A-AB11-49EB-A01C-D49F80081FB8}" dt="2024-01-16T20:11:33.395" v="1397" actId="20577"/>
          <ac:spMkLst>
            <pc:docMk/>
            <pc:sldMk cId="1378165757" sldId="303"/>
            <ac:spMk id="5" creationId="{199A0A84-01FB-D577-F7E5-335C40AF4058}"/>
          </ac:spMkLst>
        </pc:spChg>
      </pc:sldChg>
      <pc:sldChg chg="add">
        <pc:chgData name="Subir Parida" userId="5adae42a5ff17c16" providerId="LiveId" clId="{DC17960A-AB11-49EB-A01C-D49F80081FB8}" dt="2024-01-16T20:15:55.395" v="1427"/>
        <pc:sldMkLst>
          <pc:docMk/>
          <pc:sldMk cId="2480307294" sldId="304"/>
        </pc:sldMkLst>
      </pc:sldChg>
      <pc:sldChg chg="add">
        <pc:chgData name="Subir Parida" userId="5adae42a5ff17c16" providerId="LiveId" clId="{DC17960A-AB11-49EB-A01C-D49F80081FB8}" dt="2024-01-16T20:15:55.395" v="1427"/>
        <pc:sldMkLst>
          <pc:docMk/>
          <pc:sldMk cId="212221708" sldId="305"/>
        </pc:sldMkLst>
      </pc:sldChg>
      <pc:sldChg chg="add">
        <pc:chgData name="Subir Parida" userId="5adae42a5ff17c16" providerId="LiveId" clId="{DC17960A-AB11-49EB-A01C-D49F80081FB8}" dt="2024-01-16T20:15:55.395" v="1427"/>
        <pc:sldMkLst>
          <pc:docMk/>
          <pc:sldMk cId="3533115484" sldId="306"/>
        </pc:sldMkLst>
      </pc:sldChg>
      <pc:sldChg chg="add">
        <pc:chgData name="Subir Parida" userId="5adae42a5ff17c16" providerId="LiveId" clId="{DC17960A-AB11-49EB-A01C-D49F80081FB8}" dt="2024-01-16T20:15:55.395" v="1427"/>
        <pc:sldMkLst>
          <pc:docMk/>
          <pc:sldMk cId="1339213217" sldId="307"/>
        </pc:sldMkLst>
      </pc:sldChg>
      <pc:sldChg chg="add">
        <pc:chgData name="Subir Parida" userId="5adae42a5ff17c16" providerId="LiveId" clId="{DC17960A-AB11-49EB-A01C-D49F80081FB8}" dt="2024-01-16T20:15:55.395" v="1427"/>
        <pc:sldMkLst>
          <pc:docMk/>
          <pc:sldMk cId="320455378" sldId="308"/>
        </pc:sldMkLst>
      </pc:sldChg>
      <pc:sldChg chg="add">
        <pc:chgData name="Subir Parida" userId="5adae42a5ff17c16" providerId="LiveId" clId="{DC17960A-AB11-49EB-A01C-D49F80081FB8}" dt="2024-01-16T20:15:55.395" v="1427"/>
        <pc:sldMkLst>
          <pc:docMk/>
          <pc:sldMk cId="613131756" sldId="309"/>
        </pc:sldMkLst>
      </pc:sldChg>
      <pc:sldChg chg="add">
        <pc:chgData name="Subir Parida" userId="5adae42a5ff17c16" providerId="LiveId" clId="{DC17960A-AB11-49EB-A01C-D49F80081FB8}" dt="2024-01-16T20:15:55.395" v="1427"/>
        <pc:sldMkLst>
          <pc:docMk/>
          <pc:sldMk cId="3083175923" sldId="310"/>
        </pc:sldMkLst>
      </pc:sldChg>
      <pc:sldChg chg="add">
        <pc:chgData name="Subir Parida" userId="5adae42a5ff17c16" providerId="LiveId" clId="{DC17960A-AB11-49EB-A01C-D49F80081FB8}" dt="2024-01-17T05:00:22.676" v="1519"/>
        <pc:sldMkLst>
          <pc:docMk/>
          <pc:sldMk cId="930369616" sldId="311"/>
        </pc:sldMkLst>
      </pc:sldChg>
      <pc:sldChg chg="addSp delSp modSp add mod">
        <pc:chgData name="Subir Parida" userId="5adae42a5ff17c16" providerId="LiveId" clId="{DC17960A-AB11-49EB-A01C-D49F80081FB8}" dt="2024-01-17T05:19:39.003" v="1742" actId="1076"/>
        <pc:sldMkLst>
          <pc:docMk/>
          <pc:sldMk cId="3714125114" sldId="312"/>
        </pc:sldMkLst>
        <pc:graphicFrameChg chg="add mod">
          <ac:chgData name="Subir Parida" userId="5adae42a5ff17c16" providerId="LiveId" clId="{DC17960A-AB11-49EB-A01C-D49F80081FB8}" dt="2024-01-17T05:19:39.003" v="1742" actId="1076"/>
          <ac:graphicFrameMkLst>
            <pc:docMk/>
            <pc:sldMk cId="3714125114" sldId="312"/>
            <ac:graphicFrameMk id="2" creationId="{4A246157-E4D8-E397-7EDE-35A36EDA3DAE}"/>
          </ac:graphicFrameMkLst>
        </pc:graphicFrameChg>
        <pc:graphicFrameChg chg="add mod">
          <ac:chgData name="Subir Parida" userId="5adae42a5ff17c16" providerId="LiveId" clId="{DC17960A-AB11-49EB-A01C-D49F80081FB8}" dt="2024-01-17T05:19:20.484" v="1741" actId="1076"/>
          <ac:graphicFrameMkLst>
            <pc:docMk/>
            <pc:sldMk cId="3714125114" sldId="312"/>
            <ac:graphicFrameMk id="3" creationId="{12B72E8A-EA44-7031-793B-E41A708ED708}"/>
          </ac:graphicFrameMkLst>
        </pc:graphicFrameChg>
        <pc:graphicFrameChg chg="del">
          <ac:chgData name="Subir Parida" userId="5adae42a5ff17c16" providerId="LiveId" clId="{DC17960A-AB11-49EB-A01C-D49F80081FB8}" dt="2024-01-17T05:18:57.982" v="1737" actId="478"/>
          <ac:graphicFrameMkLst>
            <pc:docMk/>
            <pc:sldMk cId="3714125114" sldId="312"/>
            <ac:graphicFrameMk id="7" creationId="{93F829F9-F601-54D2-4FD0-F2A55085E23C}"/>
          </ac:graphicFrameMkLst>
        </pc:graphicFrameChg>
        <pc:graphicFrameChg chg="del mod">
          <ac:chgData name="Subir Parida" userId="5adae42a5ff17c16" providerId="LiveId" clId="{DC17960A-AB11-49EB-A01C-D49F80081FB8}" dt="2024-01-17T05:17:44.984" v="1732" actId="478"/>
          <ac:graphicFrameMkLst>
            <pc:docMk/>
            <pc:sldMk cId="3714125114" sldId="312"/>
            <ac:graphicFrameMk id="8" creationId="{BE2F5A50-FF1E-E4A5-C3BD-A48F916D035C}"/>
          </ac:graphicFrameMkLst>
        </pc:graphicFrameChg>
      </pc:sldChg>
      <pc:sldChg chg="addSp delSp modSp add mod">
        <pc:chgData name="Subir Parida" userId="5adae42a5ff17c16" providerId="LiveId" clId="{DC17960A-AB11-49EB-A01C-D49F80081FB8}" dt="2024-01-17T05:23:36.195" v="1757" actId="1076"/>
        <pc:sldMkLst>
          <pc:docMk/>
          <pc:sldMk cId="4076434929" sldId="313"/>
        </pc:sldMkLst>
        <pc:graphicFrameChg chg="add mod">
          <ac:chgData name="Subir Parida" userId="5adae42a5ff17c16" providerId="LiveId" clId="{DC17960A-AB11-49EB-A01C-D49F80081FB8}" dt="2024-01-17T05:23:36.195" v="1757" actId="1076"/>
          <ac:graphicFrameMkLst>
            <pc:docMk/>
            <pc:sldMk cId="4076434929" sldId="313"/>
            <ac:graphicFrameMk id="2" creationId="{CDA9408D-3244-1F23-FA2F-161B1B77DE66}"/>
          </ac:graphicFrameMkLst>
        </pc:graphicFrameChg>
        <pc:graphicFrameChg chg="add mod">
          <ac:chgData name="Subir Parida" userId="5adae42a5ff17c16" providerId="LiveId" clId="{DC17960A-AB11-49EB-A01C-D49F80081FB8}" dt="2024-01-17T05:23:29.996" v="1756" actId="1076"/>
          <ac:graphicFrameMkLst>
            <pc:docMk/>
            <pc:sldMk cId="4076434929" sldId="313"/>
            <ac:graphicFrameMk id="3" creationId="{6760B92D-AC1F-4C42-AC39-30607E426B23}"/>
          </ac:graphicFrameMkLst>
        </pc:graphicFrameChg>
        <pc:graphicFrameChg chg="del">
          <ac:chgData name="Subir Parida" userId="5adae42a5ff17c16" providerId="LiveId" clId="{DC17960A-AB11-49EB-A01C-D49F80081FB8}" dt="2024-01-17T05:23:18.027" v="1753" actId="478"/>
          <ac:graphicFrameMkLst>
            <pc:docMk/>
            <pc:sldMk cId="4076434929" sldId="313"/>
            <ac:graphicFrameMk id="7" creationId="{93F829F9-F601-54D2-4FD0-F2A55085E23C}"/>
          </ac:graphicFrameMkLst>
        </pc:graphicFrameChg>
        <pc:graphicFrameChg chg="del">
          <ac:chgData name="Subir Parida" userId="5adae42a5ff17c16" providerId="LiveId" clId="{DC17960A-AB11-49EB-A01C-D49F80081FB8}" dt="2024-01-17T05:22:21.346" v="1748" actId="478"/>
          <ac:graphicFrameMkLst>
            <pc:docMk/>
            <pc:sldMk cId="4076434929" sldId="313"/>
            <ac:graphicFrameMk id="8" creationId="{BE2F5A50-FF1E-E4A5-C3BD-A48F916D035C}"/>
          </ac:graphicFrameMkLst>
        </pc:graphicFrameChg>
      </pc:sldChg>
      <pc:sldChg chg="addSp delSp modSp add mod">
        <pc:chgData name="Subir Parida" userId="5adae42a5ff17c16" providerId="LiveId" clId="{DC17960A-AB11-49EB-A01C-D49F80081FB8}" dt="2024-01-17T05:26:46.700" v="1772" actId="1076"/>
        <pc:sldMkLst>
          <pc:docMk/>
          <pc:sldMk cId="1954816640" sldId="314"/>
        </pc:sldMkLst>
        <pc:graphicFrameChg chg="del">
          <ac:chgData name="Subir Parida" userId="5adae42a5ff17c16" providerId="LiveId" clId="{DC17960A-AB11-49EB-A01C-D49F80081FB8}" dt="2024-01-17T05:26:18.426" v="1766" actId="478"/>
          <ac:graphicFrameMkLst>
            <pc:docMk/>
            <pc:sldMk cId="1954816640" sldId="314"/>
            <ac:graphicFrameMk id="2" creationId="{CDA9408D-3244-1F23-FA2F-161B1B77DE66}"/>
          </ac:graphicFrameMkLst>
        </pc:graphicFrameChg>
        <pc:graphicFrameChg chg="del">
          <ac:chgData name="Subir Parida" userId="5adae42a5ff17c16" providerId="LiveId" clId="{DC17960A-AB11-49EB-A01C-D49F80081FB8}" dt="2024-01-17T05:26:22.197" v="1768" actId="478"/>
          <ac:graphicFrameMkLst>
            <pc:docMk/>
            <pc:sldMk cId="1954816640" sldId="314"/>
            <ac:graphicFrameMk id="3" creationId="{6760B92D-AC1F-4C42-AC39-30607E426B23}"/>
          </ac:graphicFrameMkLst>
        </pc:graphicFrameChg>
        <pc:graphicFrameChg chg="add mod">
          <ac:chgData name="Subir Parida" userId="5adae42a5ff17c16" providerId="LiveId" clId="{DC17960A-AB11-49EB-A01C-D49F80081FB8}" dt="2024-01-17T05:26:46.700" v="1772" actId="1076"/>
          <ac:graphicFrameMkLst>
            <pc:docMk/>
            <pc:sldMk cId="1954816640" sldId="314"/>
            <ac:graphicFrameMk id="4" creationId="{7DC75EAF-4940-4359-6F4C-FE1E3EEDDA55}"/>
          </ac:graphicFrameMkLst>
        </pc:graphicFrameChg>
        <pc:graphicFrameChg chg="add mod">
          <ac:chgData name="Subir Parida" userId="5adae42a5ff17c16" providerId="LiveId" clId="{DC17960A-AB11-49EB-A01C-D49F80081FB8}" dt="2024-01-17T05:26:37.721" v="1771" actId="1076"/>
          <ac:graphicFrameMkLst>
            <pc:docMk/>
            <pc:sldMk cId="1954816640" sldId="314"/>
            <ac:graphicFrameMk id="7" creationId="{4C8B5FAF-CDCA-B97E-F61F-3DBF80A205E6}"/>
          </ac:graphicFrameMkLst>
        </pc:graphicFrameChg>
      </pc:sldChg>
      <pc:sldChg chg="addSp delSp modSp add mod">
        <pc:chgData name="Subir Parida" userId="5adae42a5ff17c16" providerId="LiveId" clId="{DC17960A-AB11-49EB-A01C-D49F80081FB8}" dt="2024-01-17T05:31:50.322" v="1791" actId="1076"/>
        <pc:sldMkLst>
          <pc:docMk/>
          <pc:sldMk cId="2654986474" sldId="315"/>
        </pc:sldMkLst>
        <pc:spChg chg="mod">
          <ac:chgData name="Subir Parida" userId="5adae42a5ff17c16" providerId="LiveId" clId="{DC17960A-AB11-49EB-A01C-D49F80081FB8}" dt="2024-01-17T05:31:50.322" v="1791" actId="1076"/>
          <ac:spMkLst>
            <pc:docMk/>
            <pc:sldMk cId="2654986474" sldId="315"/>
            <ac:spMk id="5" creationId="{194D1F85-A882-6F6F-13AB-9BFB56A71BE3}"/>
          </ac:spMkLst>
        </pc:spChg>
        <pc:graphicFrameChg chg="add mod">
          <ac:chgData name="Subir Parida" userId="5adae42a5ff17c16" providerId="LiveId" clId="{DC17960A-AB11-49EB-A01C-D49F80081FB8}" dt="2024-01-17T05:31:39.155" v="1789" actId="14100"/>
          <ac:graphicFrameMkLst>
            <pc:docMk/>
            <pc:sldMk cId="2654986474" sldId="315"/>
            <ac:graphicFrameMk id="2" creationId="{1EA86762-28FB-06FD-8891-1887F7FE8C27}"/>
          </ac:graphicFrameMkLst>
        </pc:graphicFrameChg>
        <pc:graphicFrameChg chg="add mod">
          <ac:chgData name="Subir Parida" userId="5adae42a5ff17c16" providerId="LiveId" clId="{DC17960A-AB11-49EB-A01C-D49F80081FB8}" dt="2024-01-17T05:31:46.365" v="1790" actId="1076"/>
          <ac:graphicFrameMkLst>
            <pc:docMk/>
            <pc:sldMk cId="2654986474" sldId="315"/>
            <ac:graphicFrameMk id="3" creationId="{9720BEFE-407D-C5DD-1F16-29D1E4507CFC}"/>
          </ac:graphicFrameMkLst>
        </pc:graphicFrameChg>
        <pc:graphicFrameChg chg="del">
          <ac:chgData name="Subir Parida" userId="5adae42a5ff17c16" providerId="LiveId" clId="{DC17960A-AB11-49EB-A01C-D49F80081FB8}" dt="2024-01-17T05:31:19.985" v="1784" actId="478"/>
          <ac:graphicFrameMkLst>
            <pc:docMk/>
            <pc:sldMk cId="2654986474" sldId="315"/>
            <ac:graphicFrameMk id="4" creationId="{7DC75EAF-4940-4359-6F4C-FE1E3EEDDA55}"/>
          </ac:graphicFrameMkLst>
        </pc:graphicFrameChg>
        <pc:graphicFrameChg chg="del">
          <ac:chgData name="Subir Parida" userId="5adae42a5ff17c16" providerId="LiveId" clId="{DC17960A-AB11-49EB-A01C-D49F80081FB8}" dt="2024-01-17T05:31:24.995" v="1786" actId="478"/>
          <ac:graphicFrameMkLst>
            <pc:docMk/>
            <pc:sldMk cId="2654986474" sldId="315"/>
            <ac:graphicFrameMk id="7" creationId="{4C8B5FAF-CDCA-B97E-F61F-3DBF80A205E6}"/>
          </ac:graphicFrameMkLst>
        </pc:graphicFrameChg>
      </pc:sldChg>
      <pc:sldChg chg="delSp add mod">
        <pc:chgData name="Subir Parida" userId="5adae42a5ff17c16" providerId="LiveId" clId="{DC17960A-AB11-49EB-A01C-D49F80081FB8}" dt="2024-01-17T05:27:07.908" v="1776" actId="478"/>
        <pc:sldMkLst>
          <pc:docMk/>
          <pc:sldMk cId="1113109495" sldId="316"/>
        </pc:sldMkLst>
        <pc:graphicFrameChg chg="del">
          <ac:chgData name="Subir Parida" userId="5adae42a5ff17c16" providerId="LiveId" clId="{DC17960A-AB11-49EB-A01C-D49F80081FB8}" dt="2024-01-17T05:27:07.908" v="1776" actId="478"/>
          <ac:graphicFrameMkLst>
            <pc:docMk/>
            <pc:sldMk cId="1113109495" sldId="316"/>
            <ac:graphicFrameMk id="4" creationId="{7DC75EAF-4940-4359-6F4C-FE1E3EEDDA55}"/>
          </ac:graphicFrameMkLst>
        </pc:graphicFrameChg>
        <pc:graphicFrameChg chg="del">
          <ac:chgData name="Subir Parida" userId="5adae42a5ff17c16" providerId="LiveId" clId="{DC17960A-AB11-49EB-A01C-D49F80081FB8}" dt="2024-01-17T05:27:06.305" v="1775" actId="478"/>
          <ac:graphicFrameMkLst>
            <pc:docMk/>
            <pc:sldMk cId="1113109495" sldId="316"/>
            <ac:graphicFrameMk id="7" creationId="{4C8B5FAF-CDCA-B97E-F61F-3DBF80A205E6}"/>
          </ac:graphicFrameMkLst>
        </pc:graphicFrameChg>
      </pc:sldChg>
      <pc:sldChg chg="addSp delSp modSp add mod">
        <pc:chgData name="Subir Parida" userId="5adae42a5ff17c16" providerId="LiveId" clId="{DC17960A-AB11-49EB-A01C-D49F80081FB8}" dt="2024-01-17T05:37:19.937" v="1807" actId="1076"/>
        <pc:sldMkLst>
          <pc:docMk/>
          <pc:sldMk cId="1397477579" sldId="317"/>
        </pc:sldMkLst>
        <pc:graphicFrameChg chg="del">
          <ac:chgData name="Subir Parida" userId="5adae42a5ff17c16" providerId="LiveId" clId="{DC17960A-AB11-49EB-A01C-D49F80081FB8}" dt="2024-01-17T05:36:55.108" v="1801" actId="478"/>
          <ac:graphicFrameMkLst>
            <pc:docMk/>
            <pc:sldMk cId="1397477579" sldId="317"/>
            <ac:graphicFrameMk id="2" creationId="{1EA86762-28FB-06FD-8891-1887F7FE8C27}"/>
          </ac:graphicFrameMkLst>
        </pc:graphicFrameChg>
        <pc:graphicFrameChg chg="del">
          <ac:chgData name="Subir Parida" userId="5adae42a5ff17c16" providerId="LiveId" clId="{DC17960A-AB11-49EB-A01C-D49F80081FB8}" dt="2024-01-17T05:36:53.488" v="1800" actId="478"/>
          <ac:graphicFrameMkLst>
            <pc:docMk/>
            <pc:sldMk cId="1397477579" sldId="317"/>
            <ac:graphicFrameMk id="3" creationId="{9720BEFE-407D-C5DD-1F16-29D1E4507CFC}"/>
          </ac:graphicFrameMkLst>
        </pc:graphicFrameChg>
        <pc:graphicFrameChg chg="add mod">
          <ac:chgData name="Subir Parida" userId="5adae42a5ff17c16" providerId="LiveId" clId="{DC17960A-AB11-49EB-A01C-D49F80081FB8}" dt="2024-01-17T05:37:14.149" v="1806" actId="1076"/>
          <ac:graphicFrameMkLst>
            <pc:docMk/>
            <pc:sldMk cId="1397477579" sldId="317"/>
            <ac:graphicFrameMk id="4" creationId="{70779B8D-8BE8-0A0F-3F7C-4CE88BC18ED7}"/>
          </ac:graphicFrameMkLst>
        </pc:graphicFrameChg>
        <pc:graphicFrameChg chg="add mod">
          <ac:chgData name="Subir Parida" userId="5adae42a5ff17c16" providerId="LiveId" clId="{DC17960A-AB11-49EB-A01C-D49F80081FB8}" dt="2024-01-17T05:37:19.937" v="1807" actId="1076"/>
          <ac:graphicFrameMkLst>
            <pc:docMk/>
            <pc:sldMk cId="1397477579" sldId="317"/>
            <ac:graphicFrameMk id="7" creationId="{D2922F86-DC10-9370-F21A-871688E80DA7}"/>
          </ac:graphicFrameMkLst>
        </pc:graphicFrameChg>
      </pc:sldChg>
      <pc:sldChg chg="addSp delSp modSp add mod">
        <pc:chgData name="Subir Parida" userId="5adae42a5ff17c16" providerId="LiveId" clId="{DC17960A-AB11-49EB-A01C-D49F80081FB8}" dt="2024-01-17T05:40:43.688" v="1823" actId="1076"/>
        <pc:sldMkLst>
          <pc:docMk/>
          <pc:sldMk cId="2151113842" sldId="318"/>
        </pc:sldMkLst>
        <pc:graphicFrameChg chg="add mod">
          <ac:chgData name="Subir Parida" userId="5adae42a5ff17c16" providerId="LiveId" clId="{DC17960A-AB11-49EB-A01C-D49F80081FB8}" dt="2024-01-17T05:40:39.172" v="1822" actId="1076"/>
          <ac:graphicFrameMkLst>
            <pc:docMk/>
            <pc:sldMk cId="2151113842" sldId="318"/>
            <ac:graphicFrameMk id="2" creationId="{D7D3F9E1-3E85-98A3-CE04-663F991384A5}"/>
          </ac:graphicFrameMkLst>
        </pc:graphicFrameChg>
        <pc:graphicFrameChg chg="add mod">
          <ac:chgData name="Subir Parida" userId="5adae42a5ff17c16" providerId="LiveId" clId="{DC17960A-AB11-49EB-A01C-D49F80081FB8}" dt="2024-01-17T05:40:43.688" v="1823" actId="1076"/>
          <ac:graphicFrameMkLst>
            <pc:docMk/>
            <pc:sldMk cId="2151113842" sldId="318"/>
            <ac:graphicFrameMk id="3" creationId="{CBB83E64-8FBB-F977-E8E9-AA582D9F6C85}"/>
          </ac:graphicFrameMkLst>
        </pc:graphicFrameChg>
        <pc:graphicFrameChg chg="del">
          <ac:chgData name="Subir Parida" userId="5adae42a5ff17c16" providerId="LiveId" clId="{DC17960A-AB11-49EB-A01C-D49F80081FB8}" dt="2024-01-17T05:40:21.028" v="1818" actId="478"/>
          <ac:graphicFrameMkLst>
            <pc:docMk/>
            <pc:sldMk cId="2151113842" sldId="318"/>
            <ac:graphicFrameMk id="4" creationId="{70779B8D-8BE8-0A0F-3F7C-4CE88BC18ED7}"/>
          </ac:graphicFrameMkLst>
        </pc:graphicFrameChg>
        <pc:graphicFrameChg chg="del">
          <ac:chgData name="Subir Parida" userId="5adae42a5ff17c16" providerId="LiveId" clId="{DC17960A-AB11-49EB-A01C-D49F80081FB8}" dt="2024-01-17T05:40:11.806" v="1816" actId="478"/>
          <ac:graphicFrameMkLst>
            <pc:docMk/>
            <pc:sldMk cId="2151113842" sldId="318"/>
            <ac:graphicFrameMk id="7" creationId="{D2922F86-DC10-9370-F21A-871688E80DA7}"/>
          </ac:graphicFrameMkLst>
        </pc:graphicFrameChg>
      </pc:sldChg>
      <pc:sldChg chg="addSp delSp modSp add mod">
        <pc:chgData name="Subir Parida" userId="5adae42a5ff17c16" providerId="LiveId" clId="{DC17960A-AB11-49EB-A01C-D49F80081FB8}" dt="2024-01-17T05:49:30.684" v="2093" actId="1076"/>
        <pc:sldMkLst>
          <pc:docMk/>
          <pc:sldMk cId="3602797273" sldId="319"/>
        </pc:sldMkLst>
        <pc:spChg chg="del">
          <ac:chgData name="Subir Parida" userId="5adae42a5ff17c16" providerId="LiveId" clId="{DC17960A-AB11-49EB-A01C-D49F80081FB8}" dt="2024-01-17T05:41:29.491" v="1828" actId="478"/>
          <ac:spMkLst>
            <pc:docMk/>
            <pc:sldMk cId="3602797273" sldId="319"/>
            <ac:spMk id="2" creationId="{C9E9ACBE-671C-1C8B-E2E3-CD0D1E835A38}"/>
          </ac:spMkLst>
        </pc:spChg>
        <pc:spChg chg="mod">
          <ac:chgData name="Subir Parida" userId="5adae42a5ff17c16" providerId="LiveId" clId="{DC17960A-AB11-49EB-A01C-D49F80081FB8}" dt="2024-01-17T05:41:40.680" v="1857" actId="6549"/>
          <ac:spMkLst>
            <pc:docMk/>
            <pc:sldMk cId="3602797273" sldId="319"/>
            <ac:spMk id="6" creationId="{00000000-0000-0000-0000-000000000000}"/>
          </ac:spMkLst>
        </pc:spChg>
        <pc:spChg chg="del">
          <ac:chgData name="Subir Parida" userId="5adae42a5ff17c16" providerId="LiveId" clId="{DC17960A-AB11-49EB-A01C-D49F80081FB8}" dt="2024-01-17T05:41:29.491" v="1828" actId="478"/>
          <ac:spMkLst>
            <pc:docMk/>
            <pc:sldMk cId="3602797273" sldId="319"/>
            <ac:spMk id="7" creationId="{DA0F25E0-BD63-F91F-80F4-2163A75B0588}"/>
          </ac:spMkLst>
        </pc:spChg>
        <pc:spChg chg="del">
          <ac:chgData name="Subir Parida" userId="5adae42a5ff17c16" providerId="LiveId" clId="{DC17960A-AB11-49EB-A01C-D49F80081FB8}" dt="2024-01-17T05:41:29.491" v="1828" actId="478"/>
          <ac:spMkLst>
            <pc:docMk/>
            <pc:sldMk cId="3602797273" sldId="319"/>
            <ac:spMk id="8" creationId="{507293F9-18DC-4462-47EB-2E2BBD2E93FC}"/>
          </ac:spMkLst>
        </pc:spChg>
        <pc:spChg chg="del">
          <ac:chgData name="Subir Parida" userId="5adae42a5ff17c16" providerId="LiveId" clId="{DC17960A-AB11-49EB-A01C-D49F80081FB8}" dt="2024-01-17T05:41:29.491" v="1828" actId="478"/>
          <ac:spMkLst>
            <pc:docMk/>
            <pc:sldMk cId="3602797273" sldId="319"/>
            <ac:spMk id="10" creationId="{1B5B8554-1F98-2F8C-0FAA-D9EF0693B23F}"/>
          </ac:spMkLst>
        </pc:spChg>
        <pc:spChg chg="add mod">
          <ac:chgData name="Subir Parida" userId="5adae42a5ff17c16" providerId="LiveId" clId="{DC17960A-AB11-49EB-A01C-D49F80081FB8}" dt="2024-01-17T05:46:49.270" v="1904" actId="1076"/>
          <ac:spMkLst>
            <pc:docMk/>
            <pc:sldMk cId="3602797273" sldId="319"/>
            <ac:spMk id="12" creationId="{152251DE-6A8F-C52A-0DD7-28910A9002F8}"/>
          </ac:spMkLst>
        </pc:spChg>
        <pc:spChg chg="add mod">
          <ac:chgData name="Subir Parida" userId="5adae42a5ff17c16" providerId="LiveId" clId="{DC17960A-AB11-49EB-A01C-D49F80081FB8}" dt="2024-01-17T05:46:24.974" v="1901" actId="1076"/>
          <ac:spMkLst>
            <pc:docMk/>
            <pc:sldMk cId="3602797273" sldId="319"/>
            <ac:spMk id="13" creationId="{2DB2FF21-7A4E-5B87-A1AC-D7B53011CA6C}"/>
          </ac:spMkLst>
        </pc:spChg>
        <pc:spChg chg="add mod">
          <ac:chgData name="Subir Parida" userId="5adae42a5ff17c16" providerId="LiveId" clId="{DC17960A-AB11-49EB-A01C-D49F80081FB8}" dt="2024-01-17T05:46:19.500" v="1900" actId="1076"/>
          <ac:spMkLst>
            <pc:docMk/>
            <pc:sldMk cId="3602797273" sldId="319"/>
            <ac:spMk id="14" creationId="{B71EDE5C-8A2C-F395-B6D3-B9C379880489}"/>
          </ac:spMkLst>
        </pc:spChg>
        <pc:spChg chg="add mod">
          <ac:chgData name="Subir Parida" userId="5adae42a5ff17c16" providerId="LiveId" clId="{DC17960A-AB11-49EB-A01C-D49F80081FB8}" dt="2024-01-17T05:47:00.014" v="1905" actId="1076"/>
          <ac:spMkLst>
            <pc:docMk/>
            <pc:sldMk cId="3602797273" sldId="319"/>
            <ac:spMk id="15" creationId="{A85F3EC8-52E1-8761-EF86-21A4D94CF26D}"/>
          </ac:spMkLst>
        </pc:spChg>
        <pc:graphicFrameChg chg="del">
          <ac:chgData name="Subir Parida" userId="5adae42a5ff17c16" providerId="LiveId" clId="{DC17960A-AB11-49EB-A01C-D49F80081FB8}" dt="2024-01-17T05:41:29.491" v="1828" actId="478"/>
          <ac:graphicFrameMkLst>
            <pc:docMk/>
            <pc:sldMk cId="3602797273" sldId="319"/>
            <ac:graphicFrameMk id="3" creationId="{E167F9F6-974A-275C-095E-6DBD84FF49AF}"/>
          </ac:graphicFrameMkLst>
        </pc:graphicFrameChg>
        <pc:graphicFrameChg chg="del">
          <ac:chgData name="Subir Parida" userId="5adae42a5ff17c16" providerId="LiveId" clId="{DC17960A-AB11-49EB-A01C-D49F80081FB8}" dt="2024-01-17T05:41:29.491" v="1828" actId="478"/>
          <ac:graphicFrameMkLst>
            <pc:docMk/>
            <pc:sldMk cId="3602797273" sldId="319"/>
            <ac:graphicFrameMk id="4" creationId="{A52229EA-0F56-7771-F61D-AA4477DB09EC}"/>
          </ac:graphicFrameMkLst>
        </pc:graphicFrameChg>
        <pc:graphicFrameChg chg="del">
          <ac:chgData name="Subir Parida" userId="5adae42a5ff17c16" providerId="LiveId" clId="{DC17960A-AB11-49EB-A01C-D49F80081FB8}" dt="2024-01-17T05:41:29.491" v="1828" actId="478"/>
          <ac:graphicFrameMkLst>
            <pc:docMk/>
            <pc:sldMk cId="3602797273" sldId="319"/>
            <ac:graphicFrameMk id="5" creationId="{E5D1D8DA-E7A3-EC41-0250-C7BD300B2554}"/>
          </ac:graphicFrameMkLst>
        </pc:graphicFrameChg>
        <pc:graphicFrameChg chg="del">
          <ac:chgData name="Subir Parida" userId="5adae42a5ff17c16" providerId="LiveId" clId="{DC17960A-AB11-49EB-A01C-D49F80081FB8}" dt="2024-01-17T05:41:29.491" v="1828" actId="478"/>
          <ac:graphicFrameMkLst>
            <pc:docMk/>
            <pc:sldMk cId="3602797273" sldId="319"/>
            <ac:graphicFrameMk id="9" creationId="{37BA96A7-7B00-D537-04E9-65B6AEC55F7E}"/>
          </ac:graphicFrameMkLst>
        </pc:graphicFrameChg>
        <pc:graphicFrameChg chg="add mod">
          <ac:chgData name="Subir Parida" userId="5adae42a5ff17c16" providerId="LiveId" clId="{DC17960A-AB11-49EB-A01C-D49F80081FB8}" dt="2024-01-17T05:49:20.532" v="2092" actId="1076"/>
          <ac:graphicFrameMkLst>
            <pc:docMk/>
            <pc:sldMk cId="3602797273" sldId="319"/>
            <ac:graphicFrameMk id="11" creationId="{375F34B9-3AA8-8AFD-2ECC-110ED5DB28E4}"/>
          </ac:graphicFrameMkLst>
        </pc:graphicFrameChg>
        <pc:graphicFrameChg chg="add mod">
          <ac:chgData name="Subir Parida" userId="5adae42a5ff17c16" providerId="LiveId" clId="{DC17960A-AB11-49EB-A01C-D49F80081FB8}" dt="2024-01-17T05:49:30.684" v="2093" actId="1076"/>
          <ac:graphicFrameMkLst>
            <pc:docMk/>
            <pc:sldMk cId="3602797273" sldId="319"/>
            <ac:graphicFrameMk id="16" creationId="{8F4BAF9D-7E3B-6396-064C-0402F29F09D8}"/>
          </ac:graphicFrameMkLst>
        </pc:graphicFrameChg>
        <pc:graphicFrameChg chg="add del mod">
          <ac:chgData name="Subir Parida" userId="5adae42a5ff17c16" providerId="LiveId" clId="{DC17960A-AB11-49EB-A01C-D49F80081FB8}" dt="2024-01-17T05:44:10.824" v="1878" actId="21"/>
          <ac:graphicFrameMkLst>
            <pc:docMk/>
            <pc:sldMk cId="3602797273" sldId="319"/>
            <ac:graphicFrameMk id="17" creationId="{21BDB136-9406-27A2-8A8A-9E86CFCB411E}"/>
          </ac:graphicFrameMkLst>
        </pc:graphicFrameChg>
        <pc:graphicFrameChg chg="add mod">
          <ac:chgData name="Subir Parida" userId="5adae42a5ff17c16" providerId="LiveId" clId="{DC17960A-AB11-49EB-A01C-D49F80081FB8}" dt="2024-01-17T05:48:56.903" v="2085" actId="14100"/>
          <ac:graphicFrameMkLst>
            <pc:docMk/>
            <pc:sldMk cId="3602797273" sldId="319"/>
            <ac:graphicFrameMk id="18" creationId="{CC872549-022B-7271-2E14-E22A0614B293}"/>
          </ac:graphicFrameMkLst>
        </pc:graphicFrameChg>
        <pc:graphicFrameChg chg="add del mod">
          <ac:chgData name="Subir Parida" userId="5adae42a5ff17c16" providerId="LiveId" clId="{DC17960A-AB11-49EB-A01C-D49F80081FB8}" dt="2024-01-17T05:44:50.136" v="1884" actId="21"/>
          <ac:graphicFrameMkLst>
            <pc:docMk/>
            <pc:sldMk cId="3602797273" sldId="319"/>
            <ac:graphicFrameMk id="19" creationId="{B51DDEB5-1045-89DF-A261-B3E7B9D2004C}"/>
          </ac:graphicFrameMkLst>
        </pc:graphicFrameChg>
        <pc:graphicFrameChg chg="add del mod">
          <ac:chgData name="Subir Parida" userId="5adae42a5ff17c16" providerId="LiveId" clId="{DC17960A-AB11-49EB-A01C-D49F80081FB8}" dt="2024-01-17T05:45:24.612" v="1889" actId="21"/>
          <ac:graphicFrameMkLst>
            <pc:docMk/>
            <pc:sldMk cId="3602797273" sldId="319"/>
            <ac:graphicFrameMk id="20" creationId="{FCECAB3F-561C-BDDF-0DAD-EC2A98F5DEDE}"/>
          </ac:graphicFrameMkLst>
        </pc:graphicFrameChg>
        <pc:graphicFrameChg chg="add mod">
          <ac:chgData name="Subir Parida" userId="5adae42a5ff17c16" providerId="LiveId" clId="{DC17960A-AB11-49EB-A01C-D49F80081FB8}" dt="2024-01-17T05:49:02.849" v="2089" actId="14100"/>
          <ac:graphicFrameMkLst>
            <pc:docMk/>
            <pc:sldMk cId="3602797273" sldId="319"/>
            <ac:graphicFrameMk id="21" creationId="{2A909057-274E-54B1-D0C5-42FB189E998B}"/>
          </ac:graphicFrameMkLst>
        </pc:graphicFrameChg>
      </pc:sldChg>
      <pc:sldChg chg="addSp modSp add mod">
        <pc:chgData name="Subir Parida" userId="5adae42a5ff17c16" providerId="LiveId" clId="{DC17960A-AB11-49EB-A01C-D49F80081FB8}" dt="2024-01-17T05:50:54.291" v="2130" actId="1037"/>
        <pc:sldMkLst>
          <pc:docMk/>
          <pc:sldMk cId="737586626" sldId="320"/>
        </pc:sldMkLst>
        <pc:spChg chg="add mod">
          <ac:chgData name="Subir Parida" userId="5adae42a5ff17c16" providerId="LiveId" clId="{DC17960A-AB11-49EB-A01C-D49F80081FB8}" dt="2024-01-17T05:47:39.159" v="1908"/>
          <ac:spMkLst>
            <pc:docMk/>
            <pc:sldMk cId="737586626" sldId="320"/>
            <ac:spMk id="3" creationId="{6F93DBB2-EE44-74E0-0864-E5B433F494C6}"/>
          </ac:spMkLst>
        </pc:spChg>
        <pc:spChg chg="add mod">
          <ac:chgData name="Subir Parida" userId="5adae42a5ff17c16" providerId="LiveId" clId="{DC17960A-AB11-49EB-A01C-D49F80081FB8}" dt="2024-01-17T05:47:39.159" v="1908"/>
          <ac:spMkLst>
            <pc:docMk/>
            <pc:sldMk cId="737586626" sldId="320"/>
            <ac:spMk id="4" creationId="{8B083378-37FA-D3D1-55C0-84E17C1ECC27}"/>
          </ac:spMkLst>
        </pc:spChg>
        <pc:spChg chg="add mod">
          <ac:chgData name="Subir Parida" userId="5adae42a5ff17c16" providerId="LiveId" clId="{DC17960A-AB11-49EB-A01C-D49F80081FB8}" dt="2024-01-17T05:47:39.159" v="1908"/>
          <ac:spMkLst>
            <pc:docMk/>
            <pc:sldMk cId="737586626" sldId="320"/>
            <ac:spMk id="5" creationId="{63BC4A10-DF38-365D-39EE-75EE0A433ACC}"/>
          </ac:spMkLst>
        </pc:spChg>
        <pc:spChg chg="mod">
          <ac:chgData name="Subir Parida" userId="5adae42a5ff17c16" providerId="LiveId" clId="{DC17960A-AB11-49EB-A01C-D49F80081FB8}" dt="2024-01-17T05:41:55.166" v="1868" actId="20577"/>
          <ac:spMkLst>
            <pc:docMk/>
            <pc:sldMk cId="737586626" sldId="320"/>
            <ac:spMk id="6" creationId="{00000000-0000-0000-0000-000000000000}"/>
          </ac:spMkLst>
        </pc:spChg>
        <pc:spChg chg="add mod">
          <ac:chgData name="Subir Parida" userId="5adae42a5ff17c16" providerId="LiveId" clId="{DC17960A-AB11-49EB-A01C-D49F80081FB8}" dt="2024-01-17T05:47:39.159" v="1908"/>
          <ac:spMkLst>
            <pc:docMk/>
            <pc:sldMk cId="737586626" sldId="320"/>
            <ac:spMk id="7" creationId="{6454BA89-1E73-EA2B-0EA7-FD904CF73EBC}"/>
          </ac:spMkLst>
        </pc:spChg>
        <pc:graphicFrameChg chg="add mod">
          <ac:chgData name="Subir Parida" userId="5adae42a5ff17c16" providerId="LiveId" clId="{DC17960A-AB11-49EB-A01C-D49F80081FB8}" dt="2024-01-17T05:49:56.413" v="2114" actId="1076"/>
          <ac:graphicFrameMkLst>
            <pc:docMk/>
            <pc:sldMk cId="737586626" sldId="320"/>
            <ac:graphicFrameMk id="2" creationId="{4D2F23CE-EA43-5227-EC3A-F519B41C4D39}"/>
          </ac:graphicFrameMkLst>
        </pc:graphicFrameChg>
        <pc:graphicFrameChg chg="add mod">
          <ac:chgData name="Subir Parida" userId="5adae42a5ff17c16" providerId="LiveId" clId="{DC17960A-AB11-49EB-A01C-D49F80081FB8}" dt="2024-01-17T05:50:54.291" v="2130" actId="1037"/>
          <ac:graphicFrameMkLst>
            <pc:docMk/>
            <pc:sldMk cId="737586626" sldId="320"/>
            <ac:graphicFrameMk id="17" creationId="{21BDB136-9406-27A2-8A8A-9E86CFCB411E}"/>
          </ac:graphicFrameMkLst>
        </pc:graphicFrameChg>
        <pc:graphicFrameChg chg="add mod">
          <ac:chgData name="Subir Parida" userId="5adae42a5ff17c16" providerId="LiveId" clId="{DC17960A-AB11-49EB-A01C-D49F80081FB8}" dt="2024-01-17T05:50:54.291" v="2130" actId="1037"/>
          <ac:graphicFrameMkLst>
            <pc:docMk/>
            <pc:sldMk cId="737586626" sldId="320"/>
            <ac:graphicFrameMk id="19" creationId="{B51DDEB5-1045-89DF-A261-B3E7B9D2004C}"/>
          </ac:graphicFrameMkLst>
        </pc:graphicFrameChg>
        <pc:graphicFrameChg chg="add mod">
          <ac:chgData name="Subir Parida" userId="5adae42a5ff17c16" providerId="LiveId" clId="{DC17960A-AB11-49EB-A01C-D49F80081FB8}" dt="2024-01-17T05:50:21.710" v="2116" actId="1076"/>
          <ac:graphicFrameMkLst>
            <pc:docMk/>
            <pc:sldMk cId="737586626" sldId="320"/>
            <ac:graphicFrameMk id="20" creationId="{FCECAB3F-561C-BDDF-0DAD-EC2A98F5DEDE}"/>
          </ac:graphicFrameMkLst>
        </pc:graphicFrameChg>
      </pc:sldChg>
      <pc:sldChg chg="addSp delSp modSp add mod">
        <pc:chgData name="Subir Parida" userId="5adae42a5ff17c16" providerId="LiveId" clId="{DC17960A-AB11-49EB-A01C-D49F80081FB8}" dt="2024-01-17T05:54:34.155" v="2540" actId="1076"/>
        <pc:sldMkLst>
          <pc:docMk/>
          <pc:sldMk cId="2094475131" sldId="321"/>
        </pc:sldMkLst>
        <pc:spChg chg="add mod">
          <ac:chgData name="Subir Parida" userId="5adae42a5ff17c16" providerId="LiveId" clId="{DC17960A-AB11-49EB-A01C-D49F80081FB8}" dt="2024-01-17T05:47:44.148" v="1909"/>
          <ac:spMkLst>
            <pc:docMk/>
            <pc:sldMk cId="2094475131" sldId="321"/>
            <ac:spMk id="2" creationId="{4A3BBF1E-035C-9C46-EE8A-D797C78C53DB}"/>
          </ac:spMkLst>
        </pc:spChg>
        <pc:spChg chg="add mod">
          <ac:chgData name="Subir Parida" userId="5adae42a5ff17c16" providerId="LiveId" clId="{DC17960A-AB11-49EB-A01C-D49F80081FB8}" dt="2024-01-17T05:47:44.148" v="1909"/>
          <ac:spMkLst>
            <pc:docMk/>
            <pc:sldMk cId="2094475131" sldId="321"/>
            <ac:spMk id="3" creationId="{2C7C4C4A-49C5-5BF7-25C6-A83D28B14206}"/>
          </ac:spMkLst>
        </pc:spChg>
        <pc:spChg chg="add mod">
          <ac:chgData name="Subir Parida" userId="5adae42a5ff17c16" providerId="LiveId" clId="{DC17960A-AB11-49EB-A01C-D49F80081FB8}" dt="2024-01-17T05:47:44.148" v="1909"/>
          <ac:spMkLst>
            <pc:docMk/>
            <pc:sldMk cId="2094475131" sldId="321"/>
            <ac:spMk id="4" creationId="{AD880FCC-1202-A4B3-CBEF-BC3B37E50691}"/>
          </ac:spMkLst>
        </pc:spChg>
        <pc:spChg chg="add mod">
          <ac:chgData name="Subir Parida" userId="5adae42a5ff17c16" providerId="LiveId" clId="{DC17960A-AB11-49EB-A01C-D49F80081FB8}" dt="2024-01-17T05:47:44.148" v="1909"/>
          <ac:spMkLst>
            <pc:docMk/>
            <pc:sldMk cId="2094475131" sldId="321"/>
            <ac:spMk id="5" creationId="{B208D258-E8AF-127C-9235-52547B0453B3}"/>
          </ac:spMkLst>
        </pc:spChg>
        <pc:graphicFrameChg chg="add mod">
          <ac:chgData name="Subir Parida" userId="5adae42a5ff17c16" providerId="LiveId" clId="{DC17960A-AB11-49EB-A01C-D49F80081FB8}" dt="2024-01-17T05:54:17.235" v="2538" actId="1076"/>
          <ac:graphicFrameMkLst>
            <pc:docMk/>
            <pc:sldMk cId="2094475131" sldId="321"/>
            <ac:graphicFrameMk id="7" creationId="{C3EEE630-0C85-78DE-7CA1-3D4FCEF6B007}"/>
          </ac:graphicFrameMkLst>
        </pc:graphicFrameChg>
        <pc:graphicFrameChg chg="add del mod">
          <ac:chgData name="Subir Parida" userId="5adae42a5ff17c16" providerId="LiveId" clId="{DC17960A-AB11-49EB-A01C-D49F80081FB8}" dt="2024-01-17T05:51:24.605" v="2132" actId="21"/>
          <ac:graphicFrameMkLst>
            <pc:docMk/>
            <pc:sldMk cId="2094475131" sldId="321"/>
            <ac:graphicFrameMk id="8" creationId="{B26EABA3-F85F-116A-4659-494B00BBDC71}"/>
          </ac:graphicFrameMkLst>
        </pc:graphicFrameChg>
        <pc:graphicFrameChg chg="add mod">
          <ac:chgData name="Subir Parida" userId="5adae42a5ff17c16" providerId="LiveId" clId="{DC17960A-AB11-49EB-A01C-D49F80081FB8}" dt="2024-01-17T05:51:53.174" v="2135"/>
          <ac:graphicFrameMkLst>
            <pc:docMk/>
            <pc:sldMk cId="2094475131" sldId="321"/>
            <ac:graphicFrameMk id="9" creationId="{CB25741E-1E98-EE2F-DEBD-06D2FF643ADE}"/>
          </ac:graphicFrameMkLst>
        </pc:graphicFrameChg>
        <pc:graphicFrameChg chg="add mod">
          <ac:chgData name="Subir Parida" userId="5adae42a5ff17c16" providerId="LiveId" clId="{DC17960A-AB11-49EB-A01C-D49F80081FB8}" dt="2024-01-17T05:51:53.174" v="2135"/>
          <ac:graphicFrameMkLst>
            <pc:docMk/>
            <pc:sldMk cId="2094475131" sldId="321"/>
            <ac:graphicFrameMk id="10" creationId="{8B211C79-E1F2-6402-59E9-3A7A38AAA5C6}"/>
          </ac:graphicFrameMkLst>
        </pc:graphicFrameChg>
        <pc:graphicFrameChg chg="add del mod">
          <ac:chgData name="Subir Parida" userId="5adae42a5ff17c16" providerId="LiveId" clId="{DC17960A-AB11-49EB-A01C-D49F80081FB8}" dt="2024-01-17T05:52:11.526" v="2138" actId="21"/>
          <ac:graphicFrameMkLst>
            <pc:docMk/>
            <pc:sldMk cId="2094475131" sldId="321"/>
            <ac:graphicFrameMk id="11" creationId="{4058FC3D-5CD3-2ABE-D346-5DF033DF0ACE}"/>
          </ac:graphicFrameMkLst>
        </pc:graphicFrameChg>
        <pc:graphicFrameChg chg="add mod">
          <ac:chgData name="Subir Parida" userId="5adae42a5ff17c16" providerId="LiveId" clId="{DC17960A-AB11-49EB-A01C-D49F80081FB8}" dt="2024-01-17T05:54:34.155" v="2540" actId="1076"/>
          <ac:graphicFrameMkLst>
            <pc:docMk/>
            <pc:sldMk cId="2094475131" sldId="321"/>
            <ac:graphicFrameMk id="12" creationId="{A5A8D794-CB58-AEA6-C871-C8983461F67B}"/>
          </ac:graphicFrameMkLst>
        </pc:graphicFrameChg>
        <pc:graphicFrameChg chg="add mod">
          <ac:chgData name="Subir Parida" userId="5adae42a5ff17c16" providerId="LiveId" clId="{DC17960A-AB11-49EB-A01C-D49F80081FB8}" dt="2024-01-17T05:54:28.327" v="2539" actId="1076"/>
          <ac:graphicFrameMkLst>
            <pc:docMk/>
            <pc:sldMk cId="2094475131" sldId="321"/>
            <ac:graphicFrameMk id="13" creationId="{1E828A3F-06ED-365F-4D43-301C733F6AAB}"/>
          </ac:graphicFrameMkLst>
        </pc:graphicFrameChg>
        <pc:graphicFrameChg chg="add del mod">
          <ac:chgData name="Subir Parida" userId="5adae42a5ff17c16" providerId="LiveId" clId="{DC17960A-AB11-49EB-A01C-D49F80081FB8}" dt="2024-01-17T05:52:47.052" v="2145" actId="21"/>
          <ac:graphicFrameMkLst>
            <pc:docMk/>
            <pc:sldMk cId="2094475131" sldId="321"/>
            <ac:graphicFrameMk id="14" creationId="{43A5E035-C63C-7486-0D29-4CEB542771DD}"/>
          </ac:graphicFrameMkLst>
        </pc:graphicFrameChg>
      </pc:sldChg>
      <pc:sldChg chg="addSp modSp add mod">
        <pc:chgData name="Subir Parida" userId="5adae42a5ff17c16" providerId="LiveId" clId="{DC17960A-AB11-49EB-A01C-D49F80081FB8}" dt="2024-01-17T05:55:44.681" v="2553" actId="1036"/>
        <pc:sldMkLst>
          <pc:docMk/>
          <pc:sldMk cId="651250364" sldId="322"/>
        </pc:sldMkLst>
        <pc:spChg chg="add mod">
          <ac:chgData name="Subir Parida" userId="5adae42a5ff17c16" providerId="LiveId" clId="{DC17960A-AB11-49EB-A01C-D49F80081FB8}" dt="2024-01-17T05:47:46.532" v="1910"/>
          <ac:spMkLst>
            <pc:docMk/>
            <pc:sldMk cId="651250364" sldId="322"/>
            <ac:spMk id="2" creationId="{CC05ACBE-20FC-D7F7-EFDD-EBBA930C2092}"/>
          </ac:spMkLst>
        </pc:spChg>
        <pc:spChg chg="add mod">
          <ac:chgData name="Subir Parida" userId="5adae42a5ff17c16" providerId="LiveId" clId="{DC17960A-AB11-49EB-A01C-D49F80081FB8}" dt="2024-01-17T05:47:46.532" v="1910"/>
          <ac:spMkLst>
            <pc:docMk/>
            <pc:sldMk cId="651250364" sldId="322"/>
            <ac:spMk id="3" creationId="{40349295-1BFD-CD63-6BB8-110873BA30E0}"/>
          </ac:spMkLst>
        </pc:spChg>
        <pc:spChg chg="add mod">
          <ac:chgData name="Subir Parida" userId="5adae42a5ff17c16" providerId="LiveId" clId="{DC17960A-AB11-49EB-A01C-D49F80081FB8}" dt="2024-01-17T05:47:46.532" v="1910"/>
          <ac:spMkLst>
            <pc:docMk/>
            <pc:sldMk cId="651250364" sldId="322"/>
            <ac:spMk id="4" creationId="{FB21F0D0-A889-DBCA-E65E-F3B9589EA544}"/>
          </ac:spMkLst>
        </pc:spChg>
        <pc:spChg chg="add mod">
          <ac:chgData name="Subir Parida" userId="5adae42a5ff17c16" providerId="LiveId" clId="{DC17960A-AB11-49EB-A01C-D49F80081FB8}" dt="2024-01-17T05:47:46.532" v="1910"/>
          <ac:spMkLst>
            <pc:docMk/>
            <pc:sldMk cId="651250364" sldId="322"/>
            <ac:spMk id="5" creationId="{1B92D8D0-88A0-7ED2-ECB0-754C2C070F46}"/>
          </ac:spMkLst>
        </pc:spChg>
        <pc:graphicFrameChg chg="add mod">
          <ac:chgData name="Subir Parida" userId="5adae42a5ff17c16" providerId="LiveId" clId="{DC17960A-AB11-49EB-A01C-D49F80081FB8}" dt="2024-01-17T05:55:17.326" v="2541" actId="1076"/>
          <ac:graphicFrameMkLst>
            <pc:docMk/>
            <pc:sldMk cId="651250364" sldId="322"/>
            <ac:graphicFrameMk id="8" creationId="{B26EABA3-F85F-116A-4659-494B00BBDC71}"/>
          </ac:graphicFrameMkLst>
        </pc:graphicFrameChg>
        <pc:graphicFrameChg chg="add mod">
          <ac:chgData name="Subir Parida" userId="5adae42a5ff17c16" providerId="LiveId" clId="{DC17960A-AB11-49EB-A01C-D49F80081FB8}" dt="2024-01-17T05:55:44.681" v="2553" actId="1036"/>
          <ac:graphicFrameMkLst>
            <pc:docMk/>
            <pc:sldMk cId="651250364" sldId="322"/>
            <ac:graphicFrameMk id="11" creationId="{4058FC3D-5CD3-2ABE-D346-5DF033DF0ACE}"/>
          </ac:graphicFrameMkLst>
        </pc:graphicFrameChg>
        <pc:graphicFrameChg chg="add mod">
          <ac:chgData name="Subir Parida" userId="5adae42a5ff17c16" providerId="LiveId" clId="{DC17960A-AB11-49EB-A01C-D49F80081FB8}" dt="2024-01-17T05:55:38.391" v="2543" actId="1076"/>
          <ac:graphicFrameMkLst>
            <pc:docMk/>
            <pc:sldMk cId="651250364" sldId="322"/>
            <ac:graphicFrameMk id="14" creationId="{43A5E035-C63C-7486-0D29-4CEB542771DD}"/>
          </ac:graphicFrameMkLst>
        </pc:graphicFrameChg>
      </pc:sldChg>
    </pc:docChg>
  </pc:docChgLst>
  <pc:docChgLst>
    <pc:chgData name="Subir Parida" userId="5adae42a5ff17c16" providerId="LiveId" clId="{3151D4FC-1B35-46AE-8CF6-9EF467B00A4D}"/>
    <pc:docChg chg="modSld">
      <pc:chgData name="Subir Parida" userId="5adae42a5ff17c16" providerId="LiveId" clId="{3151D4FC-1B35-46AE-8CF6-9EF467B00A4D}" dt="2024-02-04T16:34:30.993" v="11" actId="1037"/>
      <pc:docMkLst>
        <pc:docMk/>
      </pc:docMkLst>
      <pc:sldChg chg="addSp modSp mod">
        <pc:chgData name="Subir Parida" userId="5adae42a5ff17c16" providerId="LiveId" clId="{3151D4FC-1B35-46AE-8CF6-9EF467B00A4D}" dt="2024-02-04T16:33:16.563" v="2" actId="1076"/>
        <pc:sldMkLst>
          <pc:docMk/>
          <pc:sldMk cId="1929167127" sldId="326"/>
        </pc:sldMkLst>
        <pc:graphicFrameChg chg="add mod">
          <ac:chgData name="Subir Parida" userId="5adae42a5ff17c16" providerId="LiveId" clId="{3151D4FC-1B35-46AE-8CF6-9EF467B00A4D}" dt="2024-02-04T16:33:16.563" v="2" actId="1076"/>
          <ac:graphicFrameMkLst>
            <pc:docMk/>
            <pc:sldMk cId="1929167127" sldId="326"/>
            <ac:graphicFrameMk id="3" creationId="{352DB522-0E8F-8993-4C61-36ADF3098C89}"/>
          </ac:graphicFrameMkLst>
        </pc:graphicFrameChg>
      </pc:sldChg>
      <pc:sldChg chg="addSp modSp mod">
        <pc:chgData name="Subir Parida" userId="5adae42a5ff17c16" providerId="LiveId" clId="{3151D4FC-1B35-46AE-8CF6-9EF467B00A4D}" dt="2024-02-04T16:34:05.096" v="5" actId="1076"/>
        <pc:sldMkLst>
          <pc:docMk/>
          <pc:sldMk cId="1280748637" sldId="327"/>
        </pc:sldMkLst>
        <pc:graphicFrameChg chg="add mod">
          <ac:chgData name="Subir Parida" userId="5adae42a5ff17c16" providerId="LiveId" clId="{3151D4FC-1B35-46AE-8CF6-9EF467B00A4D}" dt="2024-02-04T16:34:05.096" v="5" actId="1076"/>
          <ac:graphicFrameMkLst>
            <pc:docMk/>
            <pc:sldMk cId="1280748637" sldId="327"/>
            <ac:graphicFrameMk id="4" creationId="{7D819D70-7AAF-A399-9B50-CE59FE49B111}"/>
          </ac:graphicFrameMkLst>
        </pc:graphicFrameChg>
      </pc:sldChg>
      <pc:sldChg chg="addSp modSp mod">
        <pc:chgData name="Subir Parida" userId="5adae42a5ff17c16" providerId="LiveId" clId="{3151D4FC-1B35-46AE-8CF6-9EF467B00A4D}" dt="2024-02-04T16:34:30.993" v="11" actId="1037"/>
        <pc:sldMkLst>
          <pc:docMk/>
          <pc:sldMk cId="172492322" sldId="328"/>
        </pc:sldMkLst>
        <pc:graphicFrameChg chg="add mod">
          <ac:chgData name="Subir Parida" userId="5adae42a5ff17c16" providerId="LiveId" clId="{3151D4FC-1B35-46AE-8CF6-9EF467B00A4D}" dt="2024-02-04T16:34:30.993" v="11" actId="1037"/>
          <ac:graphicFrameMkLst>
            <pc:docMk/>
            <pc:sldMk cId="172492322" sldId="328"/>
            <ac:graphicFrameMk id="4" creationId="{E40A3F3F-051D-D697-CEB1-9F1B17AEE38D}"/>
          </ac:graphicFrameMkLst>
        </pc:graphicFrame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file:///C:\Users\subir\Downloads\github_large\attribute\celeba_trndata_dlib.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subir\Downloads\github_large\attribute\celeba_trndata_dlib.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subir\Downloads\github_large\attribute\celeba_trndata_dlib.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subir\Downloads\github_large\attribute\celeba_trndata_dlib.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C:\Users\subir\Downloads\github_large\attribute\celeba_trndata_dlib.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C:\Users\subir\Downloads\github_large\attribute\fairface-train-data\fairface_trndata_dlib.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file:///C:\Users\subir\Downloads\github_large\attribute\fairface-train-data\fairface_trndata_dlib.xlsx"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file:///C:\Users\subir\Downloads\github_large\attribute\fairface-train-data\fairface_trndata_dlib.xlsx" TargetMode="External"/><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oleObject" Target="file:///C:\Users\subir\Downloads\github_large\attribute\fairface-train-data\fairface_trndata_dlib.xlsx" TargetMode="External"/><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oleObject" Target="file:///C:\Users\subir\Downloads\github_large\attribute\fairface-train-data\fairface_trndata_dlib.xlsx" TargetMode="External"/><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oleObject" Target="file:///C:\Users\subir\Downloads\github_large\attribute\fairface-train-data\fairface_trndata_dlib_balanced.xlsx" TargetMode="External"/><Relationship Id="rId2" Type="http://schemas.microsoft.com/office/2011/relationships/chartColorStyle" Target="colors11.xml"/><Relationship Id="rId1" Type="http://schemas.microsoft.com/office/2011/relationships/chartStyle" Target="style11.xml"/></Relationships>
</file>

<file path=ppt/charts/_rels/chart12.xml.rels><?xml version="1.0" encoding="UTF-8" standalone="yes"?>
<Relationships xmlns="http://schemas.openxmlformats.org/package/2006/relationships"><Relationship Id="rId3" Type="http://schemas.openxmlformats.org/officeDocument/2006/relationships/oleObject" Target="file:///C:\Users\subir\Downloads\github_large\attribute\fairface-train-data\fairface_trndata_dlib_balanced.xlsx" TargetMode="External"/><Relationship Id="rId2" Type="http://schemas.microsoft.com/office/2011/relationships/chartColorStyle" Target="colors12.xml"/><Relationship Id="rId1" Type="http://schemas.microsoft.com/office/2011/relationships/chartStyle" Target="style12.xml"/></Relationships>
</file>

<file path=ppt/charts/_rels/chart13.xml.rels><?xml version="1.0" encoding="UTF-8" standalone="yes"?>
<Relationships xmlns="http://schemas.openxmlformats.org/package/2006/relationships"><Relationship Id="rId3" Type="http://schemas.openxmlformats.org/officeDocument/2006/relationships/oleObject" Target="file:///C:\Users\subir\Downloads\github_large\attribute\fairface-train-data\fairface_trndata_dlib_balanced.xlsx" TargetMode="External"/><Relationship Id="rId2" Type="http://schemas.microsoft.com/office/2011/relationships/chartColorStyle" Target="colors13.xml"/><Relationship Id="rId1" Type="http://schemas.microsoft.com/office/2011/relationships/chartStyle" Target="style13.xml"/></Relationships>
</file>

<file path=ppt/charts/_rels/chart14.xml.rels><?xml version="1.0" encoding="UTF-8" standalone="yes"?>
<Relationships xmlns="http://schemas.openxmlformats.org/package/2006/relationships"><Relationship Id="rId3" Type="http://schemas.openxmlformats.org/officeDocument/2006/relationships/oleObject" Target="file:///C:\Users\subir\Downloads\github_large\attribute\fairface-train-data\fairface_trndata_dlib_balanced.xlsx" TargetMode="External"/><Relationship Id="rId2" Type="http://schemas.microsoft.com/office/2011/relationships/chartColorStyle" Target="colors14.xml"/><Relationship Id="rId1" Type="http://schemas.microsoft.com/office/2011/relationships/chartStyle" Target="style14.xml"/></Relationships>
</file>

<file path=ppt/charts/_rels/chart15.xml.rels><?xml version="1.0" encoding="UTF-8" standalone="yes"?>
<Relationships xmlns="http://schemas.openxmlformats.org/package/2006/relationships"><Relationship Id="rId3" Type="http://schemas.openxmlformats.org/officeDocument/2006/relationships/oleObject" Target="file:///C:\Users\subir\Downloads\github_large\attribute\fairface-train-data\fairface_trndata_dlib_balanced.xlsx" TargetMode="External"/><Relationship Id="rId2" Type="http://schemas.microsoft.com/office/2011/relationships/chartColorStyle" Target="colors15.xml"/><Relationship Id="rId1" Type="http://schemas.microsoft.com/office/2011/relationships/chartStyle" Target="style15.xml"/></Relationships>
</file>

<file path=ppt/charts/_rels/chart16.xml.rels><?xml version="1.0" encoding="UTF-8" standalone="yes"?>
<Relationships xmlns="http://schemas.openxmlformats.org/package/2006/relationships"><Relationship Id="rId3" Type="http://schemas.openxmlformats.org/officeDocument/2006/relationships/oleObject" Target="file:///H:\subir\celeba_gen_ddpm_ema_dlib2.xlsx" TargetMode="External"/><Relationship Id="rId2" Type="http://schemas.microsoft.com/office/2011/relationships/chartColorStyle" Target="colors16.xml"/><Relationship Id="rId1" Type="http://schemas.microsoft.com/office/2011/relationships/chartStyle" Target="style16.xml"/></Relationships>
</file>

<file path=ppt/charts/_rels/chart17.xml.rels><?xml version="1.0" encoding="UTF-8" standalone="yes"?>
<Relationships xmlns="http://schemas.openxmlformats.org/package/2006/relationships"><Relationship Id="rId3" Type="http://schemas.openxmlformats.org/officeDocument/2006/relationships/oleObject" Target="file:///H:\subir\celeba_gen_ddpm_ema_dlib2.xlsx" TargetMode="External"/><Relationship Id="rId2" Type="http://schemas.microsoft.com/office/2011/relationships/chartColorStyle" Target="colors17.xml"/><Relationship Id="rId1" Type="http://schemas.microsoft.com/office/2011/relationships/chartStyle" Target="style17.xml"/></Relationships>
</file>

<file path=ppt/charts/_rels/chart18.xml.rels><?xml version="1.0" encoding="UTF-8" standalone="yes"?>
<Relationships xmlns="http://schemas.openxmlformats.org/package/2006/relationships"><Relationship Id="rId3" Type="http://schemas.openxmlformats.org/officeDocument/2006/relationships/oleObject" Target="file:///H:\subir\celeba_gen_ddpm_ema_dlib2.xlsx" TargetMode="External"/><Relationship Id="rId2" Type="http://schemas.microsoft.com/office/2011/relationships/chartColorStyle" Target="colors18.xml"/><Relationship Id="rId1" Type="http://schemas.microsoft.com/office/2011/relationships/chartStyle" Target="style18.xml"/></Relationships>
</file>

<file path=ppt/charts/_rels/chart19.xml.rels><?xml version="1.0" encoding="UTF-8" standalone="yes"?>
<Relationships xmlns="http://schemas.openxmlformats.org/package/2006/relationships"><Relationship Id="rId3" Type="http://schemas.openxmlformats.org/officeDocument/2006/relationships/oleObject" Target="file:///H:\subir\celeba_gen_ddpm_ema_dlib.xlsx" TargetMode="External"/><Relationship Id="rId2" Type="http://schemas.microsoft.com/office/2011/relationships/chartColorStyle" Target="colors19.xml"/><Relationship Id="rId1" Type="http://schemas.microsoft.com/office/2011/relationships/chartStyle" Target="style19.xml"/></Relationships>
</file>

<file path=ppt/charts/_rels/chart20.xml.rels><?xml version="1.0" encoding="UTF-8" standalone="yes"?>
<Relationships xmlns="http://schemas.openxmlformats.org/package/2006/relationships"><Relationship Id="rId3" Type="http://schemas.openxmlformats.org/officeDocument/2006/relationships/oleObject" Target="file:///H:\subir\celeba_gen_ddpm_ema_dlib.xlsx" TargetMode="External"/><Relationship Id="rId2" Type="http://schemas.microsoft.com/office/2011/relationships/chartColorStyle" Target="colors20.xml"/><Relationship Id="rId1" Type="http://schemas.microsoft.com/office/2011/relationships/chartStyle" Target="style20.xml"/></Relationships>
</file>

<file path=ppt/charts/_rels/chart21.xml.rels><?xml version="1.0" encoding="UTF-8" standalone="yes"?>
<Relationships xmlns="http://schemas.openxmlformats.org/package/2006/relationships"><Relationship Id="rId3" Type="http://schemas.openxmlformats.org/officeDocument/2006/relationships/oleObject" Target="file:///H:\subir\fairface_gen_ddpm_ema_dlib.xlsx" TargetMode="External"/><Relationship Id="rId2" Type="http://schemas.microsoft.com/office/2011/relationships/chartColorStyle" Target="colors21.xml"/><Relationship Id="rId1" Type="http://schemas.microsoft.com/office/2011/relationships/chartStyle" Target="style21.xml"/></Relationships>
</file>

<file path=ppt/charts/_rels/chart22.xml.rels><?xml version="1.0" encoding="UTF-8" standalone="yes"?>
<Relationships xmlns="http://schemas.openxmlformats.org/package/2006/relationships"><Relationship Id="rId3" Type="http://schemas.openxmlformats.org/officeDocument/2006/relationships/oleObject" Target="file:///H:\subir\fairface_gen_ddpm_ema_dlib.xlsx" TargetMode="External"/><Relationship Id="rId2" Type="http://schemas.microsoft.com/office/2011/relationships/chartColorStyle" Target="colors22.xml"/><Relationship Id="rId1" Type="http://schemas.microsoft.com/office/2011/relationships/chartStyle" Target="style22.xml"/></Relationships>
</file>

<file path=ppt/charts/_rels/chart23.xml.rels><?xml version="1.0" encoding="UTF-8" standalone="yes"?>
<Relationships xmlns="http://schemas.openxmlformats.org/package/2006/relationships"><Relationship Id="rId3" Type="http://schemas.openxmlformats.org/officeDocument/2006/relationships/oleObject" Target="file:///H:\subir\fairface_gen_ddpm_ema_dlib.xlsx" TargetMode="External"/><Relationship Id="rId2" Type="http://schemas.microsoft.com/office/2011/relationships/chartColorStyle" Target="colors23.xml"/><Relationship Id="rId1" Type="http://schemas.microsoft.com/office/2011/relationships/chartStyle" Target="style23.xml"/></Relationships>
</file>

<file path=ppt/charts/_rels/chart24.xml.rels><?xml version="1.0" encoding="UTF-8" standalone="yes"?>
<Relationships xmlns="http://schemas.openxmlformats.org/package/2006/relationships"><Relationship Id="rId3" Type="http://schemas.openxmlformats.org/officeDocument/2006/relationships/oleObject" Target="file:///H:\subir\fairface_gen_ddpm_ema_dlib.xlsx" TargetMode="External"/><Relationship Id="rId2" Type="http://schemas.microsoft.com/office/2011/relationships/chartColorStyle" Target="colors24.xml"/><Relationship Id="rId1" Type="http://schemas.microsoft.com/office/2011/relationships/chartStyle" Target="style24.xml"/></Relationships>
</file>

<file path=ppt/charts/_rels/chart25.xml.rels><?xml version="1.0" encoding="UTF-8" standalone="yes"?>
<Relationships xmlns="http://schemas.openxmlformats.org/package/2006/relationships"><Relationship Id="rId3" Type="http://schemas.openxmlformats.org/officeDocument/2006/relationships/oleObject" Target="file:///H:\subir\fairface_gen_ddpm_ema_dlib.xlsx" TargetMode="External"/><Relationship Id="rId2" Type="http://schemas.microsoft.com/office/2011/relationships/chartColorStyle" Target="colors25.xml"/><Relationship Id="rId1" Type="http://schemas.microsoft.com/office/2011/relationships/chartStyle" Target="style25.xml"/></Relationships>
</file>

<file path=ppt/charts/_rels/chart26.xml.rels><?xml version="1.0" encoding="UTF-8" standalone="yes"?>
<Relationships xmlns="http://schemas.openxmlformats.org/package/2006/relationships"><Relationship Id="rId3" Type="http://schemas.openxmlformats.org/officeDocument/2006/relationships/oleObject" Target="file:///C:\Users\subir\Downloads\github_large\attribute\sd-celeba-gen\celeba_gen_sd_dlib.xlsx" TargetMode="External"/><Relationship Id="rId2" Type="http://schemas.microsoft.com/office/2011/relationships/chartColorStyle" Target="colors26.xml"/><Relationship Id="rId1" Type="http://schemas.microsoft.com/office/2011/relationships/chartStyle" Target="style26.xml"/></Relationships>
</file>

<file path=ppt/charts/_rels/chart27.xml.rels><?xml version="1.0" encoding="UTF-8" standalone="yes"?>
<Relationships xmlns="http://schemas.openxmlformats.org/package/2006/relationships"><Relationship Id="rId3" Type="http://schemas.openxmlformats.org/officeDocument/2006/relationships/oleObject" Target="file:///C:\Users\subir\Downloads\github_large\attribute\sd-celeba-gen\celeba_gen_sd_dlib.xlsx" TargetMode="External"/><Relationship Id="rId2" Type="http://schemas.microsoft.com/office/2011/relationships/chartColorStyle" Target="colors27.xml"/><Relationship Id="rId1" Type="http://schemas.microsoft.com/office/2011/relationships/chartStyle" Target="style27.xml"/></Relationships>
</file>

<file path=ppt/charts/_rels/chart28.xml.rels><?xml version="1.0" encoding="UTF-8" standalone="yes"?>
<Relationships xmlns="http://schemas.openxmlformats.org/package/2006/relationships"><Relationship Id="rId3" Type="http://schemas.openxmlformats.org/officeDocument/2006/relationships/oleObject" Target="file:///C:\Users\subir\Downloads\github_large\attribute\sd-celeba-gen\celeba_gen_sd_dlib.xlsx" TargetMode="External"/><Relationship Id="rId2" Type="http://schemas.microsoft.com/office/2011/relationships/chartColorStyle" Target="colors28.xml"/><Relationship Id="rId1" Type="http://schemas.microsoft.com/office/2011/relationships/chartStyle" Target="style28.xml"/></Relationships>
</file>

<file path=ppt/charts/_rels/chart29.xml.rels><?xml version="1.0" encoding="UTF-8" standalone="yes"?>
<Relationships xmlns="http://schemas.openxmlformats.org/package/2006/relationships"><Relationship Id="rId3" Type="http://schemas.openxmlformats.org/officeDocument/2006/relationships/oleObject" Target="file:///C:\Users\subir\Downloads\github_large\attribute\sd-celeba-gen\celeba_gen_sd_dlib.xlsx" TargetMode="External"/><Relationship Id="rId2" Type="http://schemas.microsoft.com/office/2011/relationships/chartColorStyle" Target="colors29.xml"/><Relationship Id="rId1" Type="http://schemas.microsoft.com/office/2011/relationships/chartStyle" Target="style29.xml"/></Relationships>
</file>

<file path=ppt/charts/_rels/chart30.xml.rels><?xml version="1.0" encoding="UTF-8" standalone="yes"?>
<Relationships xmlns="http://schemas.openxmlformats.org/package/2006/relationships"><Relationship Id="rId3" Type="http://schemas.openxmlformats.org/officeDocument/2006/relationships/oleObject" Target="file:///C:\Users\subir\Downloads\github_large\attribute\sd-celeba-gen\celeba_gen_sd_dlib.xlsx" TargetMode="External"/><Relationship Id="rId2" Type="http://schemas.microsoft.com/office/2011/relationships/chartColorStyle" Target="colors30.xml"/><Relationship Id="rId1" Type="http://schemas.microsoft.com/office/2011/relationships/chartStyle" Target="style30.xml"/></Relationships>
</file>

<file path=ppt/charts/_rels/chart31.xml.rels><?xml version="1.0" encoding="UTF-8" standalone="yes"?>
<Relationships xmlns="http://schemas.openxmlformats.org/package/2006/relationships"><Relationship Id="rId3" Type="http://schemas.openxmlformats.org/officeDocument/2006/relationships/oleObject" Target="file:///C:\Users\subir\Downloads\github_large\attribute\ddgan-celeba-gen\celeba_gen_ddgan_dlib.xlsx" TargetMode="External"/><Relationship Id="rId2" Type="http://schemas.microsoft.com/office/2011/relationships/chartColorStyle" Target="colors31.xml"/><Relationship Id="rId1" Type="http://schemas.microsoft.com/office/2011/relationships/chartStyle" Target="style31.xml"/></Relationships>
</file>

<file path=ppt/charts/_rels/chart32.xml.rels><?xml version="1.0" encoding="UTF-8" standalone="yes"?>
<Relationships xmlns="http://schemas.openxmlformats.org/package/2006/relationships"><Relationship Id="rId3" Type="http://schemas.openxmlformats.org/officeDocument/2006/relationships/oleObject" Target="file:///C:\Users\subir\Downloads\github_large\attribute\ddgan-celeba-gen\celeba_gen_ddgan_dlib.xlsx" TargetMode="External"/><Relationship Id="rId2" Type="http://schemas.microsoft.com/office/2011/relationships/chartColorStyle" Target="colors32.xml"/><Relationship Id="rId1" Type="http://schemas.microsoft.com/office/2011/relationships/chartStyle" Target="style32.xml"/></Relationships>
</file>

<file path=ppt/charts/_rels/chart33.xml.rels><?xml version="1.0" encoding="UTF-8" standalone="yes"?>
<Relationships xmlns="http://schemas.openxmlformats.org/package/2006/relationships"><Relationship Id="rId3" Type="http://schemas.openxmlformats.org/officeDocument/2006/relationships/oleObject" Target="file:///C:\Users\subir\Downloads\github_large\attribute\ddgan-celeba-gen\celeba_gen_ddgan_dlib.xlsx" TargetMode="External"/><Relationship Id="rId2" Type="http://schemas.microsoft.com/office/2011/relationships/chartColorStyle" Target="colors33.xml"/><Relationship Id="rId1" Type="http://schemas.microsoft.com/office/2011/relationships/chartStyle" Target="style33.xml"/></Relationships>
</file>

<file path=ppt/charts/_rels/chart34.xml.rels><?xml version="1.0" encoding="UTF-8" standalone="yes"?>
<Relationships xmlns="http://schemas.openxmlformats.org/package/2006/relationships"><Relationship Id="rId3" Type="http://schemas.openxmlformats.org/officeDocument/2006/relationships/oleObject" Target="file:///C:\Users\subir\Downloads\github_large\attribute\ddgan-celeba-gen\celeba_gen_ddgan_dlib.xlsx" TargetMode="External"/><Relationship Id="rId2" Type="http://schemas.microsoft.com/office/2011/relationships/chartColorStyle" Target="colors34.xml"/><Relationship Id="rId1" Type="http://schemas.microsoft.com/office/2011/relationships/chartStyle" Target="style34.xml"/></Relationships>
</file>

<file path=ppt/charts/_rels/chart35.xml.rels><?xml version="1.0" encoding="UTF-8" standalone="yes"?>
<Relationships xmlns="http://schemas.openxmlformats.org/package/2006/relationships"><Relationship Id="rId3" Type="http://schemas.openxmlformats.org/officeDocument/2006/relationships/oleObject" Target="file:///C:\Users\subir\Downloads\github_large\attribute\ddgan-celeba-gen\celeba_gen_ddgan_dlib.xlsx" TargetMode="External"/><Relationship Id="rId2" Type="http://schemas.microsoft.com/office/2011/relationships/chartColorStyle" Target="colors35.xml"/><Relationship Id="rId1" Type="http://schemas.microsoft.com/office/2011/relationships/chartStyle" Target="style35.xml"/></Relationships>
</file>

<file path=ppt/charts/_rels/chart36.xml.rels><?xml version="1.0" encoding="UTF-8" standalone="yes"?>
<Relationships xmlns="http://schemas.openxmlformats.org/package/2006/relationships"><Relationship Id="rId3" Type="http://schemas.openxmlformats.org/officeDocument/2006/relationships/oleObject" Target="file:///C:\Users\subir\Downloads\github_large\attribute\ddgan-fairface-gen\fairface_gen_ddgan_5k_dlib.xlsx" TargetMode="External"/><Relationship Id="rId2" Type="http://schemas.microsoft.com/office/2011/relationships/chartColorStyle" Target="colors36.xml"/><Relationship Id="rId1" Type="http://schemas.microsoft.com/office/2011/relationships/chartStyle" Target="style36.xml"/></Relationships>
</file>

<file path=ppt/charts/_rels/chart37.xml.rels><?xml version="1.0" encoding="UTF-8" standalone="yes"?>
<Relationships xmlns="http://schemas.openxmlformats.org/package/2006/relationships"><Relationship Id="rId3" Type="http://schemas.openxmlformats.org/officeDocument/2006/relationships/oleObject" Target="file:///C:\Users\subir\Downloads\github_large\attribute\ddgan-fairface-gen\fairface_gen_ddgan_5k_dlib.xlsx" TargetMode="External"/><Relationship Id="rId2" Type="http://schemas.microsoft.com/office/2011/relationships/chartColorStyle" Target="colors37.xml"/><Relationship Id="rId1" Type="http://schemas.microsoft.com/office/2011/relationships/chartStyle" Target="style37.xml"/></Relationships>
</file>

<file path=ppt/charts/_rels/chart38.xml.rels><?xml version="1.0" encoding="UTF-8" standalone="yes"?>
<Relationships xmlns="http://schemas.openxmlformats.org/package/2006/relationships"><Relationship Id="rId3" Type="http://schemas.openxmlformats.org/officeDocument/2006/relationships/oleObject" Target="file:///C:\Users\subir\Downloads\github_large\attribute\ddgan-fairface-gen\fairface_gen_ddgan_5k_dlib.xlsx" TargetMode="External"/><Relationship Id="rId2" Type="http://schemas.microsoft.com/office/2011/relationships/chartColorStyle" Target="colors38.xml"/><Relationship Id="rId1" Type="http://schemas.microsoft.com/office/2011/relationships/chartStyle" Target="style38.xml"/></Relationships>
</file>

<file path=ppt/charts/_rels/chart39.xml.rels><?xml version="1.0" encoding="UTF-8" standalone="yes"?>
<Relationships xmlns="http://schemas.openxmlformats.org/package/2006/relationships"><Relationship Id="rId3" Type="http://schemas.openxmlformats.org/officeDocument/2006/relationships/oleObject" Target="file:///C:\Users\subir\Downloads\github_large\attribute\ddgan-fairface-gen\fairface_gen_ddgan_5k_dlib.xlsx" TargetMode="External"/><Relationship Id="rId2" Type="http://schemas.microsoft.com/office/2011/relationships/chartColorStyle" Target="colors39.xml"/><Relationship Id="rId1" Type="http://schemas.microsoft.com/office/2011/relationships/chartStyle" Target="style39.xml"/></Relationships>
</file>

<file path=ppt/charts/_rels/chart40.xml.rels><?xml version="1.0" encoding="UTF-8" standalone="yes"?>
<Relationships xmlns="http://schemas.openxmlformats.org/package/2006/relationships"><Relationship Id="rId3" Type="http://schemas.openxmlformats.org/officeDocument/2006/relationships/oleObject" Target="file:///C:\Users\subir\Downloads\github_large\attribute\ddgan-fairface-gen\fairface_gen_ddgan_5k_dlib.xlsx" TargetMode="External"/><Relationship Id="rId2" Type="http://schemas.microsoft.com/office/2011/relationships/chartColorStyle" Target="colors40.xml"/><Relationship Id="rId1" Type="http://schemas.microsoft.com/office/2011/relationships/chartStyle" Target="style40.xml"/></Relationships>
</file>

<file path=ppt/charts/_rels/chart41.xml.rels><?xml version="1.0" encoding="UTF-8" standalone="yes"?>
<Relationships xmlns="http://schemas.openxmlformats.org/package/2006/relationships"><Relationship Id="rId3" Type="http://schemas.openxmlformats.org/officeDocument/2006/relationships/oleObject" Target="file:///C:\Users\subir\Downloads\github_large\attribute\celeba_trndata_dlib.xlsx" TargetMode="External"/><Relationship Id="rId2" Type="http://schemas.microsoft.com/office/2011/relationships/chartColorStyle" Target="colors41.xml"/><Relationship Id="rId1" Type="http://schemas.microsoft.com/office/2011/relationships/chartStyle" Target="style41.xml"/></Relationships>
</file>

<file path=ppt/charts/_rels/chart42.xml.rels><?xml version="1.0" encoding="UTF-8" standalone="yes"?>
<Relationships xmlns="http://schemas.openxmlformats.org/package/2006/relationships"><Relationship Id="rId3" Type="http://schemas.openxmlformats.org/officeDocument/2006/relationships/oleObject" Target="file:///C:\Users\subir\Downloads\github_large\attribute\ddgan-celeba-gen\celeba_gen_ddgan_dlib.xlsx" TargetMode="External"/><Relationship Id="rId2" Type="http://schemas.microsoft.com/office/2011/relationships/chartColorStyle" Target="colors42.xml"/><Relationship Id="rId1" Type="http://schemas.microsoft.com/office/2011/relationships/chartStyle" Target="style42.xml"/></Relationships>
</file>

<file path=ppt/charts/_rels/chart43.xml.rels><?xml version="1.0" encoding="UTF-8" standalone="yes"?>
<Relationships xmlns="http://schemas.openxmlformats.org/package/2006/relationships"><Relationship Id="rId3" Type="http://schemas.openxmlformats.org/officeDocument/2006/relationships/oleObject" Target="file:///C:\Users\subir\Downloads\github_large\attribute\sd-celeba-gen\celeba_gen_sd_dlib.xlsx" TargetMode="External"/><Relationship Id="rId2" Type="http://schemas.microsoft.com/office/2011/relationships/chartColorStyle" Target="colors43.xml"/><Relationship Id="rId1" Type="http://schemas.microsoft.com/office/2011/relationships/chartStyle" Target="style43.xml"/></Relationships>
</file>

<file path=ppt/charts/_rels/chart44.xml.rels><?xml version="1.0" encoding="UTF-8" standalone="yes"?>
<Relationships xmlns="http://schemas.openxmlformats.org/package/2006/relationships"><Relationship Id="rId3" Type="http://schemas.openxmlformats.org/officeDocument/2006/relationships/oleObject" Target="file:///H:\subir\celeba_gen_ddpm_ema_dlib2.xlsx" TargetMode="External"/><Relationship Id="rId2" Type="http://schemas.microsoft.com/office/2011/relationships/chartColorStyle" Target="colors44.xml"/><Relationship Id="rId1" Type="http://schemas.microsoft.com/office/2011/relationships/chartStyle" Target="style44.xml"/></Relationships>
</file>

<file path=ppt/charts/_rels/chart45.xml.rels><?xml version="1.0" encoding="UTF-8" standalone="yes"?>
<Relationships xmlns="http://schemas.openxmlformats.org/package/2006/relationships"><Relationship Id="rId3" Type="http://schemas.openxmlformats.org/officeDocument/2006/relationships/oleObject" Target="file:///C:\Users\subir\Downloads\github_large\attribute\celeba_trndata_dlib.xlsx" TargetMode="External"/><Relationship Id="rId2" Type="http://schemas.microsoft.com/office/2011/relationships/chartColorStyle" Target="colors45.xml"/><Relationship Id="rId1" Type="http://schemas.microsoft.com/office/2011/relationships/chartStyle" Target="style45.xml"/></Relationships>
</file>

<file path=ppt/charts/_rels/chart46.xml.rels><?xml version="1.0" encoding="UTF-8" standalone="yes"?>
<Relationships xmlns="http://schemas.openxmlformats.org/package/2006/relationships"><Relationship Id="rId3" Type="http://schemas.openxmlformats.org/officeDocument/2006/relationships/oleObject" Target="file:///C:\Users\subir\Downloads\github_large\attribute\ddgan-celeba-gen\celeba_gen_ddgan_dlib.xlsx" TargetMode="External"/><Relationship Id="rId2" Type="http://schemas.microsoft.com/office/2011/relationships/chartColorStyle" Target="colors46.xml"/><Relationship Id="rId1" Type="http://schemas.microsoft.com/office/2011/relationships/chartStyle" Target="style46.xml"/></Relationships>
</file>

<file path=ppt/charts/_rels/chart47.xml.rels><?xml version="1.0" encoding="UTF-8" standalone="yes"?>
<Relationships xmlns="http://schemas.openxmlformats.org/package/2006/relationships"><Relationship Id="rId3" Type="http://schemas.openxmlformats.org/officeDocument/2006/relationships/oleObject" Target="file:///C:\Users\subir\Downloads\github_large\attribute\sd-celeba-gen\celeba_gen_sd_dlib.xlsx" TargetMode="External"/><Relationship Id="rId2" Type="http://schemas.microsoft.com/office/2011/relationships/chartColorStyle" Target="colors47.xml"/><Relationship Id="rId1" Type="http://schemas.microsoft.com/office/2011/relationships/chartStyle" Target="style47.xml"/></Relationships>
</file>

<file path=ppt/charts/_rels/chart48.xml.rels><?xml version="1.0" encoding="UTF-8" standalone="yes"?>
<Relationships xmlns="http://schemas.openxmlformats.org/package/2006/relationships"><Relationship Id="rId3" Type="http://schemas.openxmlformats.org/officeDocument/2006/relationships/oleObject" Target="file:///H:\subir\celeba_gen_ddpm_ema_dlib2.xlsx" TargetMode="External"/><Relationship Id="rId2" Type="http://schemas.microsoft.com/office/2011/relationships/chartColorStyle" Target="colors48.xml"/><Relationship Id="rId1" Type="http://schemas.microsoft.com/office/2011/relationships/chartStyle" Target="style48.xml"/></Relationships>
</file>

<file path=ppt/charts/_rels/chart49.xml.rels><?xml version="1.0" encoding="UTF-8" standalone="yes"?>
<Relationships xmlns="http://schemas.openxmlformats.org/package/2006/relationships"><Relationship Id="rId3" Type="http://schemas.openxmlformats.org/officeDocument/2006/relationships/oleObject" Target="file:///C:\Users\subir\Downloads\github_large\attribute\celeba_trndata_dlib.xlsx" TargetMode="External"/><Relationship Id="rId2" Type="http://schemas.microsoft.com/office/2011/relationships/chartColorStyle" Target="colors49.xml"/><Relationship Id="rId1" Type="http://schemas.microsoft.com/office/2011/relationships/chartStyle" Target="style49.xml"/></Relationships>
</file>

<file path=ppt/charts/_rels/chart50.xml.rels><?xml version="1.0" encoding="UTF-8" standalone="yes"?>
<Relationships xmlns="http://schemas.openxmlformats.org/package/2006/relationships"><Relationship Id="rId3" Type="http://schemas.openxmlformats.org/officeDocument/2006/relationships/oleObject" Target="file:///C:\Users\subir\Downloads\github_large\attribute\ddgan-celeba-gen\celeba_gen_ddgan_dlib.xlsx" TargetMode="External"/><Relationship Id="rId2" Type="http://schemas.microsoft.com/office/2011/relationships/chartColorStyle" Target="colors50.xml"/><Relationship Id="rId1" Type="http://schemas.microsoft.com/office/2011/relationships/chartStyle" Target="style50.xml"/></Relationships>
</file>

<file path=ppt/charts/_rels/chart51.xml.rels><?xml version="1.0" encoding="UTF-8" standalone="yes"?>
<Relationships xmlns="http://schemas.openxmlformats.org/package/2006/relationships"><Relationship Id="rId3" Type="http://schemas.openxmlformats.org/officeDocument/2006/relationships/oleObject" Target="file:///C:\Users\subir\Downloads\github_large\attribute\sd-celeba-gen\celeba_gen_sd_dlib.xlsx" TargetMode="External"/><Relationship Id="rId2" Type="http://schemas.microsoft.com/office/2011/relationships/chartColorStyle" Target="colors51.xml"/><Relationship Id="rId1" Type="http://schemas.microsoft.com/office/2011/relationships/chartStyle" Target="style51.xml"/></Relationships>
</file>

<file path=ppt/charts/_rels/chart52.xml.rels><?xml version="1.0" encoding="UTF-8" standalone="yes"?>
<Relationships xmlns="http://schemas.openxmlformats.org/package/2006/relationships"><Relationship Id="rId3" Type="http://schemas.openxmlformats.org/officeDocument/2006/relationships/oleObject" Target="file:///H:\subir\celeba_gen_ddpm_ema_dlib2.xlsx" TargetMode="External"/><Relationship Id="rId2" Type="http://schemas.microsoft.com/office/2011/relationships/chartColorStyle" Target="colors52.xml"/><Relationship Id="rId1" Type="http://schemas.microsoft.com/office/2011/relationships/chartStyle" Target="style52.xml"/></Relationships>
</file>

<file path=ppt/charts/_rels/chart53.xml.rels><?xml version="1.0" encoding="UTF-8" standalone="yes"?>
<Relationships xmlns="http://schemas.openxmlformats.org/package/2006/relationships"><Relationship Id="rId3" Type="http://schemas.openxmlformats.org/officeDocument/2006/relationships/oleObject" Target="file:///C:\Users\subir\Downloads\github_large\attribute\celeba_trndata_dlib.xlsx" TargetMode="External"/><Relationship Id="rId2" Type="http://schemas.microsoft.com/office/2011/relationships/chartColorStyle" Target="colors53.xml"/><Relationship Id="rId1" Type="http://schemas.microsoft.com/office/2011/relationships/chartStyle" Target="style53.xml"/></Relationships>
</file>

<file path=ppt/charts/_rels/chart54.xml.rels><?xml version="1.0" encoding="UTF-8" standalone="yes"?>
<Relationships xmlns="http://schemas.openxmlformats.org/package/2006/relationships"><Relationship Id="rId3" Type="http://schemas.openxmlformats.org/officeDocument/2006/relationships/oleObject" Target="file:///C:\Users\subir\Downloads\github_large\attribute\ddgan-celeba-gen\celeba_gen_ddgan_dlib.xlsx" TargetMode="External"/><Relationship Id="rId2" Type="http://schemas.microsoft.com/office/2011/relationships/chartColorStyle" Target="colors54.xml"/><Relationship Id="rId1" Type="http://schemas.microsoft.com/office/2011/relationships/chartStyle" Target="style54.xml"/></Relationships>
</file>

<file path=ppt/charts/_rels/chart55.xml.rels><?xml version="1.0" encoding="UTF-8" standalone="yes"?>
<Relationships xmlns="http://schemas.openxmlformats.org/package/2006/relationships"><Relationship Id="rId3" Type="http://schemas.openxmlformats.org/officeDocument/2006/relationships/oleObject" Target="file:///C:\Users\subir\Downloads\github_large\attribute\sd-celeba-gen\celeba_gen_sd_dlib.xlsx" TargetMode="External"/><Relationship Id="rId2" Type="http://schemas.microsoft.com/office/2011/relationships/chartColorStyle" Target="colors55.xml"/><Relationship Id="rId1" Type="http://schemas.microsoft.com/office/2011/relationships/chartStyle" Target="style55.xml"/></Relationships>
</file>

<file path=ppt/charts/_rels/chart56.xml.rels><?xml version="1.0" encoding="UTF-8" standalone="yes"?>
<Relationships xmlns="http://schemas.openxmlformats.org/package/2006/relationships"><Relationship Id="rId3" Type="http://schemas.openxmlformats.org/officeDocument/2006/relationships/oleObject" Target="file:///H:\subir\celeba_gen_ddpm_ema_dlib.xlsx" TargetMode="External"/><Relationship Id="rId2" Type="http://schemas.microsoft.com/office/2011/relationships/chartColorStyle" Target="colors56.xml"/><Relationship Id="rId1" Type="http://schemas.microsoft.com/office/2011/relationships/chartStyle" Target="style56.xml"/></Relationships>
</file>

<file path=ppt/charts/_rels/chart57.xml.rels><?xml version="1.0" encoding="UTF-8" standalone="yes"?>
<Relationships xmlns="http://schemas.openxmlformats.org/package/2006/relationships"><Relationship Id="rId3" Type="http://schemas.openxmlformats.org/officeDocument/2006/relationships/oleObject" Target="file:///C:\Users\subir\Downloads\github_large\attribute\celeba_trndata_dlib.xlsx" TargetMode="External"/><Relationship Id="rId2" Type="http://schemas.microsoft.com/office/2011/relationships/chartColorStyle" Target="colors57.xml"/><Relationship Id="rId1" Type="http://schemas.microsoft.com/office/2011/relationships/chartStyle" Target="style57.xml"/></Relationships>
</file>

<file path=ppt/charts/_rels/chart58.xml.rels><?xml version="1.0" encoding="UTF-8" standalone="yes"?>
<Relationships xmlns="http://schemas.openxmlformats.org/package/2006/relationships"><Relationship Id="rId3" Type="http://schemas.openxmlformats.org/officeDocument/2006/relationships/oleObject" Target="file:///C:\Users\subir\Downloads\github_large\attribute\ddgan-celeba-gen\celeba_gen_ddgan_dlib.xlsx" TargetMode="External"/><Relationship Id="rId2" Type="http://schemas.microsoft.com/office/2011/relationships/chartColorStyle" Target="colors58.xml"/><Relationship Id="rId1" Type="http://schemas.microsoft.com/office/2011/relationships/chartStyle" Target="style58.xml"/></Relationships>
</file>

<file path=ppt/charts/_rels/chart59.xml.rels><?xml version="1.0" encoding="UTF-8" standalone="yes"?>
<Relationships xmlns="http://schemas.openxmlformats.org/package/2006/relationships"><Relationship Id="rId3" Type="http://schemas.openxmlformats.org/officeDocument/2006/relationships/oleObject" Target="file:///C:\Users\subir\Downloads\github_large\attribute\sd-celeba-gen\celeba_gen_sd_dlib.xlsx" TargetMode="External"/><Relationship Id="rId2" Type="http://schemas.microsoft.com/office/2011/relationships/chartColorStyle" Target="colors59.xml"/><Relationship Id="rId1" Type="http://schemas.microsoft.com/office/2011/relationships/chartStyle" Target="style59.xml"/></Relationships>
</file>

<file path=ppt/charts/_rels/chart60.xml.rels><?xml version="1.0" encoding="UTF-8" standalone="yes"?>
<Relationships xmlns="http://schemas.openxmlformats.org/package/2006/relationships"><Relationship Id="rId3" Type="http://schemas.openxmlformats.org/officeDocument/2006/relationships/oleObject" Target="file:///H:\subir\celeba_gen_ddpm_ema_dlib.xlsx" TargetMode="External"/><Relationship Id="rId2" Type="http://schemas.microsoft.com/office/2011/relationships/chartColorStyle" Target="colors60.xml"/><Relationship Id="rId1" Type="http://schemas.microsoft.com/office/2011/relationships/chartStyle" Target="style60.xml"/></Relationships>
</file>

<file path=ppt/charts/_rels/chart61.xml.rels><?xml version="1.0" encoding="UTF-8" standalone="yes"?>
<Relationships xmlns="http://schemas.openxmlformats.org/package/2006/relationships"><Relationship Id="rId3" Type="http://schemas.openxmlformats.org/officeDocument/2006/relationships/oleObject" Target="file:///C:\Users\subir\Downloads\github_large\attribute\fairface-train-data\fairface_trndata_dlib.xlsx" TargetMode="External"/><Relationship Id="rId2" Type="http://schemas.microsoft.com/office/2011/relationships/chartColorStyle" Target="colors61.xml"/><Relationship Id="rId1" Type="http://schemas.microsoft.com/office/2011/relationships/chartStyle" Target="style61.xml"/></Relationships>
</file>

<file path=ppt/charts/_rels/chart62.xml.rels><?xml version="1.0" encoding="UTF-8" standalone="yes"?>
<Relationships xmlns="http://schemas.openxmlformats.org/package/2006/relationships"><Relationship Id="rId3" Type="http://schemas.openxmlformats.org/officeDocument/2006/relationships/oleObject" Target="file:///C:\Users\subir\Downloads\github_large\attribute\ddgan-fairface-gen\fairface_gen_ddgan_5k_dlib.xlsx" TargetMode="External"/><Relationship Id="rId2" Type="http://schemas.microsoft.com/office/2011/relationships/chartColorStyle" Target="colors62.xml"/><Relationship Id="rId1" Type="http://schemas.microsoft.com/office/2011/relationships/chartStyle" Target="style62.xml"/></Relationships>
</file>

<file path=ppt/charts/_rels/chart63.xml.rels><?xml version="1.0" encoding="UTF-8" standalone="yes"?>
<Relationships xmlns="http://schemas.openxmlformats.org/package/2006/relationships"><Relationship Id="rId3" Type="http://schemas.openxmlformats.org/officeDocument/2006/relationships/oleObject" Target="file:///H:\subir\fairface_gen_ddpm_ema_dlib.xlsx" TargetMode="External"/><Relationship Id="rId2" Type="http://schemas.microsoft.com/office/2011/relationships/chartColorStyle" Target="colors63.xml"/><Relationship Id="rId1" Type="http://schemas.microsoft.com/office/2011/relationships/chartStyle" Target="style63.xml"/></Relationships>
</file>

<file path=ppt/charts/_rels/chart64.xml.rels><?xml version="1.0" encoding="UTF-8" standalone="yes"?>
<Relationships xmlns="http://schemas.openxmlformats.org/package/2006/relationships"><Relationship Id="rId3" Type="http://schemas.openxmlformats.org/officeDocument/2006/relationships/oleObject" Target="file:///C:\Users\subir\Downloads\github_large\attribute\fairface-train-data\fairface_trndata_dlib.xlsx" TargetMode="External"/><Relationship Id="rId2" Type="http://schemas.microsoft.com/office/2011/relationships/chartColorStyle" Target="colors64.xml"/><Relationship Id="rId1" Type="http://schemas.microsoft.com/office/2011/relationships/chartStyle" Target="style64.xml"/></Relationships>
</file>

<file path=ppt/charts/_rels/chart65.xml.rels><?xml version="1.0" encoding="UTF-8" standalone="yes"?>
<Relationships xmlns="http://schemas.openxmlformats.org/package/2006/relationships"><Relationship Id="rId3" Type="http://schemas.openxmlformats.org/officeDocument/2006/relationships/oleObject" Target="file:///C:\Users\subir\Downloads\github_large\attribute\ddgan-fairface-gen\fairface_gen_ddgan_5k_dlib.xlsx" TargetMode="External"/><Relationship Id="rId2" Type="http://schemas.microsoft.com/office/2011/relationships/chartColorStyle" Target="colors65.xml"/><Relationship Id="rId1" Type="http://schemas.microsoft.com/office/2011/relationships/chartStyle" Target="style65.xml"/></Relationships>
</file>

<file path=ppt/charts/_rels/chart66.xml.rels><?xml version="1.0" encoding="UTF-8" standalone="yes"?>
<Relationships xmlns="http://schemas.openxmlformats.org/package/2006/relationships"><Relationship Id="rId3" Type="http://schemas.openxmlformats.org/officeDocument/2006/relationships/oleObject" Target="file:///H:\subir\fairface_gen_ddpm_ema_dlib.xlsx" TargetMode="External"/><Relationship Id="rId2" Type="http://schemas.microsoft.com/office/2011/relationships/chartColorStyle" Target="colors66.xml"/><Relationship Id="rId1" Type="http://schemas.microsoft.com/office/2011/relationships/chartStyle" Target="style66.xml"/></Relationships>
</file>

<file path=ppt/charts/_rels/chart67.xml.rels><?xml version="1.0" encoding="UTF-8" standalone="yes"?>
<Relationships xmlns="http://schemas.openxmlformats.org/package/2006/relationships"><Relationship Id="rId3" Type="http://schemas.openxmlformats.org/officeDocument/2006/relationships/oleObject" Target="file:///C:\Users\subir\Downloads\github_large\attribute\fairface-train-data\fairface_trndata_dlib.xlsx" TargetMode="External"/><Relationship Id="rId2" Type="http://schemas.microsoft.com/office/2011/relationships/chartColorStyle" Target="colors67.xml"/><Relationship Id="rId1" Type="http://schemas.microsoft.com/office/2011/relationships/chartStyle" Target="style67.xml"/></Relationships>
</file>

<file path=ppt/charts/_rels/chart68.xml.rels><?xml version="1.0" encoding="UTF-8" standalone="yes"?>
<Relationships xmlns="http://schemas.openxmlformats.org/package/2006/relationships"><Relationship Id="rId3" Type="http://schemas.openxmlformats.org/officeDocument/2006/relationships/oleObject" Target="file:///C:\Users\subir\Downloads\github_large\attribute\ddgan-fairface-gen\fairface_gen_ddgan_5k_dlib.xlsx" TargetMode="External"/><Relationship Id="rId2" Type="http://schemas.microsoft.com/office/2011/relationships/chartColorStyle" Target="colors68.xml"/><Relationship Id="rId1" Type="http://schemas.microsoft.com/office/2011/relationships/chartStyle" Target="style68.xml"/></Relationships>
</file>

<file path=ppt/charts/_rels/chart69.xml.rels><?xml version="1.0" encoding="UTF-8" standalone="yes"?>
<Relationships xmlns="http://schemas.openxmlformats.org/package/2006/relationships"><Relationship Id="rId3" Type="http://schemas.openxmlformats.org/officeDocument/2006/relationships/oleObject" Target="file:///H:\subir\fairface_gen_ddpm_ema_dlib.xlsx" TargetMode="External"/><Relationship Id="rId2" Type="http://schemas.microsoft.com/office/2011/relationships/chartColorStyle" Target="colors69.xml"/><Relationship Id="rId1" Type="http://schemas.microsoft.com/office/2011/relationships/chartStyle" Target="style69.xml"/></Relationships>
</file>

<file path=ppt/charts/_rels/chart70.xml.rels><?xml version="1.0" encoding="UTF-8" standalone="yes"?>
<Relationships xmlns="http://schemas.openxmlformats.org/package/2006/relationships"><Relationship Id="rId3" Type="http://schemas.openxmlformats.org/officeDocument/2006/relationships/oleObject" Target="file:///C:\Users\subir\Downloads\github_large\attribute\fairface-train-data\fairface_trndata_dlib.xlsx" TargetMode="External"/><Relationship Id="rId2" Type="http://schemas.microsoft.com/office/2011/relationships/chartColorStyle" Target="colors70.xml"/><Relationship Id="rId1" Type="http://schemas.microsoft.com/office/2011/relationships/chartStyle" Target="style70.xml"/></Relationships>
</file>

<file path=ppt/charts/_rels/chart71.xml.rels><?xml version="1.0" encoding="UTF-8" standalone="yes"?>
<Relationships xmlns="http://schemas.openxmlformats.org/package/2006/relationships"><Relationship Id="rId3" Type="http://schemas.openxmlformats.org/officeDocument/2006/relationships/oleObject" Target="file:///C:\Users\subir\Downloads\github_large\attribute\ddgan-fairface-gen\fairface_gen_ddgan_5k_dlib.xlsx" TargetMode="External"/><Relationship Id="rId2" Type="http://schemas.microsoft.com/office/2011/relationships/chartColorStyle" Target="colors71.xml"/><Relationship Id="rId1" Type="http://schemas.microsoft.com/office/2011/relationships/chartStyle" Target="style71.xml"/></Relationships>
</file>

<file path=ppt/charts/_rels/chart72.xml.rels><?xml version="1.0" encoding="UTF-8" standalone="yes"?>
<Relationships xmlns="http://schemas.openxmlformats.org/package/2006/relationships"><Relationship Id="rId3" Type="http://schemas.openxmlformats.org/officeDocument/2006/relationships/oleObject" Target="file:///H:\subir\fairface_gen_ddpm_ema_dlib.xlsx" TargetMode="External"/><Relationship Id="rId2" Type="http://schemas.microsoft.com/office/2011/relationships/chartColorStyle" Target="colors72.xml"/><Relationship Id="rId1" Type="http://schemas.microsoft.com/office/2011/relationships/chartStyle" Target="style72.xml"/></Relationships>
</file>

<file path=ppt/charts/_rels/chart73.xml.rels><?xml version="1.0" encoding="UTF-8" standalone="yes"?>
<Relationships xmlns="http://schemas.openxmlformats.org/package/2006/relationships"><Relationship Id="rId3" Type="http://schemas.openxmlformats.org/officeDocument/2006/relationships/oleObject" Target="file:///C:\Users\subir\Downloads\github_large\attribute\fairface-train-data\fairface_trndata_dlib.xlsx" TargetMode="External"/><Relationship Id="rId2" Type="http://schemas.microsoft.com/office/2011/relationships/chartColorStyle" Target="colors73.xml"/><Relationship Id="rId1" Type="http://schemas.microsoft.com/office/2011/relationships/chartStyle" Target="style73.xml"/></Relationships>
</file>

<file path=ppt/charts/_rels/chart74.xml.rels><?xml version="1.0" encoding="UTF-8" standalone="yes"?>
<Relationships xmlns="http://schemas.openxmlformats.org/package/2006/relationships"><Relationship Id="rId3" Type="http://schemas.openxmlformats.org/officeDocument/2006/relationships/oleObject" Target="file:///C:\Users\subir\Downloads\github_large\attribute\ddgan-fairface-gen\fairface_gen_ddgan_5k_dlib.xlsx" TargetMode="External"/><Relationship Id="rId2" Type="http://schemas.microsoft.com/office/2011/relationships/chartColorStyle" Target="colors74.xml"/><Relationship Id="rId1" Type="http://schemas.microsoft.com/office/2011/relationships/chartStyle" Target="style74.xml"/></Relationships>
</file>

<file path=ppt/charts/_rels/chart75.xml.rels><?xml version="1.0" encoding="UTF-8" standalone="yes"?>
<Relationships xmlns="http://schemas.openxmlformats.org/package/2006/relationships"><Relationship Id="rId3" Type="http://schemas.openxmlformats.org/officeDocument/2006/relationships/oleObject" Target="file:///H:\subir\fairface_gen_ddpm_ema_dlib.xlsx" TargetMode="External"/><Relationship Id="rId2" Type="http://schemas.microsoft.com/office/2011/relationships/chartColorStyle" Target="colors75.xml"/><Relationship Id="rId1" Type="http://schemas.microsoft.com/office/2011/relationships/chartStyle" Target="style75.xml"/></Relationships>
</file>

<file path=ppt/charts/_rels/chart76.xml.rels><?xml version="1.0" encoding="UTF-8" standalone="yes"?>
<Relationships xmlns="http://schemas.openxmlformats.org/package/2006/relationships"><Relationship Id="rId3" Type="http://schemas.openxmlformats.org/officeDocument/2006/relationships/oleObject" Target="file:///C:\Users\subir\Downloads\github_large\attribute\fairface-train-data\fairface_trndata_dlib_balanced.xlsx" TargetMode="External"/><Relationship Id="rId2" Type="http://schemas.microsoft.com/office/2011/relationships/chartColorStyle" Target="colors76.xml"/><Relationship Id="rId1" Type="http://schemas.microsoft.com/office/2011/relationships/chartStyle" Target="style76.xml"/></Relationships>
</file>

<file path=ppt/charts/_rels/chart77.xml.rels><?xml version="1.0" encoding="UTF-8" standalone="yes"?>
<Relationships xmlns="http://schemas.openxmlformats.org/package/2006/relationships"><Relationship Id="rId3" Type="http://schemas.openxmlformats.org/officeDocument/2006/relationships/oleObject" Target="file:///C:\Users\subir\Downloads\github_large\attribute\ddgan-fairface_bal-gen\ep=225\fairface_bal_gen_ddgan_dlib.xlsx" TargetMode="External"/><Relationship Id="rId2" Type="http://schemas.microsoft.com/office/2011/relationships/chartColorStyle" Target="colors77.xml"/><Relationship Id="rId1" Type="http://schemas.microsoft.com/office/2011/relationships/chartStyle" Target="style77.xml"/></Relationships>
</file>

<file path=ppt/charts/_rels/chart78.xml.rels><?xml version="1.0" encoding="UTF-8" standalone="yes"?>
<Relationships xmlns="http://schemas.openxmlformats.org/package/2006/relationships"><Relationship Id="rId3" Type="http://schemas.openxmlformats.org/officeDocument/2006/relationships/oleObject" Target="file:///C:\Users\subir\Downloads\github_large\attribute\ddpm-fairface_bal-gen\Book1.xlsx" TargetMode="External"/><Relationship Id="rId2" Type="http://schemas.microsoft.com/office/2011/relationships/chartColorStyle" Target="colors78.xml"/><Relationship Id="rId1" Type="http://schemas.microsoft.com/office/2011/relationships/chartStyle" Target="style78.xml"/></Relationships>
</file>

<file path=ppt/charts/_rels/chart79.xml.rels><?xml version="1.0" encoding="UTF-8" standalone="yes"?>
<Relationships xmlns="http://schemas.openxmlformats.org/package/2006/relationships"><Relationship Id="rId3" Type="http://schemas.openxmlformats.org/officeDocument/2006/relationships/oleObject" Target="file:///C:\Users\subir\Downloads\github_large\attribute\ddpm-fairface_bal-gen\fairface_bal_gen_ddpm_ema_dlib.xlsx" TargetMode="External"/><Relationship Id="rId2" Type="http://schemas.microsoft.com/office/2011/relationships/chartColorStyle" Target="colors79.xml"/><Relationship Id="rId1" Type="http://schemas.microsoft.com/office/2011/relationships/chartStyle" Target="style79.xml"/></Relationships>
</file>

<file path=ppt/charts/_rels/chart80.xml.rels><?xml version="1.0" encoding="UTF-8" standalone="yes"?>
<Relationships xmlns="http://schemas.openxmlformats.org/package/2006/relationships"><Relationship Id="rId3" Type="http://schemas.openxmlformats.org/officeDocument/2006/relationships/oleObject" Target="file:///C:\Users\subir\Downloads\github_large\attribute\fairface-train-data\fairface_trndata_dlib_balanced.xlsx" TargetMode="External"/><Relationship Id="rId2" Type="http://schemas.microsoft.com/office/2011/relationships/chartColorStyle" Target="colors80.xml"/><Relationship Id="rId1" Type="http://schemas.microsoft.com/office/2011/relationships/chartStyle" Target="style80.xml"/></Relationships>
</file>

<file path=ppt/charts/_rels/chart81.xml.rels><?xml version="1.0" encoding="UTF-8" standalone="yes"?>
<Relationships xmlns="http://schemas.openxmlformats.org/package/2006/relationships"><Relationship Id="rId3" Type="http://schemas.openxmlformats.org/officeDocument/2006/relationships/oleObject" Target="file:///C:\Users\subir\Downloads\github_large\attribute\ddgan-fairface_bal-gen\ep=225\fairface_bal_gen_ddgan_dlib.xlsx" TargetMode="External"/><Relationship Id="rId2" Type="http://schemas.microsoft.com/office/2011/relationships/chartColorStyle" Target="colors81.xml"/><Relationship Id="rId1" Type="http://schemas.microsoft.com/office/2011/relationships/chartStyle" Target="style81.xml"/></Relationships>
</file>

<file path=ppt/charts/_rels/chart82.xml.rels><?xml version="1.0" encoding="UTF-8" standalone="yes"?>
<Relationships xmlns="http://schemas.openxmlformats.org/package/2006/relationships"><Relationship Id="rId3" Type="http://schemas.openxmlformats.org/officeDocument/2006/relationships/oleObject" Target="file:///C:\Users\subir\Downloads\github_large\attribute\ddpm-fairface_bal-gen\Book1.xlsx" TargetMode="External"/><Relationship Id="rId2" Type="http://schemas.microsoft.com/office/2011/relationships/chartColorStyle" Target="colors82.xml"/><Relationship Id="rId1" Type="http://schemas.microsoft.com/office/2011/relationships/chartStyle" Target="style82.xml"/></Relationships>
</file>

<file path=ppt/charts/_rels/chart83.xml.rels><?xml version="1.0" encoding="UTF-8" standalone="yes"?>
<Relationships xmlns="http://schemas.openxmlformats.org/package/2006/relationships"><Relationship Id="rId3" Type="http://schemas.openxmlformats.org/officeDocument/2006/relationships/oleObject" Target="file:///C:\Users\subir\Downloads\github_large\attribute\ddpm-fairface_bal-gen\fairface_bal_gen_ddpm_ema_dlib.xlsx" TargetMode="External"/><Relationship Id="rId2" Type="http://schemas.microsoft.com/office/2011/relationships/chartColorStyle" Target="colors83.xml"/><Relationship Id="rId1" Type="http://schemas.microsoft.com/office/2011/relationships/chartStyle" Target="style83.xml"/></Relationships>
</file>

<file path=ppt/charts/_rels/chart84.xml.rels><?xml version="1.0" encoding="UTF-8" standalone="yes"?>
<Relationships xmlns="http://schemas.openxmlformats.org/package/2006/relationships"><Relationship Id="rId3" Type="http://schemas.openxmlformats.org/officeDocument/2006/relationships/oleObject" Target="file:///C:\Users\subir\Downloads\github_large\attribute\fairface-train-data\fairface_trndata_dlib_balanced.xlsx" TargetMode="External"/><Relationship Id="rId2" Type="http://schemas.microsoft.com/office/2011/relationships/chartColorStyle" Target="colors84.xml"/><Relationship Id="rId1" Type="http://schemas.microsoft.com/office/2011/relationships/chartStyle" Target="style84.xml"/></Relationships>
</file>

<file path=ppt/charts/_rels/chart85.xml.rels><?xml version="1.0" encoding="UTF-8" standalone="yes"?>
<Relationships xmlns="http://schemas.openxmlformats.org/package/2006/relationships"><Relationship Id="rId3" Type="http://schemas.openxmlformats.org/officeDocument/2006/relationships/oleObject" Target="file:///C:\Users\subir\Downloads\github_large\attribute\ddgan-fairface_bal-gen\ep=225\fairface_bal_gen_ddgan_dlib.xlsx" TargetMode="External"/><Relationship Id="rId2" Type="http://schemas.microsoft.com/office/2011/relationships/chartColorStyle" Target="colors85.xml"/><Relationship Id="rId1" Type="http://schemas.microsoft.com/office/2011/relationships/chartStyle" Target="style85.xml"/></Relationships>
</file>

<file path=ppt/charts/_rels/chart86.xml.rels><?xml version="1.0" encoding="UTF-8" standalone="yes"?>
<Relationships xmlns="http://schemas.openxmlformats.org/package/2006/relationships"><Relationship Id="rId3" Type="http://schemas.openxmlformats.org/officeDocument/2006/relationships/oleObject" Target="file:///C:\Users\subir\Downloads\github_large\attribute\ddpm-fairface_bal-gen\Book1.xlsx" TargetMode="External"/><Relationship Id="rId2" Type="http://schemas.microsoft.com/office/2011/relationships/chartColorStyle" Target="colors86.xml"/><Relationship Id="rId1" Type="http://schemas.microsoft.com/office/2011/relationships/chartStyle" Target="style86.xml"/></Relationships>
</file>

<file path=ppt/charts/_rels/chart87.xml.rels><?xml version="1.0" encoding="UTF-8" standalone="yes"?>
<Relationships xmlns="http://schemas.openxmlformats.org/package/2006/relationships"><Relationship Id="rId3" Type="http://schemas.openxmlformats.org/officeDocument/2006/relationships/oleObject" Target="file:///C:\Users\subir\Downloads\github_large\attribute\ddpm-fairface_bal-gen\fairface_bal_gen_ddpm_ema_dlib.xlsx" TargetMode="External"/><Relationship Id="rId2" Type="http://schemas.microsoft.com/office/2011/relationships/chartColorStyle" Target="colors87.xml"/><Relationship Id="rId1" Type="http://schemas.microsoft.com/office/2011/relationships/chartStyle" Target="style87.xml"/></Relationships>
</file>

<file path=ppt/charts/_rels/chart88.xml.rels><?xml version="1.0" encoding="UTF-8" standalone="yes"?>
<Relationships xmlns="http://schemas.openxmlformats.org/package/2006/relationships"><Relationship Id="rId3" Type="http://schemas.openxmlformats.org/officeDocument/2006/relationships/oleObject" Target="file:///C:\Users\subir\Downloads\github_large\attribute\fairface-train-data\fairface_trndata_dlib_balanced.xlsx" TargetMode="External"/><Relationship Id="rId2" Type="http://schemas.microsoft.com/office/2011/relationships/chartColorStyle" Target="colors88.xml"/><Relationship Id="rId1" Type="http://schemas.microsoft.com/office/2011/relationships/chartStyle" Target="style88.xml"/></Relationships>
</file>

<file path=ppt/charts/_rels/chart89.xml.rels><?xml version="1.0" encoding="UTF-8" standalone="yes"?>
<Relationships xmlns="http://schemas.openxmlformats.org/package/2006/relationships"><Relationship Id="rId3" Type="http://schemas.openxmlformats.org/officeDocument/2006/relationships/oleObject" Target="file:///C:\Users\subir\Downloads\github_large\attribute\ddgan-fairface_bal-gen\ep=225\fairface_bal_gen_ddgan_dlib.xlsx" TargetMode="External"/><Relationship Id="rId2" Type="http://schemas.microsoft.com/office/2011/relationships/chartColorStyle" Target="colors89.xml"/><Relationship Id="rId1" Type="http://schemas.microsoft.com/office/2011/relationships/chartStyle" Target="style89.xml"/></Relationships>
</file>

<file path=ppt/charts/_rels/chart90.xml.rels><?xml version="1.0" encoding="UTF-8" standalone="yes"?>
<Relationships xmlns="http://schemas.openxmlformats.org/package/2006/relationships"><Relationship Id="rId3" Type="http://schemas.openxmlformats.org/officeDocument/2006/relationships/oleObject" Target="file:///C:\Users\subir\Downloads\github_large\attribute\fairface-train-data\fairface_trndata_dlib_balanced.xlsx" TargetMode="External"/><Relationship Id="rId2" Type="http://schemas.microsoft.com/office/2011/relationships/chartColorStyle" Target="colors90.xml"/><Relationship Id="rId1" Type="http://schemas.microsoft.com/office/2011/relationships/chartStyle" Target="style90.xml"/></Relationships>
</file>

<file path=ppt/charts/_rels/chart91.xml.rels><?xml version="1.0" encoding="UTF-8" standalone="yes"?>
<Relationships xmlns="http://schemas.openxmlformats.org/package/2006/relationships"><Relationship Id="rId3" Type="http://schemas.openxmlformats.org/officeDocument/2006/relationships/oleObject" Target="file:///C:\Users\subir\Downloads\github_large\attribute\ddgan-fairface_bal-gen\ep=225\fairface_bal_gen_ddgan_dlib.xlsx" TargetMode="External"/><Relationship Id="rId2" Type="http://schemas.microsoft.com/office/2011/relationships/chartColorStyle" Target="colors91.xml"/><Relationship Id="rId1" Type="http://schemas.microsoft.com/office/2011/relationships/chartStyle" Target="style9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Sheet2!$E$3</c:f>
              <c:strCache>
                <c:ptCount val="1"/>
                <c:pt idx="0">
                  <c:v>Race4</c:v>
                </c:pt>
              </c:strCache>
            </c:strRef>
          </c:tx>
          <c:spPr>
            <a:solidFill>
              <a:schemeClr val="accent1"/>
            </a:solidFill>
            <a:ln>
              <a:noFill/>
            </a:ln>
            <a:effectLst/>
          </c:spPr>
          <c:invertIfNegative val="0"/>
          <c:cat>
            <c:strRef>
              <c:f>Sheet2!$D$4:$D$7</c:f>
              <c:strCache>
                <c:ptCount val="4"/>
                <c:pt idx="0">
                  <c:v>Asian</c:v>
                </c:pt>
                <c:pt idx="1">
                  <c:v>Black</c:v>
                </c:pt>
                <c:pt idx="2">
                  <c:v>Indian</c:v>
                </c:pt>
                <c:pt idx="3">
                  <c:v>White</c:v>
                </c:pt>
              </c:strCache>
            </c:strRef>
          </c:cat>
          <c:val>
            <c:numRef>
              <c:f>Sheet2!$E$4:$E$7</c:f>
              <c:numCache>
                <c:formatCode>General</c:formatCode>
                <c:ptCount val="4"/>
                <c:pt idx="0">
                  <c:v>1290</c:v>
                </c:pt>
                <c:pt idx="1">
                  <c:v>1834</c:v>
                </c:pt>
                <c:pt idx="2">
                  <c:v>1291</c:v>
                </c:pt>
                <c:pt idx="3">
                  <c:v>22679</c:v>
                </c:pt>
              </c:numCache>
            </c:numRef>
          </c:val>
          <c:extLst>
            <c:ext xmlns:c16="http://schemas.microsoft.com/office/drawing/2014/chart" uri="{C3380CC4-5D6E-409C-BE32-E72D297353CC}">
              <c16:uniqueId val="{00000000-771C-4D49-A5B7-30DFB14DA7A0}"/>
            </c:ext>
          </c:extLst>
        </c:ser>
        <c:dLbls>
          <c:showLegendKey val="0"/>
          <c:showVal val="0"/>
          <c:showCatName val="0"/>
          <c:showSerName val="0"/>
          <c:showPercent val="0"/>
          <c:showBubbleSize val="0"/>
        </c:dLbls>
        <c:gapWidth val="219"/>
        <c:overlap val="-27"/>
        <c:axId val="1231446880"/>
        <c:axId val="2011756288"/>
      </c:barChart>
      <c:catAx>
        <c:axId val="123144688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11756288"/>
        <c:crosses val="autoZero"/>
        <c:auto val="1"/>
        <c:lblAlgn val="ctr"/>
        <c:lblOffset val="100"/>
        <c:noMultiLvlLbl val="0"/>
      </c:catAx>
      <c:valAx>
        <c:axId val="201175628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31446880"/>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Sheet3!$E$3</c:f>
              <c:strCache>
                <c:ptCount val="1"/>
                <c:pt idx="0">
                  <c:v>Gender</c:v>
                </c:pt>
              </c:strCache>
            </c:strRef>
          </c:tx>
          <c:spPr>
            <a:solidFill>
              <a:schemeClr val="accent1"/>
            </a:solidFill>
            <a:ln>
              <a:noFill/>
            </a:ln>
            <a:effectLst/>
          </c:spPr>
          <c:invertIfNegative val="0"/>
          <c:cat>
            <c:strRef>
              <c:f>Sheet3!$D$4:$D$5</c:f>
              <c:strCache>
                <c:ptCount val="2"/>
                <c:pt idx="0">
                  <c:v>Female</c:v>
                </c:pt>
                <c:pt idx="1">
                  <c:v>Male</c:v>
                </c:pt>
              </c:strCache>
            </c:strRef>
          </c:cat>
          <c:val>
            <c:numRef>
              <c:f>Sheet3!$E$4:$E$5</c:f>
              <c:numCache>
                <c:formatCode>General</c:formatCode>
                <c:ptCount val="2"/>
                <c:pt idx="0">
                  <c:v>17419</c:v>
                </c:pt>
                <c:pt idx="1">
                  <c:v>9675</c:v>
                </c:pt>
              </c:numCache>
            </c:numRef>
          </c:val>
          <c:extLst>
            <c:ext xmlns:c16="http://schemas.microsoft.com/office/drawing/2014/chart" uri="{C3380CC4-5D6E-409C-BE32-E72D297353CC}">
              <c16:uniqueId val="{00000000-E6D4-4D69-A560-26BBBECD76AF}"/>
            </c:ext>
          </c:extLst>
        </c:ser>
        <c:dLbls>
          <c:showLegendKey val="0"/>
          <c:showVal val="0"/>
          <c:showCatName val="0"/>
          <c:showSerName val="0"/>
          <c:showPercent val="0"/>
          <c:showBubbleSize val="0"/>
        </c:dLbls>
        <c:gapWidth val="219"/>
        <c:overlap val="-27"/>
        <c:axId val="2054732448"/>
        <c:axId val="2011759264"/>
      </c:barChart>
      <c:catAx>
        <c:axId val="205473244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11759264"/>
        <c:crosses val="autoZero"/>
        <c:auto val="1"/>
        <c:lblAlgn val="ctr"/>
        <c:lblOffset val="100"/>
        <c:noMultiLvlLbl val="0"/>
      </c:catAx>
      <c:valAx>
        <c:axId val="201175926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54732448"/>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Sheet4!$E$3</c:f>
              <c:strCache>
                <c:ptCount val="1"/>
                <c:pt idx="0">
                  <c:v>Age</c:v>
                </c:pt>
              </c:strCache>
            </c:strRef>
          </c:tx>
          <c:spPr>
            <a:solidFill>
              <a:schemeClr val="accent1"/>
            </a:solidFill>
            <a:ln>
              <a:noFill/>
            </a:ln>
            <a:effectLst/>
          </c:spPr>
          <c:invertIfNegative val="0"/>
          <c:cat>
            <c:strRef>
              <c:f>Sheet4!$D$4:$D$12</c:f>
              <c:strCache>
                <c:ptCount val="9"/>
                <c:pt idx="0">
                  <c:v>0-2</c:v>
                </c:pt>
                <c:pt idx="1">
                  <c:v>03-09_</c:v>
                </c:pt>
                <c:pt idx="2">
                  <c:v>10-19_</c:v>
                </c:pt>
                <c:pt idx="3">
                  <c:v>20-29</c:v>
                </c:pt>
                <c:pt idx="4">
                  <c:v>30-39</c:v>
                </c:pt>
                <c:pt idx="5">
                  <c:v>40-49</c:v>
                </c:pt>
                <c:pt idx="6">
                  <c:v>50-59</c:v>
                </c:pt>
                <c:pt idx="7">
                  <c:v>60-69</c:v>
                </c:pt>
                <c:pt idx="8">
                  <c:v>70+</c:v>
                </c:pt>
              </c:strCache>
            </c:strRef>
          </c:cat>
          <c:val>
            <c:numRef>
              <c:f>Sheet4!$E$4:$E$12</c:f>
              <c:numCache>
                <c:formatCode>General</c:formatCode>
                <c:ptCount val="9"/>
                <c:pt idx="0">
                  <c:v>1</c:v>
                </c:pt>
                <c:pt idx="1">
                  <c:v>53</c:v>
                </c:pt>
                <c:pt idx="2">
                  <c:v>835</c:v>
                </c:pt>
                <c:pt idx="3">
                  <c:v>16375</c:v>
                </c:pt>
                <c:pt idx="4">
                  <c:v>5702</c:v>
                </c:pt>
                <c:pt idx="5">
                  <c:v>1949</c:v>
                </c:pt>
                <c:pt idx="6">
                  <c:v>1352</c:v>
                </c:pt>
                <c:pt idx="7">
                  <c:v>652</c:v>
                </c:pt>
                <c:pt idx="8">
                  <c:v>175</c:v>
                </c:pt>
              </c:numCache>
            </c:numRef>
          </c:val>
          <c:extLst>
            <c:ext xmlns:c16="http://schemas.microsoft.com/office/drawing/2014/chart" uri="{C3380CC4-5D6E-409C-BE32-E72D297353CC}">
              <c16:uniqueId val="{00000000-59DF-4B95-B0A1-9A55F419ABA7}"/>
            </c:ext>
          </c:extLst>
        </c:ser>
        <c:dLbls>
          <c:showLegendKey val="0"/>
          <c:showVal val="0"/>
          <c:showCatName val="0"/>
          <c:showSerName val="0"/>
          <c:showPercent val="0"/>
          <c:showBubbleSize val="0"/>
        </c:dLbls>
        <c:gapWidth val="219"/>
        <c:overlap val="-27"/>
        <c:axId val="2054725248"/>
        <c:axId val="2033633360"/>
      </c:barChart>
      <c:catAx>
        <c:axId val="205472524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33633360"/>
        <c:crosses val="autoZero"/>
        <c:auto val="1"/>
        <c:lblAlgn val="ctr"/>
        <c:lblOffset val="100"/>
        <c:noMultiLvlLbl val="0"/>
      </c:catAx>
      <c:valAx>
        <c:axId val="203363336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54725248"/>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[celeba_trndata_dlib.xlsx]Sheet7!PivotTable23</c:name>
    <c:fmtId val="3"/>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Sheet7!$B$3</c:f>
              <c:strCache>
                <c:ptCount val="1"/>
                <c:pt idx="0">
                  <c:v>Total</c:v>
                </c:pt>
              </c:strCache>
            </c:strRef>
          </c:tx>
          <c:spPr>
            <a:solidFill>
              <a:schemeClr val="accent1"/>
            </a:solidFill>
            <a:ln>
              <a:noFill/>
            </a:ln>
            <a:effectLst/>
          </c:spPr>
          <c:invertIfNegative val="0"/>
          <c:cat>
            <c:multiLvlStrRef>
              <c:f>Sheet7!$A$4:$A$14</c:f>
              <c:multiLvlStrCache>
                <c:ptCount val="8"/>
                <c:lvl>
                  <c:pt idx="0">
                    <c:v>Asian</c:v>
                  </c:pt>
                  <c:pt idx="1">
                    <c:v>Black</c:v>
                  </c:pt>
                  <c:pt idx="2">
                    <c:v>Indian</c:v>
                  </c:pt>
                  <c:pt idx="3">
                    <c:v>White</c:v>
                  </c:pt>
                  <c:pt idx="4">
                    <c:v>Asian</c:v>
                  </c:pt>
                  <c:pt idx="5">
                    <c:v>Black</c:v>
                  </c:pt>
                  <c:pt idx="6">
                    <c:v>Indian</c:v>
                  </c:pt>
                  <c:pt idx="7">
                    <c:v>White</c:v>
                  </c:pt>
                </c:lvl>
                <c:lvl>
                  <c:pt idx="0">
                    <c:v>Female</c:v>
                  </c:pt>
                  <c:pt idx="4">
                    <c:v>Male</c:v>
                  </c:pt>
                </c:lvl>
              </c:multiLvlStrCache>
            </c:multiLvlStrRef>
          </c:cat>
          <c:val>
            <c:numRef>
              <c:f>Sheet7!$B$4:$B$14</c:f>
              <c:numCache>
                <c:formatCode>General</c:formatCode>
                <c:ptCount val="8"/>
                <c:pt idx="0">
                  <c:v>929</c:v>
                </c:pt>
                <c:pt idx="1">
                  <c:v>796</c:v>
                </c:pt>
                <c:pt idx="2">
                  <c:v>791</c:v>
                </c:pt>
                <c:pt idx="3">
                  <c:v>14903</c:v>
                </c:pt>
                <c:pt idx="4">
                  <c:v>361</c:v>
                </c:pt>
                <c:pt idx="5">
                  <c:v>1038</c:v>
                </c:pt>
                <c:pt idx="6">
                  <c:v>500</c:v>
                </c:pt>
                <c:pt idx="7">
                  <c:v>7776</c:v>
                </c:pt>
              </c:numCache>
            </c:numRef>
          </c:val>
          <c:extLst>
            <c:ext xmlns:c16="http://schemas.microsoft.com/office/drawing/2014/chart" uri="{C3380CC4-5D6E-409C-BE32-E72D297353CC}">
              <c16:uniqueId val="{00000000-2E7F-4E45-A95A-9F33DBA25339}"/>
            </c:ext>
          </c:extLst>
        </c:ser>
        <c:dLbls>
          <c:showLegendKey val="0"/>
          <c:showVal val="0"/>
          <c:showCatName val="0"/>
          <c:showSerName val="0"/>
          <c:showPercent val="0"/>
          <c:showBubbleSize val="0"/>
        </c:dLbls>
        <c:gapWidth val="219"/>
        <c:overlap val="-27"/>
        <c:axId val="2054718048"/>
        <c:axId val="2031124144"/>
      </c:barChart>
      <c:catAx>
        <c:axId val="205471804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31124144"/>
        <c:crosses val="autoZero"/>
        <c:auto val="1"/>
        <c:lblAlgn val="ctr"/>
        <c:lblOffset val="100"/>
        <c:noMultiLvlLbl val="0"/>
      </c:catAx>
      <c:valAx>
        <c:axId val="203112414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54718048"/>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8"/>
    </mc:Choice>
    <mc:Fallback>
      <c:style val="8"/>
    </mc:Fallback>
  </mc:AlternateContent>
  <c:pivotSource>
    <c:name>[celeba_trndata_dlib.xlsx]Sheet6!PivotTable22</c:name>
    <c:fmtId val="5"/>
  </c:pivotSource>
  <c:chart>
    <c:autoTitleDeleted val="1"/>
    <c:pivotFmts>
      <c:pivotFmt>
        <c:idx val="0"/>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Sheet6!$B$3</c:f>
              <c:strCache>
                <c:ptCount val="1"/>
                <c:pt idx="0">
                  <c:v>Total</c:v>
                </c:pt>
              </c:strCache>
            </c:strRef>
          </c:tx>
          <c:spPr>
            <a:solidFill>
              <a:schemeClr val="accent6">
                <a:lumMod val="75000"/>
              </a:schemeClr>
            </a:solidFill>
            <a:ln>
              <a:noFill/>
            </a:ln>
            <a:effectLst/>
          </c:spPr>
          <c:invertIfNegative val="0"/>
          <c:cat>
            <c:multiLvlStrRef>
              <c:f>Sheet6!$A$4:$A$16</c:f>
              <c:multiLvlStrCache>
                <c:ptCount val="8"/>
                <c:lvl>
                  <c:pt idx="0">
                    <c:v>Female</c:v>
                  </c:pt>
                  <c:pt idx="1">
                    <c:v>Male</c:v>
                  </c:pt>
                  <c:pt idx="2">
                    <c:v>Female</c:v>
                  </c:pt>
                  <c:pt idx="3">
                    <c:v>Male</c:v>
                  </c:pt>
                  <c:pt idx="4">
                    <c:v>Female</c:v>
                  </c:pt>
                  <c:pt idx="5">
                    <c:v>Male</c:v>
                  </c:pt>
                  <c:pt idx="6">
                    <c:v>Female</c:v>
                  </c:pt>
                  <c:pt idx="7">
                    <c:v>Male</c:v>
                  </c:pt>
                </c:lvl>
                <c:lvl>
                  <c:pt idx="0">
                    <c:v>Asian</c:v>
                  </c:pt>
                  <c:pt idx="2">
                    <c:v>Black</c:v>
                  </c:pt>
                  <c:pt idx="4">
                    <c:v>Indian</c:v>
                  </c:pt>
                  <c:pt idx="6">
                    <c:v>White</c:v>
                  </c:pt>
                </c:lvl>
              </c:multiLvlStrCache>
            </c:multiLvlStrRef>
          </c:cat>
          <c:val>
            <c:numRef>
              <c:f>Sheet6!$B$4:$B$16</c:f>
              <c:numCache>
                <c:formatCode>General</c:formatCode>
                <c:ptCount val="8"/>
                <c:pt idx="0">
                  <c:v>929</c:v>
                </c:pt>
                <c:pt idx="1">
                  <c:v>361</c:v>
                </c:pt>
                <c:pt idx="2">
                  <c:v>796</c:v>
                </c:pt>
                <c:pt idx="3">
                  <c:v>1038</c:v>
                </c:pt>
                <c:pt idx="4">
                  <c:v>791</c:v>
                </c:pt>
                <c:pt idx="5">
                  <c:v>500</c:v>
                </c:pt>
                <c:pt idx="6">
                  <c:v>14903</c:v>
                </c:pt>
                <c:pt idx="7">
                  <c:v>7776</c:v>
                </c:pt>
              </c:numCache>
            </c:numRef>
          </c:val>
          <c:extLst>
            <c:ext xmlns:c16="http://schemas.microsoft.com/office/drawing/2014/chart" uri="{C3380CC4-5D6E-409C-BE32-E72D297353CC}">
              <c16:uniqueId val="{00000000-3190-4BB0-B78D-B3FC50083D41}"/>
            </c:ext>
          </c:extLst>
        </c:ser>
        <c:dLbls>
          <c:showLegendKey val="0"/>
          <c:showVal val="0"/>
          <c:showCatName val="0"/>
          <c:showSerName val="0"/>
          <c:showPercent val="0"/>
          <c:showBubbleSize val="0"/>
        </c:dLbls>
        <c:gapWidth val="219"/>
        <c:overlap val="-27"/>
        <c:axId val="2054743488"/>
        <c:axId val="2031823392"/>
      </c:barChart>
      <c:catAx>
        <c:axId val="205474348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31823392"/>
        <c:crosses val="autoZero"/>
        <c:auto val="1"/>
        <c:lblAlgn val="ctr"/>
        <c:lblOffset val="100"/>
        <c:noMultiLvlLbl val="0"/>
      </c:catAx>
      <c:valAx>
        <c:axId val="203182339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54743488"/>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Sheet3!$E$3</c:f>
              <c:strCache>
                <c:ptCount val="1"/>
                <c:pt idx="0">
                  <c:v>Race4</c:v>
                </c:pt>
              </c:strCache>
            </c:strRef>
          </c:tx>
          <c:spPr>
            <a:solidFill>
              <a:schemeClr val="accent1"/>
            </a:solidFill>
            <a:ln>
              <a:noFill/>
            </a:ln>
            <a:effectLst/>
          </c:spPr>
          <c:invertIfNegative val="0"/>
          <c:cat>
            <c:strRef>
              <c:f>Sheet3!$D$4:$D$7</c:f>
              <c:strCache>
                <c:ptCount val="4"/>
                <c:pt idx="0">
                  <c:v>Asian</c:v>
                </c:pt>
                <c:pt idx="1">
                  <c:v>Black</c:v>
                </c:pt>
                <c:pt idx="2">
                  <c:v>Indian</c:v>
                </c:pt>
                <c:pt idx="3">
                  <c:v>White</c:v>
                </c:pt>
              </c:strCache>
            </c:strRef>
          </c:cat>
          <c:val>
            <c:numRef>
              <c:f>Sheet3!$E$4:$E$7</c:f>
              <c:numCache>
                <c:formatCode>General</c:formatCode>
                <c:ptCount val="4"/>
                <c:pt idx="0">
                  <c:v>25419</c:v>
                </c:pt>
                <c:pt idx="1">
                  <c:v>12440</c:v>
                </c:pt>
                <c:pt idx="2">
                  <c:v>16733</c:v>
                </c:pt>
                <c:pt idx="3">
                  <c:v>27877</c:v>
                </c:pt>
              </c:numCache>
            </c:numRef>
          </c:val>
          <c:extLst>
            <c:ext xmlns:c16="http://schemas.microsoft.com/office/drawing/2014/chart" uri="{C3380CC4-5D6E-409C-BE32-E72D297353CC}">
              <c16:uniqueId val="{00000000-FB34-4DCD-BE2F-E26C1AFD844B}"/>
            </c:ext>
          </c:extLst>
        </c:ser>
        <c:dLbls>
          <c:showLegendKey val="0"/>
          <c:showVal val="0"/>
          <c:showCatName val="0"/>
          <c:showSerName val="0"/>
          <c:showPercent val="0"/>
          <c:showBubbleSize val="0"/>
        </c:dLbls>
        <c:gapWidth val="219"/>
        <c:overlap val="-27"/>
        <c:axId val="1904463296"/>
        <c:axId val="1894320416"/>
      </c:barChart>
      <c:catAx>
        <c:axId val="190446329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894320416"/>
        <c:crosses val="autoZero"/>
        <c:auto val="1"/>
        <c:lblAlgn val="ctr"/>
        <c:lblOffset val="100"/>
        <c:noMultiLvlLbl val="0"/>
      </c:catAx>
      <c:valAx>
        <c:axId val="189432041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904463296"/>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Sheet4!$E$3</c:f>
              <c:strCache>
                <c:ptCount val="1"/>
                <c:pt idx="0">
                  <c:v>Gender</c:v>
                </c:pt>
              </c:strCache>
            </c:strRef>
          </c:tx>
          <c:spPr>
            <a:solidFill>
              <a:schemeClr val="accent1"/>
            </a:solidFill>
            <a:ln>
              <a:noFill/>
            </a:ln>
            <a:effectLst/>
          </c:spPr>
          <c:invertIfNegative val="0"/>
          <c:cat>
            <c:strRef>
              <c:f>Sheet4!$D$4:$D$5</c:f>
              <c:strCache>
                <c:ptCount val="2"/>
                <c:pt idx="0">
                  <c:v>Female</c:v>
                </c:pt>
                <c:pt idx="1">
                  <c:v>Male</c:v>
                </c:pt>
              </c:strCache>
            </c:strRef>
          </c:cat>
          <c:val>
            <c:numRef>
              <c:f>Sheet4!$E$4:$E$5</c:f>
              <c:numCache>
                <c:formatCode>General</c:formatCode>
                <c:ptCount val="2"/>
                <c:pt idx="0">
                  <c:v>38249</c:v>
                </c:pt>
                <c:pt idx="1">
                  <c:v>44220</c:v>
                </c:pt>
              </c:numCache>
            </c:numRef>
          </c:val>
          <c:extLst>
            <c:ext xmlns:c16="http://schemas.microsoft.com/office/drawing/2014/chart" uri="{C3380CC4-5D6E-409C-BE32-E72D297353CC}">
              <c16:uniqueId val="{00000000-EC36-4851-AC12-E40C5662BE6B}"/>
            </c:ext>
          </c:extLst>
        </c:ser>
        <c:dLbls>
          <c:showLegendKey val="0"/>
          <c:showVal val="0"/>
          <c:showCatName val="0"/>
          <c:showSerName val="0"/>
          <c:showPercent val="0"/>
          <c:showBubbleSize val="0"/>
        </c:dLbls>
        <c:gapWidth val="219"/>
        <c:overlap val="-27"/>
        <c:axId val="1771634112"/>
        <c:axId val="1892358432"/>
      </c:barChart>
      <c:catAx>
        <c:axId val="177163411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892358432"/>
        <c:crosses val="autoZero"/>
        <c:auto val="1"/>
        <c:lblAlgn val="ctr"/>
        <c:lblOffset val="100"/>
        <c:noMultiLvlLbl val="0"/>
      </c:catAx>
      <c:valAx>
        <c:axId val="1892358432"/>
        <c:scaling>
          <c:orientation val="minMax"/>
          <c:min val="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771634112"/>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Sheet5!$E$3</c:f>
              <c:strCache>
                <c:ptCount val="1"/>
                <c:pt idx="0">
                  <c:v>Age</c:v>
                </c:pt>
              </c:strCache>
            </c:strRef>
          </c:tx>
          <c:spPr>
            <a:solidFill>
              <a:schemeClr val="accent1"/>
            </a:solidFill>
            <a:ln>
              <a:noFill/>
            </a:ln>
            <a:effectLst/>
          </c:spPr>
          <c:invertIfNegative val="0"/>
          <c:cat>
            <c:strRef>
              <c:f>Sheet5!$D$4:$D$12</c:f>
              <c:strCache>
                <c:ptCount val="9"/>
                <c:pt idx="0">
                  <c:v>0-2</c:v>
                </c:pt>
                <c:pt idx="1">
                  <c:v>03-09_</c:v>
                </c:pt>
                <c:pt idx="2">
                  <c:v>10-19_</c:v>
                </c:pt>
                <c:pt idx="3">
                  <c:v>20-29</c:v>
                </c:pt>
                <c:pt idx="4">
                  <c:v>30-39</c:v>
                </c:pt>
                <c:pt idx="5">
                  <c:v>40-49</c:v>
                </c:pt>
                <c:pt idx="6">
                  <c:v>50-59</c:v>
                </c:pt>
                <c:pt idx="7">
                  <c:v>60-69</c:v>
                </c:pt>
                <c:pt idx="8">
                  <c:v>70+</c:v>
                </c:pt>
              </c:strCache>
            </c:strRef>
          </c:cat>
          <c:val>
            <c:numRef>
              <c:f>Sheet5!$E$4:$E$12</c:f>
              <c:numCache>
                <c:formatCode>General</c:formatCode>
                <c:ptCount val="9"/>
                <c:pt idx="0">
                  <c:v>1597</c:v>
                </c:pt>
                <c:pt idx="1">
                  <c:v>10631</c:v>
                </c:pt>
                <c:pt idx="2">
                  <c:v>7040</c:v>
                </c:pt>
                <c:pt idx="3">
                  <c:v>28623</c:v>
                </c:pt>
                <c:pt idx="4">
                  <c:v>17117</c:v>
                </c:pt>
                <c:pt idx="5">
                  <c:v>9142</c:v>
                </c:pt>
                <c:pt idx="6">
                  <c:v>5472</c:v>
                </c:pt>
                <c:pt idx="7">
                  <c:v>2168</c:v>
                </c:pt>
                <c:pt idx="8">
                  <c:v>679</c:v>
                </c:pt>
              </c:numCache>
            </c:numRef>
          </c:val>
          <c:extLst>
            <c:ext xmlns:c16="http://schemas.microsoft.com/office/drawing/2014/chart" uri="{C3380CC4-5D6E-409C-BE32-E72D297353CC}">
              <c16:uniqueId val="{00000000-8CF9-4E1B-96BE-3D4D9238FFB5}"/>
            </c:ext>
          </c:extLst>
        </c:ser>
        <c:dLbls>
          <c:showLegendKey val="0"/>
          <c:showVal val="0"/>
          <c:showCatName val="0"/>
          <c:showSerName val="0"/>
          <c:showPercent val="0"/>
          <c:showBubbleSize val="0"/>
        </c:dLbls>
        <c:gapWidth val="219"/>
        <c:overlap val="-27"/>
        <c:axId val="1904456576"/>
        <c:axId val="1855436208"/>
      </c:barChart>
      <c:catAx>
        <c:axId val="190445657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855436208"/>
        <c:crosses val="autoZero"/>
        <c:auto val="1"/>
        <c:lblAlgn val="ctr"/>
        <c:lblOffset val="100"/>
        <c:noMultiLvlLbl val="0"/>
      </c:catAx>
      <c:valAx>
        <c:axId val="185543620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904456576"/>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[fairface_trndata_dlib.xlsx]Sheet6!PivotTable17</c:name>
    <c:fmtId val="5"/>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Sheet6!$B$3</c:f>
              <c:strCache>
                <c:ptCount val="1"/>
                <c:pt idx="0">
                  <c:v>Total</c:v>
                </c:pt>
              </c:strCache>
            </c:strRef>
          </c:tx>
          <c:spPr>
            <a:solidFill>
              <a:schemeClr val="accent6">
                <a:lumMod val="75000"/>
              </a:schemeClr>
            </a:solidFill>
            <a:ln>
              <a:noFill/>
            </a:ln>
            <a:effectLst/>
          </c:spPr>
          <c:invertIfNegative val="0"/>
          <c:cat>
            <c:multiLvlStrRef>
              <c:f>Sheet6!$A$4:$A$16</c:f>
              <c:multiLvlStrCache>
                <c:ptCount val="8"/>
                <c:lvl>
                  <c:pt idx="0">
                    <c:v>Female</c:v>
                  </c:pt>
                  <c:pt idx="1">
                    <c:v>Male</c:v>
                  </c:pt>
                  <c:pt idx="2">
                    <c:v>Female</c:v>
                  </c:pt>
                  <c:pt idx="3">
                    <c:v>Male</c:v>
                  </c:pt>
                  <c:pt idx="4">
                    <c:v>Female</c:v>
                  </c:pt>
                  <c:pt idx="5">
                    <c:v>Male</c:v>
                  </c:pt>
                  <c:pt idx="6">
                    <c:v>Female</c:v>
                  </c:pt>
                  <c:pt idx="7">
                    <c:v>Male</c:v>
                  </c:pt>
                </c:lvl>
                <c:lvl>
                  <c:pt idx="0">
                    <c:v>Asian</c:v>
                  </c:pt>
                  <c:pt idx="2">
                    <c:v>Black</c:v>
                  </c:pt>
                  <c:pt idx="4">
                    <c:v>Indian</c:v>
                  </c:pt>
                  <c:pt idx="6">
                    <c:v>White</c:v>
                  </c:pt>
                </c:lvl>
              </c:multiLvlStrCache>
            </c:multiLvlStrRef>
          </c:cat>
          <c:val>
            <c:numRef>
              <c:f>Sheet6!$B$4:$B$16</c:f>
              <c:numCache>
                <c:formatCode>General</c:formatCode>
                <c:ptCount val="8"/>
                <c:pt idx="0">
                  <c:v>12266</c:v>
                </c:pt>
                <c:pt idx="1">
                  <c:v>13153</c:v>
                </c:pt>
                <c:pt idx="2">
                  <c:v>6263</c:v>
                </c:pt>
                <c:pt idx="3">
                  <c:v>6177</c:v>
                </c:pt>
                <c:pt idx="4">
                  <c:v>7389</c:v>
                </c:pt>
                <c:pt idx="5">
                  <c:v>9344</c:v>
                </c:pt>
                <c:pt idx="6">
                  <c:v>12331</c:v>
                </c:pt>
                <c:pt idx="7">
                  <c:v>15546</c:v>
                </c:pt>
              </c:numCache>
            </c:numRef>
          </c:val>
          <c:extLst>
            <c:ext xmlns:c16="http://schemas.microsoft.com/office/drawing/2014/chart" uri="{C3380CC4-5D6E-409C-BE32-E72D297353CC}">
              <c16:uniqueId val="{00000000-7072-475E-84F2-64422627C40B}"/>
            </c:ext>
          </c:extLst>
        </c:ser>
        <c:dLbls>
          <c:showLegendKey val="0"/>
          <c:showVal val="0"/>
          <c:showCatName val="0"/>
          <c:showSerName val="0"/>
          <c:showPercent val="0"/>
          <c:showBubbleSize val="0"/>
        </c:dLbls>
        <c:gapWidth val="219"/>
        <c:overlap val="-27"/>
        <c:axId val="1856876016"/>
        <c:axId val="1855444640"/>
      </c:barChart>
      <c:catAx>
        <c:axId val="185687601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855444640"/>
        <c:crosses val="autoZero"/>
        <c:auto val="1"/>
        <c:lblAlgn val="ctr"/>
        <c:lblOffset val="100"/>
        <c:noMultiLvlLbl val="0"/>
      </c:catAx>
      <c:valAx>
        <c:axId val="185544464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856876016"/>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[fairface_trndata_dlib.xlsx]Sheet7!PivotTable18</c:name>
    <c:fmtId val="3"/>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Sheet7!$B$3</c:f>
              <c:strCache>
                <c:ptCount val="1"/>
                <c:pt idx="0">
                  <c:v>Total</c:v>
                </c:pt>
              </c:strCache>
            </c:strRef>
          </c:tx>
          <c:spPr>
            <a:solidFill>
              <a:schemeClr val="accent1"/>
            </a:solidFill>
            <a:ln>
              <a:noFill/>
            </a:ln>
            <a:effectLst/>
          </c:spPr>
          <c:invertIfNegative val="0"/>
          <c:cat>
            <c:multiLvlStrRef>
              <c:f>Sheet7!$A$4:$A$14</c:f>
              <c:multiLvlStrCache>
                <c:ptCount val="8"/>
                <c:lvl>
                  <c:pt idx="0">
                    <c:v>Asian</c:v>
                  </c:pt>
                  <c:pt idx="1">
                    <c:v>Black</c:v>
                  </c:pt>
                  <c:pt idx="2">
                    <c:v>Indian</c:v>
                  </c:pt>
                  <c:pt idx="3">
                    <c:v>White</c:v>
                  </c:pt>
                  <c:pt idx="4">
                    <c:v>Asian</c:v>
                  </c:pt>
                  <c:pt idx="5">
                    <c:v>Black</c:v>
                  </c:pt>
                  <c:pt idx="6">
                    <c:v>Indian</c:v>
                  </c:pt>
                  <c:pt idx="7">
                    <c:v>White</c:v>
                  </c:pt>
                </c:lvl>
                <c:lvl>
                  <c:pt idx="0">
                    <c:v>Female</c:v>
                  </c:pt>
                  <c:pt idx="4">
                    <c:v>Male</c:v>
                  </c:pt>
                </c:lvl>
              </c:multiLvlStrCache>
            </c:multiLvlStrRef>
          </c:cat>
          <c:val>
            <c:numRef>
              <c:f>Sheet7!$B$4:$B$14</c:f>
              <c:numCache>
                <c:formatCode>General</c:formatCode>
                <c:ptCount val="8"/>
                <c:pt idx="0">
                  <c:v>12266</c:v>
                </c:pt>
                <c:pt idx="1">
                  <c:v>6263</c:v>
                </c:pt>
                <c:pt idx="2">
                  <c:v>7389</c:v>
                </c:pt>
                <c:pt idx="3">
                  <c:v>12331</c:v>
                </c:pt>
                <c:pt idx="4">
                  <c:v>13153</c:v>
                </c:pt>
                <c:pt idx="5">
                  <c:v>6177</c:v>
                </c:pt>
                <c:pt idx="6">
                  <c:v>9344</c:v>
                </c:pt>
                <c:pt idx="7">
                  <c:v>15546</c:v>
                </c:pt>
              </c:numCache>
            </c:numRef>
          </c:val>
          <c:extLst>
            <c:ext xmlns:c16="http://schemas.microsoft.com/office/drawing/2014/chart" uri="{C3380CC4-5D6E-409C-BE32-E72D297353CC}">
              <c16:uniqueId val="{00000000-BC79-49CC-94C4-55214580397D}"/>
            </c:ext>
          </c:extLst>
        </c:ser>
        <c:dLbls>
          <c:showLegendKey val="0"/>
          <c:showVal val="0"/>
          <c:showCatName val="0"/>
          <c:showSerName val="0"/>
          <c:showPercent val="0"/>
          <c:showBubbleSize val="0"/>
        </c:dLbls>
        <c:gapWidth val="219"/>
        <c:overlap val="-27"/>
        <c:axId val="1856877936"/>
        <c:axId val="1894317440"/>
      </c:barChart>
      <c:catAx>
        <c:axId val="185687793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894317440"/>
        <c:crosses val="autoZero"/>
        <c:auto val="1"/>
        <c:lblAlgn val="ctr"/>
        <c:lblOffset val="100"/>
        <c:noMultiLvlLbl val="0"/>
      </c:catAx>
      <c:valAx>
        <c:axId val="189431744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856877936"/>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Sheet4!$E$3</c:f>
              <c:strCache>
                <c:ptCount val="1"/>
                <c:pt idx="0">
                  <c:v>Age</c:v>
                </c:pt>
              </c:strCache>
            </c:strRef>
          </c:tx>
          <c:spPr>
            <a:solidFill>
              <a:schemeClr val="accent1"/>
            </a:solidFill>
            <a:ln>
              <a:noFill/>
            </a:ln>
            <a:effectLst/>
          </c:spPr>
          <c:invertIfNegative val="0"/>
          <c:cat>
            <c:strRef>
              <c:f>Sheet4!$D$4:$D$12</c:f>
              <c:strCache>
                <c:ptCount val="9"/>
                <c:pt idx="0">
                  <c:v>0-2</c:v>
                </c:pt>
                <c:pt idx="1">
                  <c:v>03-09_</c:v>
                </c:pt>
                <c:pt idx="2">
                  <c:v>10-19_</c:v>
                </c:pt>
                <c:pt idx="3">
                  <c:v>20-29</c:v>
                </c:pt>
                <c:pt idx="4">
                  <c:v>30-39</c:v>
                </c:pt>
                <c:pt idx="5">
                  <c:v>40-49</c:v>
                </c:pt>
                <c:pt idx="6">
                  <c:v>50-59</c:v>
                </c:pt>
                <c:pt idx="7">
                  <c:v>60-69</c:v>
                </c:pt>
                <c:pt idx="8">
                  <c:v>70+</c:v>
                </c:pt>
              </c:strCache>
            </c:strRef>
          </c:cat>
          <c:val>
            <c:numRef>
              <c:f>Sheet4!$E$4:$E$12</c:f>
              <c:numCache>
                <c:formatCode>General</c:formatCode>
                <c:ptCount val="9"/>
                <c:pt idx="0">
                  <c:v>907</c:v>
                </c:pt>
                <c:pt idx="1">
                  <c:v>6596</c:v>
                </c:pt>
                <c:pt idx="2">
                  <c:v>4475</c:v>
                </c:pt>
                <c:pt idx="3">
                  <c:v>16241</c:v>
                </c:pt>
                <c:pt idx="4">
                  <c:v>9937</c:v>
                </c:pt>
                <c:pt idx="5">
                  <c:v>5268</c:v>
                </c:pt>
                <c:pt idx="6">
                  <c:v>3037</c:v>
                </c:pt>
                <c:pt idx="7">
                  <c:v>1167</c:v>
                </c:pt>
                <c:pt idx="8">
                  <c:v>369</c:v>
                </c:pt>
              </c:numCache>
            </c:numRef>
          </c:val>
          <c:extLst>
            <c:ext xmlns:c16="http://schemas.microsoft.com/office/drawing/2014/chart" uri="{C3380CC4-5D6E-409C-BE32-E72D297353CC}">
              <c16:uniqueId val="{00000000-DE06-44AD-B6CF-07970F049393}"/>
            </c:ext>
          </c:extLst>
        </c:ser>
        <c:dLbls>
          <c:showLegendKey val="0"/>
          <c:showVal val="0"/>
          <c:showCatName val="0"/>
          <c:showSerName val="0"/>
          <c:showPercent val="0"/>
          <c:showBubbleSize val="0"/>
        </c:dLbls>
        <c:gapWidth val="219"/>
        <c:overlap val="-27"/>
        <c:axId val="832809216"/>
        <c:axId val="1444121712"/>
      </c:barChart>
      <c:catAx>
        <c:axId val="83280921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44121712"/>
        <c:crosses val="autoZero"/>
        <c:auto val="1"/>
        <c:lblAlgn val="ctr"/>
        <c:lblOffset val="100"/>
        <c:noMultiLvlLbl val="0"/>
      </c:catAx>
      <c:valAx>
        <c:axId val="144412171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32809216"/>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Sheet2!$E$3</c:f>
              <c:strCache>
                <c:ptCount val="1"/>
                <c:pt idx="0">
                  <c:v>Race4</c:v>
                </c:pt>
              </c:strCache>
            </c:strRef>
          </c:tx>
          <c:spPr>
            <a:solidFill>
              <a:schemeClr val="accent1"/>
            </a:solidFill>
            <a:ln>
              <a:noFill/>
            </a:ln>
            <a:effectLst/>
          </c:spPr>
          <c:invertIfNegative val="0"/>
          <c:cat>
            <c:strRef>
              <c:f>Sheet2!$D$4:$D$7</c:f>
              <c:strCache>
                <c:ptCount val="4"/>
                <c:pt idx="0">
                  <c:v>Asian</c:v>
                </c:pt>
                <c:pt idx="1">
                  <c:v>Black</c:v>
                </c:pt>
                <c:pt idx="2">
                  <c:v>Indian</c:v>
                </c:pt>
                <c:pt idx="3">
                  <c:v>White</c:v>
                </c:pt>
              </c:strCache>
            </c:strRef>
          </c:cat>
          <c:val>
            <c:numRef>
              <c:f>Sheet2!$E$4:$E$7</c:f>
              <c:numCache>
                <c:formatCode>General</c:formatCode>
                <c:ptCount val="4"/>
                <c:pt idx="0">
                  <c:v>12000</c:v>
                </c:pt>
                <c:pt idx="1">
                  <c:v>11997</c:v>
                </c:pt>
                <c:pt idx="2">
                  <c:v>12000</c:v>
                </c:pt>
                <c:pt idx="3">
                  <c:v>12000</c:v>
                </c:pt>
              </c:numCache>
            </c:numRef>
          </c:val>
          <c:extLst>
            <c:ext xmlns:c16="http://schemas.microsoft.com/office/drawing/2014/chart" uri="{C3380CC4-5D6E-409C-BE32-E72D297353CC}">
              <c16:uniqueId val="{00000000-E966-4EBB-8734-E07A809118DE}"/>
            </c:ext>
          </c:extLst>
        </c:ser>
        <c:dLbls>
          <c:showLegendKey val="0"/>
          <c:showVal val="0"/>
          <c:showCatName val="0"/>
          <c:showSerName val="0"/>
          <c:showPercent val="0"/>
          <c:showBubbleSize val="0"/>
        </c:dLbls>
        <c:gapWidth val="219"/>
        <c:overlap val="-27"/>
        <c:axId val="1238960656"/>
        <c:axId val="1184552288"/>
      </c:barChart>
      <c:catAx>
        <c:axId val="123896065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84552288"/>
        <c:crosses val="autoZero"/>
        <c:auto val="1"/>
        <c:lblAlgn val="ctr"/>
        <c:lblOffset val="100"/>
        <c:noMultiLvlLbl val="0"/>
      </c:catAx>
      <c:valAx>
        <c:axId val="1184552288"/>
        <c:scaling>
          <c:orientation val="minMax"/>
          <c:min val="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38960656"/>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Sheet3!$E$3</c:f>
              <c:strCache>
                <c:ptCount val="1"/>
                <c:pt idx="0">
                  <c:v>Gender</c:v>
                </c:pt>
              </c:strCache>
            </c:strRef>
          </c:tx>
          <c:spPr>
            <a:solidFill>
              <a:schemeClr val="accent1"/>
            </a:solidFill>
            <a:ln>
              <a:noFill/>
            </a:ln>
            <a:effectLst/>
          </c:spPr>
          <c:invertIfNegative val="0"/>
          <c:cat>
            <c:strRef>
              <c:f>Sheet3!$D$4:$D$5</c:f>
              <c:strCache>
                <c:ptCount val="2"/>
                <c:pt idx="0">
                  <c:v>Female</c:v>
                </c:pt>
                <c:pt idx="1">
                  <c:v>Male</c:v>
                </c:pt>
              </c:strCache>
            </c:strRef>
          </c:cat>
          <c:val>
            <c:numRef>
              <c:f>Sheet3!$E$4:$E$5</c:f>
              <c:numCache>
                <c:formatCode>General</c:formatCode>
                <c:ptCount val="2"/>
                <c:pt idx="0">
                  <c:v>23999</c:v>
                </c:pt>
                <c:pt idx="1">
                  <c:v>23998</c:v>
                </c:pt>
              </c:numCache>
            </c:numRef>
          </c:val>
          <c:extLst>
            <c:ext xmlns:c16="http://schemas.microsoft.com/office/drawing/2014/chart" uri="{C3380CC4-5D6E-409C-BE32-E72D297353CC}">
              <c16:uniqueId val="{00000000-2119-45E9-8042-0612F7C009F7}"/>
            </c:ext>
          </c:extLst>
        </c:ser>
        <c:dLbls>
          <c:showLegendKey val="0"/>
          <c:showVal val="0"/>
          <c:showCatName val="0"/>
          <c:showSerName val="0"/>
          <c:showPercent val="0"/>
          <c:showBubbleSize val="0"/>
        </c:dLbls>
        <c:gapWidth val="219"/>
        <c:overlap val="-27"/>
        <c:axId val="1251717680"/>
        <c:axId val="1248140960"/>
      </c:barChart>
      <c:catAx>
        <c:axId val="125171768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48140960"/>
        <c:crosses val="autoZero"/>
        <c:auto val="1"/>
        <c:lblAlgn val="ctr"/>
        <c:lblOffset val="100"/>
        <c:noMultiLvlLbl val="0"/>
      </c:catAx>
      <c:valAx>
        <c:axId val="1248140960"/>
        <c:scaling>
          <c:orientation val="minMax"/>
          <c:min val="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51717680"/>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[fairface_trndata_dlib_balanced.xlsx]Sheet7!PivotTable1</c:name>
    <c:fmtId val="8"/>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Sheet7!$B$3</c:f>
              <c:strCache>
                <c:ptCount val="1"/>
                <c:pt idx="0">
                  <c:v>Total</c:v>
                </c:pt>
              </c:strCache>
            </c:strRef>
          </c:tx>
          <c:spPr>
            <a:solidFill>
              <a:schemeClr val="accent6">
                <a:lumMod val="75000"/>
              </a:schemeClr>
            </a:solidFill>
            <a:ln>
              <a:noFill/>
            </a:ln>
            <a:effectLst/>
          </c:spPr>
          <c:invertIfNegative val="0"/>
          <c:cat>
            <c:multiLvlStrRef>
              <c:f>Sheet7!$A$4:$A$16</c:f>
              <c:multiLvlStrCache>
                <c:ptCount val="8"/>
                <c:lvl>
                  <c:pt idx="0">
                    <c:v>Female</c:v>
                  </c:pt>
                  <c:pt idx="1">
                    <c:v>Male</c:v>
                  </c:pt>
                  <c:pt idx="2">
                    <c:v>Female</c:v>
                  </c:pt>
                  <c:pt idx="3">
                    <c:v>Male</c:v>
                  </c:pt>
                  <c:pt idx="4">
                    <c:v>Female</c:v>
                  </c:pt>
                  <c:pt idx="5">
                    <c:v>Male</c:v>
                  </c:pt>
                  <c:pt idx="6">
                    <c:v>Female</c:v>
                  </c:pt>
                  <c:pt idx="7">
                    <c:v>Male</c:v>
                  </c:pt>
                </c:lvl>
                <c:lvl>
                  <c:pt idx="0">
                    <c:v>Asian</c:v>
                  </c:pt>
                  <c:pt idx="2">
                    <c:v>Black</c:v>
                  </c:pt>
                  <c:pt idx="4">
                    <c:v>Indian</c:v>
                  </c:pt>
                  <c:pt idx="6">
                    <c:v>White</c:v>
                  </c:pt>
                </c:lvl>
              </c:multiLvlStrCache>
            </c:multiLvlStrRef>
          </c:cat>
          <c:val>
            <c:numRef>
              <c:f>Sheet7!$B$4:$B$16</c:f>
              <c:numCache>
                <c:formatCode>General</c:formatCode>
                <c:ptCount val="8"/>
                <c:pt idx="0">
                  <c:v>6000</c:v>
                </c:pt>
                <c:pt idx="1">
                  <c:v>6000</c:v>
                </c:pt>
                <c:pt idx="2">
                  <c:v>5999</c:v>
                </c:pt>
                <c:pt idx="3">
                  <c:v>5998</c:v>
                </c:pt>
                <c:pt idx="4">
                  <c:v>6000</c:v>
                </c:pt>
                <c:pt idx="5">
                  <c:v>6000</c:v>
                </c:pt>
                <c:pt idx="6">
                  <c:v>6000</c:v>
                </c:pt>
                <c:pt idx="7">
                  <c:v>6000</c:v>
                </c:pt>
              </c:numCache>
            </c:numRef>
          </c:val>
          <c:extLst>
            <c:ext xmlns:c16="http://schemas.microsoft.com/office/drawing/2014/chart" uri="{C3380CC4-5D6E-409C-BE32-E72D297353CC}">
              <c16:uniqueId val="{00000000-E2E5-41E9-849E-05AA471BB641}"/>
            </c:ext>
          </c:extLst>
        </c:ser>
        <c:dLbls>
          <c:showLegendKey val="0"/>
          <c:showVal val="0"/>
          <c:showCatName val="0"/>
          <c:showSerName val="0"/>
          <c:showPercent val="0"/>
          <c:showBubbleSize val="0"/>
        </c:dLbls>
        <c:gapWidth val="219"/>
        <c:overlap val="-27"/>
        <c:axId val="1174055440"/>
        <c:axId val="1099916368"/>
      </c:barChart>
      <c:catAx>
        <c:axId val="117405544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99916368"/>
        <c:crosses val="autoZero"/>
        <c:auto val="1"/>
        <c:lblAlgn val="ctr"/>
        <c:lblOffset val="100"/>
        <c:noMultiLvlLbl val="0"/>
      </c:catAx>
      <c:valAx>
        <c:axId val="1099916368"/>
        <c:scaling>
          <c:orientation val="minMax"/>
          <c:min val="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74055440"/>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[fairface_trndata_dlib_balanced.xlsx]Sheet6!PivotTable1</c:name>
    <c:fmtId val="3"/>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Sheet6!$B$3</c:f>
              <c:strCache>
                <c:ptCount val="1"/>
                <c:pt idx="0">
                  <c:v>Total</c:v>
                </c:pt>
              </c:strCache>
            </c:strRef>
          </c:tx>
          <c:spPr>
            <a:solidFill>
              <a:schemeClr val="accent1"/>
            </a:solidFill>
            <a:ln>
              <a:noFill/>
            </a:ln>
            <a:effectLst/>
          </c:spPr>
          <c:invertIfNegative val="0"/>
          <c:cat>
            <c:multiLvlStrRef>
              <c:f>Sheet6!$A$4:$A$14</c:f>
              <c:multiLvlStrCache>
                <c:ptCount val="8"/>
                <c:lvl>
                  <c:pt idx="0">
                    <c:v>Asian</c:v>
                  </c:pt>
                  <c:pt idx="1">
                    <c:v>Black</c:v>
                  </c:pt>
                  <c:pt idx="2">
                    <c:v>Indian</c:v>
                  </c:pt>
                  <c:pt idx="3">
                    <c:v>White</c:v>
                  </c:pt>
                  <c:pt idx="4">
                    <c:v>Asian</c:v>
                  </c:pt>
                  <c:pt idx="5">
                    <c:v>Black</c:v>
                  </c:pt>
                  <c:pt idx="6">
                    <c:v>Indian</c:v>
                  </c:pt>
                  <c:pt idx="7">
                    <c:v>White</c:v>
                  </c:pt>
                </c:lvl>
                <c:lvl>
                  <c:pt idx="0">
                    <c:v>Female</c:v>
                  </c:pt>
                  <c:pt idx="4">
                    <c:v>Male</c:v>
                  </c:pt>
                </c:lvl>
              </c:multiLvlStrCache>
            </c:multiLvlStrRef>
          </c:cat>
          <c:val>
            <c:numRef>
              <c:f>Sheet6!$B$4:$B$14</c:f>
              <c:numCache>
                <c:formatCode>General</c:formatCode>
                <c:ptCount val="8"/>
                <c:pt idx="0">
                  <c:v>6000</c:v>
                </c:pt>
                <c:pt idx="1">
                  <c:v>5999</c:v>
                </c:pt>
                <c:pt idx="2">
                  <c:v>6000</c:v>
                </c:pt>
                <c:pt idx="3">
                  <c:v>6000</c:v>
                </c:pt>
                <c:pt idx="4">
                  <c:v>6000</c:v>
                </c:pt>
                <c:pt idx="5">
                  <c:v>5998</c:v>
                </c:pt>
                <c:pt idx="6">
                  <c:v>6000</c:v>
                </c:pt>
                <c:pt idx="7">
                  <c:v>6000</c:v>
                </c:pt>
              </c:numCache>
            </c:numRef>
          </c:val>
          <c:extLst>
            <c:ext xmlns:c16="http://schemas.microsoft.com/office/drawing/2014/chart" uri="{C3380CC4-5D6E-409C-BE32-E72D297353CC}">
              <c16:uniqueId val="{00000000-5BE4-43F2-A7B6-C5E8AFDAC6FF}"/>
            </c:ext>
          </c:extLst>
        </c:ser>
        <c:dLbls>
          <c:showLegendKey val="0"/>
          <c:showVal val="0"/>
          <c:showCatName val="0"/>
          <c:showSerName val="0"/>
          <c:showPercent val="0"/>
          <c:showBubbleSize val="0"/>
        </c:dLbls>
        <c:gapWidth val="219"/>
        <c:overlap val="-27"/>
        <c:axId val="1238941936"/>
        <c:axId val="1238087584"/>
      </c:barChart>
      <c:catAx>
        <c:axId val="123894193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38087584"/>
        <c:crosses val="autoZero"/>
        <c:auto val="1"/>
        <c:lblAlgn val="ctr"/>
        <c:lblOffset val="100"/>
        <c:noMultiLvlLbl val="0"/>
      </c:catAx>
      <c:valAx>
        <c:axId val="1238087584"/>
        <c:scaling>
          <c:orientation val="minMax"/>
          <c:min val="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38941936"/>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Sheet5!$E$2</c:f>
              <c:strCache>
                <c:ptCount val="1"/>
                <c:pt idx="0">
                  <c:v>Age</c:v>
                </c:pt>
              </c:strCache>
            </c:strRef>
          </c:tx>
          <c:spPr>
            <a:solidFill>
              <a:schemeClr val="accent1"/>
            </a:solidFill>
            <a:ln>
              <a:noFill/>
            </a:ln>
            <a:effectLst/>
          </c:spPr>
          <c:invertIfNegative val="0"/>
          <c:cat>
            <c:strRef>
              <c:f>Sheet5!$D$3:$D$10</c:f>
              <c:strCache>
                <c:ptCount val="8"/>
                <c:pt idx="0">
                  <c:v>03-09_</c:v>
                </c:pt>
                <c:pt idx="1">
                  <c:v>10-19_</c:v>
                </c:pt>
                <c:pt idx="2">
                  <c:v>20-29</c:v>
                </c:pt>
                <c:pt idx="3">
                  <c:v>30-39</c:v>
                </c:pt>
                <c:pt idx="4">
                  <c:v>40-49</c:v>
                </c:pt>
                <c:pt idx="5">
                  <c:v>50-59</c:v>
                </c:pt>
                <c:pt idx="6">
                  <c:v>60-69</c:v>
                </c:pt>
                <c:pt idx="7">
                  <c:v>70+</c:v>
                </c:pt>
              </c:strCache>
            </c:strRef>
          </c:cat>
          <c:val>
            <c:numRef>
              <c:f>Sheet5!$E$3:$E$10</c:f>
              <c:numCache>
                <c:formatCode>General</c:formatCode>
                <c:ptCount val="8"/>
                <c:pt idx="0">
                  <c:v>7</c:v>
                </c:pt>
                <c:pt idx="1">
                  <c:v>54</c:v>
                </c:pt>
                <c:pt idx="2">
                  <c:v>1661</c:v>
                </c:pt>
                <c:pt idx="3">
                  <c:v>294</c:v>
                </c:pt>
                <c:pt idx="4">
                  <c:v>46</c:v>
                </c:pt>
                <c:pt idx="5">
                  <c:v>19</c:v>
                </c:pt>
                <c:pt idx="6">
                  <c:v>4</c:v>
                </c:pt>
                <c:pt idx="7">
                  <c:v>1</c:v>
                </c:pt>
              </c:numCache>
            </c:numRef>
          </c:val>
          <c:extLst>
            <c:ext xmlns:c16="http://schemas.microsoft.com/office/drawing/2014/chart" uri="{C3380CC4-5D6E-409C-BE32-E72D297353CC}">
              <c16:uniqueId val="{00000000-82AA-477C-BD91-9DABCDEA9DF0}"/>
            </c:ext>
          </c:extLst>
        </c:ser>
        <c:dLbls>
          <c:showLegendKey val="0"/>
          <c:showVal val="0"/>
          <c:showCatName val="0"/>
          <c:showSerName val="0"/>
          <c:showPercent val="0"/>
          <c:showBubbleSize val="0"/>
        </c:dLbls>
        <c:gapWidth val="219"/>
        <c:overlap val="-27"/>
        <c:axId val="1392458304"/>
        <c:axId val="1392461632"/>
      </c:barChart>
      <c:catAx>
        <c:axId val="139245830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92461632"/>
        <c:crosses val="autoZero"/>
        <c:auto val="1"/>
        <c:lblAlgn val="ctr"/>
        <c:lblOffset val="100"/>
        <c:noMultiLvlLbl val="0"/>
      </c:catAx>
      <c:valAx>
        <c:axId val="139246163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92458304"/>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layout>
        <c:manualLayout>
          <c:xMode val="edge"/>
          <c:yMode val="edge"/>
          <c:x val="0.43284711286089239"/>
          <c:y val="2.7777777777777776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Sheet4!$E$3</c:f>
              <c:strCache>
                <c:ptCount val="1"/>
                <c:pt idx="0">
                  <c:v>Gender</c:v>
                </c:pt>
              </c:strCache>
            </c:strRef>
          </c:tx>
          <c:spPr>
            <a:solidFill>
              <a:schemeClr val="accent1"/>
            </a:solidFill>
            <a:ln>
              <a:noFill/>
            </a:ln>
            <a:effectLst/>
          </c:spPr>
          <c:invertIfNegative val="0"/>
          <c:cat>
            <c:strRef>
              <c:f>Sheet4!$D$4:$D$5</c:f>
              <c:strCache>
                <c:ptCount val="2"/>
                <c:pt idx="0">
                  <c:v>Female</c:v>
                </c:pt>
                <c:pt idx="1">
                  <c:v>Male</c:v>
                </c:pt>
              </c:strCache>
            </c:strRef>
          </c:cat>
          <c:val>
            <c:numRef>
              <c:f>Sheet4!$E$4:$E$5</c:f>
              <c:numCache>
                <c:formatCode>General</c:formatCode>
                <c:ptCount val="2"/>
                <c:pt idx="0">
                  <c:v>1479</c:v>
                </c:pt>
                <c:pt idx="1">
                  <c:v>607</c:v>
                </c:pt>
              </c:numCache>
            </c:numRef>
          </c:val>
          <c:extLst>
            <c:ext xmlns:c16="http://schemas.microsoft.com/office/drawing/2014/chart" uri="{C3380CC4-5D6E-409C-BE32-E72D297353CC}">
              <c16:uniqueId val="{00000000-89E0-483F-8BA7-980767A92090}"/>
            </c:ext>
          </c:extLst>
        </c:ser>
        <c:dLbls>
          <c:showLegendKey val="0"/>
          <c:showVal val="0"/>
          <c:showCatName val="0"/>
          <c:showSerName val="0"/>
          <c:showPercent val="0"/>
          <c:showBubbleSize val="0"/>
        </c:dLbls>
        <c:gapWidth val="219"/>
        <c:overlap val="-27"/>
        <c:axId val="1424908800"/>
        <c:axId val="1424911296"/>
      </c:barChart>
      <c:catAx>
        <c:axId val="142490880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24911296"/>
        <c:crosses val="autoZero"/>
        <c:auto val="1"/>
        <c:lblAlgn val="ctr"/>
        <c:lblOffset val="100"/>
        <c:noMultiLvlLbl val="0"/>
      </c:catAx>
      <c:valAx>
        <c:axId val="142491129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24908800"/>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Sheet3!$E$3</c:f>
              <c:strCache>
                <c:ptCount val="1"/>
                <c:pt idx="0">
                  <c:v>Race4</c:v>
                </c:pt>
              </c:strCache>
            </c:strRef>
          </c:tx>
          <c:spPr>
            <a:solidFill>
              <a:schemeClr val="accent1"/>
            </a:solidFill>
            <a:ln>
              <a:noFill/>
            </a:ln>
            <a:effectLst/>
          </c:spPr>
          <c:invertIfNegative val="0"/>
          <c:cat>
            <c:strRef>
              <c:f>Sheet3!$D$4:$D$7</c:f>
              <c:strCache>
                <c:ptCount val="4"/>
                <c:pt idx="0">
                  <c:v>Asian</c:v>
                </c:pt>
                <c:pt idx="1">
                  <c:v>Black</c:v>
                </c:pt>
                <c:pt idx="2">
                  <c:v>Indian</c:v>
                </c:pt>
                <c:pt idx="3">
                  <c:v>White</c:v>
                </c:pt>
              </c:strCache>
            </c:strRef>
          </c:cat>
          <c:val>
            <c:numRef>
              <c:f>Sheet3!$E$4:$E$7</c:f>
              <c:numCache>
                <c:formatCode>General</c:formatCode>
                <c:ptCount val="4"/>
                <c:pt idx="0">
                  <c:v>106</c:v>
                </c:pt>
                <c:pt idx="1">
                  <c:v>77</c:v>
                </c:pt>
                <c:pt idx="2">
                  <c:v>43</c:v>
                </c:pt>
                <c:pt idx="3">
                  <c:v>1860</c:v>
                </c:pt>
              </c:numCache>
            </c:numRef>
          </c:val>
          <c:extLst>
            <c:ext xmlns:c16="http://schemas.microsoft.com/office/drawing/2014/chart" uri="{C3380CC4-5D6E-409C-BE32-E72D297353CC}">
              <c16:uniqueId val="{00000000-9FAF-4CDB-B2A6-998003127304}"/>
            </c:ext>
          </c:extLst>
        </c:ser>
        <c:dLbls>
          <c:showLegendKey val="0"/>
          <c:showVal val="0"/>
          <c:showCatName val="0"/>
          <c:showSerName val="0"/>
          <c:showPercent val="0"/>
          <c:showBubbleSize val="0"/>
        </c:dLbls>
        <c:gapWidth val="219"/>
        <c:overlap val="-27"/>
        <c:axId val="1391882704"/>
        <c:axId val="1391885616"/>
      </c:barChart>
      <c:catAx>
        <c:axId val="139188270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91885616"/>
        <c:crosses val="autoZero"/>
        <c:auto val="1"/>
        <c:lblAlgn val="ctr"/>
        <c:lblOffset val="100"/>
        <c:noMultiLvlLbl val="0"/>
      </c:catAx>
      <c:valAx>
        <c:axId val="139188561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91882704"/>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[celeba_gen_ddpm_ema_dlib.xlsx]Sheet7!PivotTable2</c:name>
    <c:fmtId val="5"/>
  </c:pivotSource>
  <c:chart>
    <c:autoTitleDeleted val="1"/>
    <c:pivotFmts>
      <c:pivotFmt>
        <c:idx val="0"/>
        <c:spPr>
          <a:solidFill>
            <a:schemeClr val="accent1"/>
          </a:solidFill>
          <a:ln>
            <a:noFill/>
          </a:ln>
          <a:effectLst/>
        </c:spPr>
        <c:marker>
          <c:symbol val="none"/>
        </c:marker>
      </c:pivotFmt>
      <c:pivotFmt>
        <c:idx val="1"/>
        <c:spPr>
          <a:solidFill>
            <a:schemeClr val="accent1"/>
          </a:solidFill>
          <a:ln>
            <a:noFill/>
          </a:ln>
          <a:effectLst/>
        </c:spPr>
        <c:marker>
          <c:symbol val="none"/>
        </c:marker>
      </c:pivotFmt>
      <c:pivotFmt>
        <c:idx val="2"/>
        <c:spPr>
          <a:solidFill>
            <a:schemeClr val="accent1"/>
          </a:solidFill>
          <a:ln>
            <a:noFill/>
          </a:ln>
          <a:effectLst/>
        </c:spPr>
        <c:marker>
          <c:symbol val="none"/>
        </c:marker>
      </c:pivotFmt>
    </c:pivotFmts>
    <c:plotArea>
      <c:layout/>
      <c:barChart>
        <c:barDir val="col"/>
        <c:grouping val="clustered"/>
        <c:varyColors val="0"/>
        <c:ser>
          <c:idx val="0"/>
          <c:order val="0"/>
          <c:tx>
            <c:strRef>
              <c:f>Sheet7!$B$3</c:f>
              <c:strCache>
                <c:ptCount val="1"/>
                <c:pt idx="0">
                  <c:v>Total</c:v>
                </c:pt>
              </c:strCache>
            </c:strRef>
          </c:tx>
          <c:spPr>
            <a:solidFill>
              <a:schemeClr val="accent6">
                <a:lumMod val="75000"/>
              </a:schemeClr>
            </a:solidFill>
            <a:ln>
              <a:noFill/>
            </a:ln>
            <a:effectLst/>
          </c:spPr>
          <c:invertIfNegative val="0"/>
          <c:cat>
            <c:multiLvlStrRef>
              <c:f>Sheet7!$A$4:$A$16</c:f>
              <c:multiLvlStrCache>
                <c:ptCount val="8"/>
                <c:lvl>
                  <c:pt idx="0">
                    <c:v>Female</c:v>
                  </c:pt>
                  <c:pt idx="1">
                    <c:v>Male</c:v>
                  </c:pt>
                  <c:pt idx="2">
                    <c:v>Female</c:v>
                  </c:pt>
                  <c:pt idx="3">
                    <c:v>Male</c:v>
                  </c:pt>
                  <c:pt idx="4">
                    <c:v>Female</c:v>
                  </c:pt>
                  <c:pt idx="5">
                    <c:v>Male</c:v>
                  </c:pt>
                  <c:pt idx="6">
                    <c:v>Female</c:v>
                  </c:pt>
                  <c:pt idx="7">
                    <c:v>Male</c:v>
                  </c:pt>
                </c:lvl>
                <c:lvl>
                  <c:pt idx="0">
                    <c:v>Asian</c:v>
                  </c:pt>
                  <c:pt idx="2">
                    <c:v>Black</c:v>
                  </c:pt>
                  <c:pt idx="4">
                    <c:v>Indian</c:v>
                  </c:pt>
                  <c:pt idx="6">
                    <c:v>White</c:v>
                  </c:pt>
                </c:lvl>
              </c:multiLvlStrCache>
            </c:multiLvlStrRef>
          </c:cat>
          <c:val>
            <c:numRef>
              <c:f>Sheet7!$B$4:$B$16</c:f>
              <c:numCache>
                <c:formatCode>General</c:formatCode>
                <c:ptCount val="8"/>
                <c:pt idx="0">
                  <c:v>81</c:v>
                </c:pt>
                <c:pt idx="1">
                  <c:v>25</c:v>
                </c:pt>
                <c:pt idx="2">
                  <c:v>32</c:v>
                </c:pt>
                <c:pt idx="3">
                  <c:v>45</c:v>
                </c:pt>
                <c:pt idx="4">
                  <c:v>23</c:v>
                </c:pt>
                <c:pt idx="5">
                  <c:v>20</c:v>
                </c:pt>
                <c:pt idx="6">
                  <c:v>1343</c:v>
                </c:pt>
                <c:pt idx="7">
                  <c:v>517</c:v>
                </c:pt>
              </c:numCache>
            </c:numRef>
          </c:val>
          <c:extLst>
            <c:ext xmlns:c16="http://schemas.microsoft.com/office/drawing/2014/chart" uri="{C3380CC4-5D6E-409C-BE32-E72D297353CC}">
              <c16:uniqueId val="{00000000-4D20-4310-9154-DFAC1CBC0AE2}"/>
            </c:ext>
          </c:extLst>
        </c:ser>
        <c:dLbls>
          <c:showLegendKey val="0"/>
          <c:showVal val="0"/>
          <c:showCatName val="0"/>
          <c:showSerName val="0"/>
          <c:showPercent val="0"/>
          <c:showBubbleSize val="0"/>
        </c:dLbls>
        <c:gapWidth val="219"/>
        <c:overlap val="-27"/>
        <c:axId val="71286352"/>
        <c:axId val="71288432"/>
      </c:barChart>
      <c:catAx>
        <c:axId val="7128635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1288432"/>
        <c:crosses val="autoZero"/>
        <c:auto val="1"/>
        <c:lblAlgn val="ctr"/>
        <c:lblOffset val="100"/>
        <c:noMultiLvlLbl val="0"/>
      </c:catAx>
      <c:valAx>
        <c:axId val="7128843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1286352"/>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[celeba_gen_ddpm_ema_dlib.xlsx]Sheet6!PivotTable1</c:name>
    <c:fmtId val="6"/>
  </c:pivotSource>
  <c:chart>
    <c:autoTitleDeleted val="1"/>
    <c:pivotFmts>
      <c:pivotFmt>
        <c:idx val="0"/>
        <c:spPr>
          <a:solidFill>
            <a:schemeClr val="accent1"/>
          </a:solidFill>
          <a:ln>
            <a:noFill/>
          </a:ln>
          <a:effectLst/>
        </c:spPr>
        <c:marker>
          <c:symbol val="none"/>
        </c:marker>
      </c:pivotFmt>
      <c:pivotFmt>
        <c:idx val="1"/>
        <c:spPr>
          <a:solidFill>
            <a:schemeClr val="accent1"/>
          </a:solidFill>
          <a:ln>
            <a:noFill/>
          </a:ln>
          <a:effectLst/>
        </c:spPr>
        <c:marker>
          <c:symbol val="none"/>
        </c:marker>
      </c:pivotFmt>
      <c:pivotFmt>
        <c:idx val="2"/>
        <c:spPr>
          <a:solidFill>
            <a:schemeClr val="accent1"/>
          </a:solidFill>
          <a:ln>
            <a:noFill/>
          </a:ln>
          <a:effectLst/>
        </c:spPr>
        <c:marker>
          <c:symbol val="none"/>
        </c:marker>
      </c:pivotFmt>
    </c:pivotFmts>
    <c:plotArea>
      <c:layout/>
      <c:barChart>
        <c:barDir val="col"/>
        <c:grouping val="clustered"/>
        <c:varyColors val="0"/>
        <c:ser>
          <c:idx val="0"/>
          <c:order val="0"/>
          <c:tx>
            <c:strRef>
              <c:f>Sheet6!$B$3</c:f>
              <c:strCache>
                <c:ptCount val="1"/>
                <c:pt idx="0">
                  <c:v>Total</c:v>
                </c:pt>
              </c:strCache>
            </c:strRef>
          </c:tx>
          <c:spPr>
            <a:solidFill>
              <a:schemeClr val="accent1"/>
            </a:solidFill>
            <a:ln>
              <a:noFill/>
            </a:ln>
            <a:effectLst/>
          </c:spPr>
          <c:invertIfNegative val="0"/>
          <c:cat>
            <c:multiLvlStrRef>
              <c:f>Sheet6!$A$4:$A$14</c:f>
              <c:multiLvlStrCache>
                <c:ptCount val="8"/>
                <c:lvl>
                  <c:pt idx="0">
                    <c:v>Asian</c:v>
                  </c:pt>
                  <c:pt idx="1">
                    <c:v>Black</c:v>
                  </c:pt>
                  <c:pt idx="2">
                    <c:v>Indian</c:v>
                  </c:pt>
                  <c:pt idx="3">
                    <c:v>White</c:v>
                  </c:pt>
                  <c:pt idx="4">
                    <c:v>Asian</c:v>
                  </c:pt>
                  <c:pt idx="5">
                    <c:v>Black</c:v>
                  </c:pt>
                  <c:pt idx="6">
                    <c:v>Indian</c:v>
                  </c:pt>
                  <c:pt idx="7">
                    <c:v>White</c:v>
                  </c:pt>
                </c:lvl>
                <c:lvl>
                  <c:pt idx="0">
                    <c:v>Female</c:v>
                  </c:pt>
                  <c:pt idx="4">
                    <c:v>Male</c:v>
                  </c:pt>
                </c:lvl>
              </c:multiLvlStrCache>
            </c:multiLvlStrRef>
          </c:cat>
          <c:val>
            <c:numRef>
              <c:f>Sheet6!$B$4:$B$14</c:f>
              <c:numCache>
                <c:formatCode>General</c:formatCode>
                <c:ptCount val="8"/>
                <c:pt idx="0">
                  <c:v>81</c:v>
                </c:pt>
                <c:pt idx="1">
                  <c:v>32</c:v>
                </c:pt>
                <c:pt idx="2">
                  <c:v>23</c:v>
                </c:pt>
                <c:pt idx="3">
                  <c:v>1343</c:v>
                </c:pt>
                <c:pt idx="4">
                  <c:v>25</c:v>
                </c:pt>
                <c:pt idx="5">
                  <c:v>45</c:v>
                </c:pt>
                <c:pt idx="6">
                  <c:v>20</c:v>
                </c:pt>
                <c:pt idx="7">
                  <c:v>517</c:v>
                </c:pt>
              </c:numCache>
            </c:numRef>
          </c:val>
          <c:extLst>
            <c:ext xmlns:c16="http://schemas.microsoft.com/office/drawing/2014/chart" uri="{C3380CC4-5D6E-409C-BE32-E72D297353CC}">
              <c16:uniqueId val="{00000000-9749-4C3B-98A5-208BB29C48DF}"/>
            </c:ext>
          </c:extLst>
        </c:ser>
        <c:dLbls>
          <c:showLegendKey val="0"/>
          <c:showVal val="0"/>
          <c:showCatName val="0"/>
          <c:showSerName val="0"/>
          <c:showPercent val="0"/>
          <c:showBubbleSize val="0"/>
        </c:dLbls>
        <c:gapWidth val="219"/>
        <c:overlap val="-27"/>
        <c:axId val="71291760"/>
        <c:axId val="71290928"/>
      </c:barChart>
      <c:catAx>
        <c:axId val="7129176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1290928"/>
        <c:crosses val="autoZero"/>
        <c:auto val="1"/>
        <c:lblAlgn val="ctr"/>
        <c:lblOffset val="100"/>
        <c:noMultiLvlLbl val="0"/>
      </c:catAx>
      <c:valAx>
        <c:axId val="7129092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1291760"/>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[fairface_gen_ddpm_ema_dlib.xlsx]Sheet2!PivotTable1</c:name>
    <c:fmtId val="15"/>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dirty="0"/>
              <a:t>Race4</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pivotFmt>
      <c:pivotFmt>
        <c:idx val="1"/>
        <c:spPr>
          <a:solidFill>
            <a:schemeClr val="accent1"/>
          </a:solidFill>
          <a:ln>
            <a:noFill/>
          </a:ln>
          <a:effectLst/>
        </c:spPr>
        <c:marker>
          <c:symbol val="none"/>
        </c:marker>
      </c:pivotFmt>
      <c:pivotFmt>
        <c:idx val="2"/>
        <c:spPr>
          <a:solidFill>
            <a:schemeClr val="accent1"/>
          </a:solidFill>
          <a:ln>
            <a:noFill/>
          </a:ln>
          <a:effectLst/>
        </c:spPr>
        <c:marker>
          <c:symbol val="none"/>
        </c:marker>
      </c:pivotFmt>
    </c:pivotFmts>
    <c:plotArea>
      <c:layout/>
      <c:barChart>
        <c:barDir val="col"/>
        <c:grouping val="clustered"/>
        <c:varyColors val="0"/>
        <c:ser>
          <c:idx val="0"/>
          <c:order val="0"/>
          <c:tx>
            <c:strRef>
              <c:f>Sheet2!$B$3</c:f>
              <c:strCache>
                <c:ptCount val="1"/>
                <c:pt idx="0">
                  <c:v>Total</c:v>
                </c:pt>
              </c:strCache>
            </c:strRef>
          </c:tx>
          <c:spPr>
            <a:solidFill>
              <a:schemeClr val="accent1"/>
            </a:solidFill>
            <a:ln>
              <a:noFill/>
            </a:ln>
            <a:effectLst/>
          </c:spPr>
          <c:invertIfNegative val="0"/>
          <c:cat>
            <c:strRef>
              <c:f>Sheet2!$A$4:$A$8</c:f>
              <c:strCache>
                <c:ptCount val="4"/>
                <c:pt idx="0">
                  <c:v>Asian</c:v>
                </c:pt>
                <c:pt idx="1">
                  <c:v>Black</c:v>
                </c:pt>
                <c:pt idx="2">
                  <c:v>Indian</c:v>
                </c:pt>
                <c:pt idx="3">
                  <c:v>White</c:v>
                </c:pt>
              </c:strCache>
            </c:strRef>
          </c:cat>
          <c:val>
            <c:numRef>
              <c:f>Sheet2!$B$4:$B$8</c:f>
              <c:numCache>
                <c:formatCode>General</c:formatCode>
                <c:ptCount val="4"/>
                <c:pt idx="0">
                  <c:v>415</c:v>
                </c:pt>
                <c:pt idx="1">
                  <c:v>92</c:v>
                </c:pt>
                <c:pt idx="2">
                  <c:v>107</c:v>
                </c:pt>
                <c:pt idx="3">
                  <c:v>632</c:v>
                </c:pt>
              </c:numCache>
            </c:numRef>
          </c:val>
          <c:extLst>
            <c:ext xmlns:c16="http://schemas.microsoft.com/office/drawing/2014/chart" uri="{C3380CC4-5D6E-409C-BE32-E72D297353CC}">
              <c16:uniqueId val="{00000000-E1C8-4197-86FB-0FEDFCBDBE56}"/>
            </c:ext>
          </c:extLst>
        </c:ser>
        <c:dLbls>
          <c:showLegendKey val="0"/>
          <c:showVal val="0"/>
          <c:showCatName val="0"/>
          <c:showSerName val="0"/>
          <c:showPercent val="0"/>
          <c:showBubbleSize val="0"/>
        </c:dLbls>
        <c:gapWidth val="219"/>
        <c:overlap val="-27"/>
        <c:axId val="573494047"/>
        <c:axId val="573496959"/>
      </c:barChart>
      <c:catAx>
        <c:axId val="57349404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73496959"/>
        <c:crosses val="autoZero"/>
        <c:auto val="1"/>
        <c:lblAlgn val="ctr"/>
        <c:lblOffset val="100"/>
        <c:noMultiLvlLbl val="0"/>
      </c:catAx>
      <c:valAx>
        <c:axId val="573496959"/>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73494047"/>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[fairface_gen_ddpm_ema_dlib.xlsx]Sheet3!PivotTable2</c:name>
    <c:fmtId val="14"/>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Gender</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pivotFmt>
      <c:pivotFmt>
        <c:idx val="1"/>
        <c:spPr>
          <a:solidFill>
            <a:schemeClr val="accent1"/>
          </a:solidFill>
          <a:ln>
            <a:noFill/>
          </a:ln>
          <a:effectLst/>
        </c:spPr>
        <c:marker>
          <c:symbol val="none"/>
        </c:marker>
      </c:pivotFmt>
      <c:pivotFmt>
        <c:idx val="2"/>
        <c:spPr>
          <a:solidFill>
            <a:schemeClr val="accent1"/>
          </a:solidFill>
          <a:ln>
            <a:noFill/>
          </a:ln>
          <a:effectLst/>
        </c:spPr>
        <c:marker>
          <c:symbol val="none"/>
        </c:marker>
      </c:pivotFmt>
    </c:pivotFmts>
    <c:plotArea>
      <c:layout/>
      <c:barChart>
        <c:barDir val="col"/>
        <c:grouping val="clustered"/>
        <c:varyColors val="0"/>
        <c:ser>
          <c:idx val="0"/>
          <c:order val="0"/>
          <c:tx>
            <c:strRef>
              <c:f>Sheet3!$B$3</c:f>
              <c:strCache>
                <c:ptCount val="1"/>
                <c:pt idx="0">
                  <c:v>Total</c:v>
                </c:pt>
              </c:strCache>
            </c:strRef>
          </c:tx>
          <c:spPr>
            <a:solidFill>
              <a:schemeClr val="accent1"/>
            </a:solidFill>
            <a:ln>
              <a:noFill/>
            </a:ln>
            <a:effectLst/>
          </c:spPr>
          <c:invertIfNegative val="0"/>
          <c:cat>
            <c:strRef>
              <c:f>Sheet3!$A$4:$A$6</c:f>
              <c:strCache>
                <c:ptCount val="2"/>
                <c:pt idx="0">
                  <c:v>Female</c:v>
                </c:pt>
                <c:pt idx="1">
                  <c:v>Male</c:v>
                </c:pt>
              </c:strCache>
            </c:strRef>
          </c:cat>
          <c:val>
            <c:numRef>
              <c:f>Sheet3!$B$4:$B$6</c:f>
              <c:numCache>
                <c:formatCode>General</c:formatCode>
                <c:ptCount val="2"/>
                <c:pt idx="0">
                  <c:v>727</c:v>
                </c:pt>
                <c:pt idx="1">
                  <c:v>519</c:v>
                </c:pt>
              </c:numCache>
            </c:numRef>
          </c:val>
          <c:extLst>
            <c:ext xmlns:c16="http://schemas.microsoft.com/office/drawing/2014/chart" uri="{C3380CC4-5D6E-409C-BE32-E72D297353CC}">
              <c16:uniqueId val="{00000000-9A36-49D4-976F-90E6B6C70F22}"/>
            </c:ext>
          </c:extLst>
        </c:ser>
        <c:dLbls>
          <c:showLegendKey val="0"/>
          <c:showVal val="0"/>
          <c:showCatName val="0"/>
          <c:showSerName val="0"/>
          <c:showPercent val="0"/>
          <c:showBubbleSize val="0"/>
        </c:dLbls>
        <c:gapWidth val="219"/>
        <c:overlap val="-27"/>
        <c:axId val="573496127"/>
        <c:axId val="573502367"/>
      </c:barChart>
      <c:catAx>
        <c:axId val="57349612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73502367"/>
        <c:crosses val="autoZero"/>
        <c:auto val="1"/>
        <c:lblAlgn val="ctr"/>
        <c:lblOffset val="100"/>
        <c:noMultiLvlLbl val="0"/>
      </c:catAx>
      <c:valAx>
        <c:axId val="573502367"/>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73496127"/>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2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[fairface_gen_ddpm_ema_dlib.xlsx]Sheet4!PivotTable3</c:name>
    <c:fmtId val="13"/>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Age</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pivotFmt>
      <c:pivotFmt>
        <c:idx val="1"/>
        <c:spPr>
          <a:solidFill>
            <a:schemeClr val="accent1"/>
          </a:solidFill>
          <a:ln>
            <a:noFill/>
          </a:ln>
          <a:effectLst/>
        </c:spPr>
        <c:marker>
          <c:symbol val="none"/>
        </c:marker>
      </c:pivotFmt>
      <c:pivotFmt>
        <c:idx val="2"/>
        <c:spPr>
          <a:solidFill>
            <a:schemeClr val="accent1"/>
          </a:solidFill>
          <a:ln>
            <a:noFill/>
          </a:ln>
          <a:effectLst/>
        </c:spPr>
        <c:marker>
          <c:symbol val="none"/>
        </c:marker>
      </c:pivotFmt>
    </c:pivotFmts>
    <c:plotArea>
      <c:layout/>
      <c:barChart>
        <c:barDir val="col"/>
        <c:grouping val="clustered"/>
        <c:varyColors val="0"/>
        <c:ser>
          <c:idx val="0"/>
          <c:order val="0"/>
          <c:tx>
            <c:strRef>
              <c:f>Sheet4!$B$3</c:f>
              <c:strCache>
                <c:ptCount val="1"/>
                <c:pt idx="0">
                  <c:v>Total</c:v>
                </c:pt>
              </c:strCache>
            </c:strRef>
          </c:tx>
          <c:spPr>
            <a:solidFill>
              <a:schemeClr val="accent1"/>
            </a:solidFill>
            <a:ln>
              <a:noFill/>
            </a:ln>
            <a:effectLst/>
          </c:spPr>
          <c:invertIfNegative val="0"/>
          <c:cat>
            <c:strRef>
              <c:f>Sheet4!$A$4:$A$13</c:f>
              <c:strCache>
                <c:ptCount val="9"/>
                <c:pt idx="0">
                  <c:v>0-2</c:v>
                </c:pt>
                <c:pt idx="1">
                  <c:v>10-19</c:v>
                </c:pt>
                <c:pt idx="2">
                  <c:v>20-29</c:v>
                </c:pt>
                <c:pt idx="3">
                  <c:v>30-39</c:v>
                </c:pt>
                <c:pt idx="4">
                  <c:v>3-9</c:v>
                </c:pt>
                <c:pt idx="5">
                  <c:v>40-49</c:v>
                </c:pt>
                <c:pt idx="6">
                  <c:v>50-59</c:v>
                </c:pt>
                <c:pt idx="7">
                  <c:v>60-69</c:v>
                </c:pt>
                <c:pt idx="8">
                  <c:v>70+</c:v>
                </c:pt>
              </c:strCache>
            </c:strRef>
          </c:cat>
          <c:val>
            <c:numRef>
              <c:f>Sheet4!$B$4:$B$13</c:f>
              <c:numCache>
                <c:formatCode>General</c:formatCode>
                <c:ptCount val="9"/>
                <c:pt idx="0">
                  <c:v>9</c:v>
                </c:pt>
                <c:pt idx="1">
                  <c:v>230</c:v>
                </c:pt>
                <c:pt idx="2">
                  <c:v>563</c:v>
                </c:pt>
                <c:pt idx="3">
                  <c:v>202</c:v>
                </c:pt>
                <c:pt idx="4">
                  <c:v>145</c:v>
                </c:pt>
                <c:pt idx="5">
                  <c:v>73</c:v>
                </c:pt>
                <c:pt idx="6">
                  <c:v>18</c:v>
                </c:pt>
                <c:pt idx="7">
                  <c:v>5</c:v>
                </c:pt>
                <c:pt idx="8">
                  <c:v>1</c:v>
                </c:pt>
              </c:numCache>
            </c:numRef>
          </c:val>
          <c:extLst>
            <c:ext xmlns:c16="http://schemas.microsoft.com/office/drawing/2014/chart" uri="{C3380CC4-5D6E-409C-BE32-E72D297353CC}">
              <c16:uniqueId val="{00000000-269F-483E-9CF3-1AC688FC022F}"/>
            </c:ext>
          </c:extLst>
        </c:ser>
        <c:dLbls>
          <c:showLegendKey val="0"/>
          <c:showVal val="0"/>
          <c:showCatName val="0"/>
          <c:showSerName val="0"/>
          <c:showPercent val="0"/>
          <c:showBubbleSize val="0"/>
        </c:dLbls>
        <c:gapWidth val="219"/>
        <c:overlap val="-27"/>
        <c:axId val="663773967"/>
        <c:axId val="663772303"/>
      </c:barChart>
      <c:catAx>
        <c:axId val="66377396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63772303"/>
        <c:crosses val="autoZero"/>
        <c:auto val="1"/>
        <c:lblAlgn val="ctr"/>
        <c:lblOffset val="100"/>
        <c:noMultiLvlLbl val="0"/>
      </c:catAx>
      <c:valAx>
        <c:axId val="663772303"/>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63773967"/>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2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[fairface_gen_ddpm_ema_dlib.xlsx]Sheet5!PivotTable4</c:name>
    <c:fmtId val="14"/>
  </c:pivotSource>
  <c:chart>
    <c:autoTitleDeleted val="1"/>
    <c:pivotFmts>
      <c:pivotFmt>
        <c:idx val="0"/>
        <c:spPr>
          <a:solidFill>
            <a:schemeClr val="accent1"/>
          </a:solidFill>
          <a:ln>
            <a:noFill/>
          </a:ln>
          <a:effectLst/>
        </c:spPr>
        <c:marker>
          <c:symbol val="none"/>
        </c:marker>
      </c:pivotFmt>
      <c:pivotFmt>
        <c:idx val="1"/>
        <c:spPr>
          <a:solidFill>
            <a:schemeClr val="accent1"/>
          </a:solidFill>
          <a:ln>
            <a:noFill/>
          </a:ln>
          <a:effectLst/>
        </c:spPr>
        <c:marker>
          <c:symbol val="none"/>
        </c:marker>
      </c:pivotFmt>
      <c:pivotFmt>
        <c:idx val="2"/>
        <c:spPr>
          <a:solidFill>
            <a:schemeClr val="accent1"/>
          </a:solidFill>
          <a:ln>
            <a:noFill/>
          </a:ln>
          <a:effectLst/>
        </c:spPr>
        <c:marker>
          <c:symbol val="none"/>
        </c:marker>
      </c:pivotFmt>
    </c:pivotFmts>
    <c:plotArea>
      <c:layout/>
      <c:barChart>
        <c:barDir val="col"/>
        <c:grouping val="clustered"/>
        <c:varyColors val="0"/>
        <c:ser>
          <c:idx val="0"/>
          <c:order val="0"/>
          <c:tx>
            <c:strRef>
              <c:f>Sheet5!$B$3</c:f>
              <c:strCache>
                <c:ptCount val="1"/>
                <c:pt idx="0">
                  <c:v>Total</c:v>
                </c:pt>
              </c:strCache>
            </c:strRef>
          </c:tx>
          <c:spPr>
            <a:solidFill>
              <a:schemeClr val="accent6">
                <a:lumMod val="75000"/>
              </a:schemeClr>
            </a:solidFill>
            <a:ln>
              <a:noFill/>
            </a:ln>
            <a:effectLst/>
          </c:spPr>
          <c:invertIfNegative val="0"/>
          <c:cat>
            <c:multiLvlStrRef>
              <c:f>Sheet5!$A$4:$A$16</c:f>
              <c:multiLvlStrCache>
                <c:ptCount val="8"/>
                <c:lvl>
                  <c:pt idx="0">
                    <c:v>Female</c:v>
                  </c:pt>
                  <c:pt idx="1">
                    <c:v>Male</c:v>
                  </c:pt>
                  <c:pt idx="2">
                    <c:v>Female</c:v>
                  </c:pt>
                  <c:pt idx="3">
                    <c:v>Male</c:v>
                  </c:pt>
                  <c:pt idx="4">
                    <c:v>Female</c:v>
                  </c:pt>
                  <c:pt idx="5">
                    <c:v>Male</c:v>
                  </c:pt>
                  <c:pt idx="6">
                    <c:v>Female</c:v>
                  </c:pt>
                  <c:pt idx="7">
                    <c:v>Male</c:v>
                  </c:pt>
                </c:lvl>
                <c:lvl>
                  <c:pt idx="0">
                    <c:v>Asian</c:v>
                  </c:pt>
                  <c:pt idx="2">
                    <c:v>Black</c:v>
                  </c:pt>
                  <c:pt idx="4">
                    <c:v>Indian</c:v>
                  </c:pt>
                  <c:pt idx="6">
                    <c:v>White</c:v>
                  </c:pt>
                </c:lvl>
              </c:multiLvlStrCache>
            </c:multiLvlStrRef>
          </c:cat>
          <c:val>
            <c:numRef>
              <c:f>Sheet5!$B$4:$B$16</c:f>
              <c:numCache>
                <c:formatCode>General</c:formatCode>
                <c:ptCount val="8"/>
                <c:pt idx="0">
                  <c:v>246</c:v>
                </c:pt>
                <c:pt idx="1">
                  <c:v>169</c:v>
                </c:pt>
                <c:pt idx="2">
                  <c:v>60</c:v>
                </c:pt>
                <c:pt idx="3">
                  <c:v>32</c:v>
                </c:pt>
                <c:pt idx="4">
                  <c:v>58</c:v>
                </c:pt>
                <c:pt idx="5">
                  <c:v>49</c:v>
                </c:pt>
                <c:pt idx="6">
                  <c:v>363</c:v>
                </c:pt>
                <c:pt idx="7">
                  <c:v>269</c:v>
                </c:pt>
              </c:numCache>
            </c:numRef>
          </c:val>
          <c:extLst>
            <c:ext xmlns:c16="http://schemas.microsoft.com/office/drawing/2014/chart" uri="{C3380CC4-5D6E-409C-BE32-E72D297353CC}">
              <c16:uniqueId val="{00000000-E534-4071-AC77-1779F9334DD7}"/>
            </c:ext>
          </c:extLst>
        </c:ser>
        <c:dLbls>
          <c:showLegendKey val="0"/>
          <c:showVal val="0"/>
          <c:showCatName val="0"/>
          <c:showSerName val="0"/>
          <c:showPercent val="0"/>
          <c:showBubbleSize val="0"/>
        </c:dLbls>
        <c:gapWidth val="219"/>
        <c:overlap val="-27"/>
        <c:axId val="87567920"/>
        <c:axId val="87577072"/>
      </c:barChart>
      <c:catAx>
        <c:axId val="875679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7577072"/>
        <c:crosses val="autoZero"/>
        <c:auto val="1"/>
        <c:lblAlgn val="ctr"/>
        <c:lblOffset val="100"/>
        <c:noMultiLvlLbl val="0"/>
      </c:catAx>
      <c:valAx>
        <c:axId val="8757707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7567920"/>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2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[fairface_gen_ddpm_ema_dlib.xlsx]Sheet6!PivotTable5</c:name>
    <c:fmtId val="12"/>
  </c:pivotSource>
  <c:chart>
    <c:autoTitleDeleted val="1"/>
    <c:pivotFmts>
      <c:pivotFmt>
        <c:idx val="0"/>
        <c:spPr>
          <a:solidFill>
            <a:schemeClr val="accent1"/>
          </a:solidFill>
          <a:ln>
            <a:noFill/>
          </a:ln>
          <a:effectLst/>
        </c:spPr>
        <c:marker>
          <c:symbol val="none"/>
        </c:marker>
      </c:pivotFmt>
      <c:pivotFmt>
        <c:idx val="1"/>
        <c:spPr>
          <a:solidFill>
            <a:schemeClr val="accent1"/>
          </a:solidFill>
          <a:ln>
            <a:noFill/>
          </a:ln>
          <a:effectLst/>
        </c:spPr>
        <c:marker>
          <c:symbol val="none"/>
        </c:marker>
      </c:pivotFmt>
      <c:pivotFmt>
        <c:idx val="2"/>
        <c:spPr>
          <a:solidFill>
            <a:schemeClr val="accent1"/>
          </a:solidFill>
          <a:ln>
            <a:noFill/>
          </a:ln>
          <a:effectLst/>
        </c:spPr>
        <c:marker>
          <c:symbol val="none"/>
        </c:marker>
      </c:pivotFmt>
    </c:pivotFmts>
    <c:plotArea>
      <c:layout/>
      <c:barChart>
        <c:barDir val="col"/>
        <c:grouping val="clustered"/>
        <c:varyColors val="0"/>
        <c:ser>
          <c:idx val="0"/>
          <c:order val="0"/>
          <c:tx>
            <c:strRef>
              <c:f>Sheet6!$B$3</c:f>
              <c:strCache>
                <c:ptCount val="1"/>
                <c:pt idx="0">
                  <c:v>Total</c:v>
                </c:pt>
              </c:strCache>
            </c:strRef>
          </c:tx>
          <c:spPr>
            <a:solidFill>
              <a:schemeClr val="accent1"/>
            </a:solidFill>
            <a:ln>
              <a:noFill/>
            </a:ln>
            <a:effectLst/>
          </c:spPr>
          <c:invertIfNegative val="0"/>
          <c:cat>
            <c:multiLvlStrRef>
              <c:f>Sheet6!$A$4:$A$14</c:f>
              <c:multiLvlStrCache>
                <c:ptCount val="8"/>
                <c:lvl>
                  <c:pt idx="0">
                    <c:v>Asian</c:v>
                  </c:pt>
                  <c:pt idx="1">
                    <c:v>Black</c:v>
                  </c:pt>
                  <c:pt idx="2">
                    <c:v>Indian</c:v>
                  </c:pt>
                  <c:pt idx="3">
                    <c:v>White</c:v>
                  </c:pt>
                  <c:pt idx="4">
                    <c:v>Asian</c:v>
                  </c:pt>
                  <c:pt idx="5">
                    <c:v>Black</c:v>
                  </c:pt>
                  <c:pt idx="6">
                    <c:v>Indian</c:v>
                  </c:pt>
                  <c:pt idx="7">
                    <c:v>White</c:v>
                  </c:pt>
                </c:lvl>
                <c:lvl>
                  <c:pt idx="0">
                    <c:v>Female</c:v>
                  </c:pt>
                  <c:pt idx="4">
                    <c:v>Male</c:v>
                  </c:pt>
                </c:lvl>
              </c:multiLvlStrCache>
            </c:multiLvlStrRef>
          </c:cat>
          <c:val>
            <c:numRef>
              <c:f>Sheet6!$B$4:$B$14</c:f>
              <c:numCache>
                <c:formatCode>General</c:formatCode>
                <c:ptCount val="8"/>
                <c:pt idx="0">
                  <c:v>246</c:v>
                </c:pt>
                <c:pt idx="1">
                  <c:v>60</c:v>
                </c:pt>
                <c:pt idx="2">
                  <c:v>58</c:v>
                </c:pt>
                <c:pt idx="3">
                  <c:v>363</c:v>
                </c:pt>
                <c:pt idx="4">
                  <c:v>169</c:v>
                </c:pt>
                <c:pt idx="5">
                  <c:v>32</c:v>
                </c:pt>
                <c:pt idx="6">
                  <c:v>49</c:v>
                </c:pt>
                <c:pt idx="7">
                  <c:v>269</c:v>
                </c:pt>
              </c:numCache>
            </c:numRef>
          </c:val>
          <c:extLst>
            <c:ext xmlns:c16="http://schemas.microsoft.com/office/drawing/2014/chart" uri="{C3380CC4-5D6E-409C-BE32-E72D297353CC}">
              <c16:uniqueId val="{00000000-9B60-4DD6-9374-8F9F25350297}"/>
            </c:ext>
          </c:extLst>
        </c:ser>
        <c:dLbls>
          <c:showLegendKey val="0"/>
          <c:showVal val="0"/>
          <c:showCatName val="0"/>
          <c:showSerName val="0"/>
          <c:showPercent val="0"/>
          <c:showBubbleSize val="0"/>
        </c:dLbls>
        <c:gapWidth val="219"/>
        <c:overlap val="-27"/>
        <c:axId val="159561664"/>
        <c:axId val="159563328"/>
      </c:barChart>
      <c:catAx>
        <c:axId val="15956166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59563328"/>
        <c:crosses val="autoZero"/>
        <c:auto val="1"/>
        <c:lblAlgn val="ctr"/>
        <c:lblOffset val="100"/>
        <c:noMultiLvlLbl val="0"/>
      </c:catAx>
      <c:valAx>
        <c:axId val="15956332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59561664"/>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2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Sheet3!$E$3</c:f>
              <c:strCache>
                <c:ptCount val="1"/>
                <c:pt idx="0">
                  <c:v>Race4</c:v>
                </c:pt>
              </c:strCache>
            </c:strRef>
          </c:tx>
          <c:spPr>
            <a:solidFill>
              <a:schemeClr val="accent1"/>
            </a:solidFill>
            <a:ln>
              <a:noFill/>
            </a:ln>
            <a:effectLst/>
          </c:spPr>
          <c:invertIfNegative val="0"/>
          <c:cat>
            <c:strRef>
              <c:f>Sheet3!$D$4:$D$7</c:f>
              <c:strCache>
                <c:ptCount val="4"/>
                <c:pt idx="0">
                  <c:v>Asian</c:v>
                </c:pt>
                <c:pt idx="1">
                  <c:v>Black</c:v>
                </c:pt>
                <c:pt idx="2">
                  <c:v>Indian</c:v>
                </c:pt>
                <c:pt idx="3">
                  <c:v>White</c:v>
                </c:pt>
              </c:strCache>
            </c:strRef>
          </c:cat>
          <c:val>
            <c:numRef>
              <c:f>Sheet3!$E$4:$E$7</c:f>
              <c:numCache>
                <c:formatCode>General</c:formatCode>
                <c:ptCount val="4"/>
                <c:pt idx="0">
                  <c:v>89</c:v>
                </c:pt>
                <c:pt idx="1">
                  <c:v>129</c:v>
                </c:pt>
                <c:pt idx="2">
                  <c:v>61</c:v>
                </c:pt>
                <c:pt idx="3">
                  <c:v>2721</c:v>
                </c:pt>
              </c:numCache>
            </c:numRef>
          </c:val>
          <c:extLst>
            <c:ext xmlns:c16="http://schemas.microsoft.com/office/drawing/2014/chart" uri="{C3380CC4-5D6E-409C-BE32-E72D297353CC}">
              <c16:uniqueId val="{00000000-E7F7-4F1B-A72D-7453709C9F8B}"/>
            </c:ext>
          </c:extLst>
        </c:ser>
        <c:dLbls>
          <c:showLegendKey val="0"/>
          <c:showVal val="0"/>
          <c:showCatName val="0"/>
          <c:showSerName val="0"/>
          <c:showPercent val="0"/>
          <c:showBubbleSize val="0"/>
        </c:dLbls>
        <c:gapWidth val="219"/>
        <c:overlap val="-27"/>
        <c:axId val="238826080"/>
        <c:axId val="23787360"/>
      </c:barChart>
      <c:catAx>
        <c:axId val="23882608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3787360"/>
        <c:crosses val="autoZero"/>
        <c:auto val="1"/>
        <c:lblAlgn val="ctr"/>
        <c:lblOffset val="100"/>
        <c:noMultiLvlLbl val="0"/>
      </c:catAx>
      <c:valAx>
        <c:axId val="2378736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38826080"/>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Sheet4!$E$3</c:f>
              <c:strCache>
                <c:ptCount val="1"/>
                <c:pt idx="0">
                  <c:v>Gender</c:v>
                </c:pt>
              </c:strCache>
            </c:strRef>
          </c:tx>
          <c:spPr>
            <a:solidFill>
              <a:schemeClr val="accent1"/>
            </a:solidFill>
            <a:ln>
              <a:noFill/>
            </a:ln>
            <a:effectLst/>
          </c:spPr>
          <c:invertIfNegative val="0"/>
          <c:cat>
            <c:strRef>
              <c:f>Sheet4!$D$4:$D$5</c:f>
              <c:strCache>
                <c:ptCount val="2"/>
                <c:pt idx="0">
                  <c:v>Female</c:v>
                </c:pt>
                <c:pt idx="1">
                  <c:v>Male</c:v>
                </c:pt>
              </c:strCache>
            </c:strRef>
          </c:cat>
          <c:val>
            <c:numRef>
              <c:f>Sheet4!$E$4:$E$5</c:f>
              <c:numCache>
                <c:formatCode>General</c:formatCode>
                <c:ptCount val="2"/>
                <c:pt idx="0">
                  <c:v>1994</c:v>
                </c:pt>
                <c:pt idx="1">
                  <c:v>1006</c:v>
                </c:pt>
              </c:numCache>
            </c:numRef>
          </c:val>
          <c:extLst>
            <c:ext xmlns:c16="http://schemas.microsoft.com/office/drawing/2014/chart" uri="{C3380CC4-5D6E-409C-BE32-E72D297353CC}">
              <c16:uniqueId val="{00000000-8F25-4CCA-9C1A-571E144508BE}"/>
            </c:ext>
          </c:extLst>
        </c:ser>
        <c:dLbls>
          <c:showLegendKey val="0"/>
          <c:showVal val="0"/>
          <c:showCatName val="0"/>
          <c:showSerName val="0"/>
          <c:showPercent val="0"/>
          <c:showBubbleSize val="0"/>
        </c:dLbls>
        <c:gapWidth val="219"/>
        <c:overlap val="-27"/>
        <c:axId val="289955008"/>
        <c:axId val="288023680"/>
      </c:barChart>
      <c:catAx>
        <c:axId val="28995500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88023680"/>
        <c:crosses val="autoZero"/>
        <c:auto val="1"/>
        <c:lblAlgn val="ctr"/>
        <c:lblOffset val="100"/>
        <c:noMultiLvlLbl val="0"/>
      </c:catAx>
      <c:valAx>
        <c:axId val="28802368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89955008"/>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Sheet5!$E$3</c:f>
              <c:strCache>
                <c:ptCount val="1"/>
                <c:pt idx="0">
                  <c:v>Age</c:v>
                </c:pt>
              </c:strCache>
            </c:strRef>
          </c:tx>
          <c:spPr>
            <a:solidFill>
              <a:schemeClr val="accent1"/>
            </a:solidFill>
            <a:ln>
              <a:noFill/>
            </a:ln>
            <a:effectLst/>
          </c:spPr>
          <c:invertIfNegative val="0"/>
          <c:cat>
            <c:strRef>
              <c:f>Sheet5!$D$4:$D$11</c:f>
              <c:strCache>
                <c:ptCount val="8"/>
                <c:pt idx="0">
                  <c:v>03-09_</c:v>
                </c:pt>
                <c:pt idx="1">
                  <c:v>10-19_</c:v>
                </c:pt>
                <c:pt idx="2">
                  <c:v>20-29</c:v>
                </c:pt>
                <c:pt idx="3">
                  <c:v>30-39</c:v>
                </c:pt>
                <c:pt idx="4">
                  <c:v>40-49</c:v>
                </c:pt>
                <c:pt idx="5">
                  <c:v>50-59</c:v>
                </c:pt>
                <c:pt idx="6">
                  <c:v>60-69</c:v>
                </c:pt>
                <c:pt idx="7">
                  <c:v>70+</c:v>
                </c:pt>
              </c:strCache>
            </c:strRef>
          </c:cat>
          <c:val>
            <c:numRef>
              <c:f>Sheet5!$E$4:$E$11</c:f>
              <c:numCache>
                <c:formatCode>General</c:formatCode>
                <c:ptCount val="8"/>
                <c:pt idx="0">
                  <c:v>1</c:v>
                </c:pt>
                <c:pt idx="1">
                  <c:v>87</c:v>
                </c:pt>
                <c:pt idx="2">
                  <c:v>2007</c:v>
                </c:pt>
                <c:pt idx="3">
                  <c:v>472</c:v>
                </c:pt>
                <c:pt idx="4">
                  <c:v>200</c:v>
                </c:pt>
                <c:pt idx="5">
                  <c:v>152</c:v>
                </c:pt>
                <c:pt idx="6">
                  <c:v>68</c:v>
                </c:pt>
                <c:pt idx="7">
                  <c:v>13</c:v>
                </c:pt>
              </c:numCache>
            </c:numRef>
          </c:val>
          <c:extLst>
            <c:ext xmlns:c16="http://schemas.microsoft.com/office/drawing/2014/chart" uri="{C3380CC4-5D6E-409C-BE32-E72D297353CC}">
              <c16:uniqueId val="{00000000-1236-4A33-98DB-5380960E920B}"/>
            </c:ext>
          </c:extLst>
        </c:ser>
        <c:dLbls>
          <c:showLegendKey val="0"/>
          <c:showVal val="0"/>
          <c:showCatName val="0"/>
          <c:showSerName val="0"/>
          <c:showPercent val="0"/>
          <c:showBubbleSize val="0"/>
        </c:dLbls>
        <c:gapWidth val="219"/>
        <c:overlap val="-27"/>
        <c:axId val="238286336"/>
        <c:axId val="295404784"/>
      </c:barChart>
      <c:catAx>
        <c:axId val="23828633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95404784"/>
        <c:crosses val="autoZero"/>
        <c:auto val="1"/>
        <c:lblAlgn val="ctr"/>
        <c:lblOffset val="100"/>
        <c:noMultiLvlLbl val="0"/>
      </c:catAx>
      <c:valAx>
        <c:axId val="29540478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38286336"/>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[celeba_gen_sd_dlib.xlsx]Sheet6!PivotTable25</c:name>
    <c:fmtId val="3"/>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Sheet6!$B$3</c:f>
              <c:strCache>
                <c:ptCount val="1"/>
                <c:pt idx="0">
                  <c:v>Total</c:v>
                </c:pt>
              </c:strCache>
            </c:strRef>
          </c:tx>
          <c:spPr>
            <a:solidFill>
              <a:schemeClr val="accent6">
                <a:lumMod val="75000"/>
              </a:schemeClr>
            </a:solidFill>
            <a:ln>
              <a:noFill/>
            </a:ln>
            <a:effectLst/>
          </c:spPr>
          <c:invertIfNegative val="0"/>
          <c:cat>
            <c:multiLvlStrRef>
              <c:f>Sheet6!$A$4:$A$16</c:f>
              <c:multiLvlStrCache>
                <c:ptCount val="8"/>
                <c:lvl>
                  <c:pt idx="0">
                    <c:v>Female</c:v>
                  </c:pt>
                  <c:pt idx="1">
                    <c:v>Male</c:v>
                  </c:pt>
                  <c:pt idx="2">
                    <c:v>Female</c:v>
                  </c:pt>
                  <c:pt idx="3">
                    <c:v>Male</c:v>
                  </c:pt>
                  <c:pt idx="4">
                    <c:v>Female</c:v>
                  </c:pt>
                  <c:pt idx="5">
                    <c:v>Male</c:v>
                  </c:pt>
                  <c:pt idx="6">
                    <c:v>Female</c:v>
                  </c:pt>
                  <c:pt idx="7">
                    <c:v>Male</c:v>
                  </c:pt>
                </c:lvl>
                <c:lvl>
                  <c:pt idx="0">
                    <c:v>Asian</c:v>
                  </c:pt>
                  <c:pt idx="2">
                    <c:v>Black</c:v>
                  </c:pt>
                  <c:pt idx="4">
                    <c:v>Indian</c:v>
                  </c:pt>
                  <c:pt idx="6">
                    <c:v>White</c:v>
                  </c:pt>
                </c:lvl>
              </c:multiLvlStrCache>
            </c:multiLvlStrRef>
          </c:cat>
          <c:val>
            <c:numRef>
              <c:f>Sheet6!$B$4:$B$16</c:f>
              <c:numCache>
                <c:formatCode>General</c:formatCode>
                <c:ptCount val="8"/>
                <c:pt idx="0">
                  <c:v>63</c:v>
                </c:pt>
                <c:pt idx="1">
                  <c:v>26</c:v>
                </c:pt>
                <c:pt idx="2">
                  <c:v>41</c:v>
                </c:pt>
                <c:pt idx="3">
                  <c:v>88</c:v>
                </c:pt>
                <c:pt idx="4">
                  <c:v>32</c:v>
                </c:pt>
                <c:pt idx="5">
                  <c:v>29</c:v>
                </c:pt>
                <c:pt idx="6">
                  <c:v>1858</c:v>
                </c:pt>
                <c:pt idx="7">
                  <c:v>863</c:v>
                </c:pt>
              </c:numCache>
            </c:numRef>
          </c:val>
          <c:extLst>
            <c:ext xmlns:c16="http://schemas.microsoft.com/office/drawing/2014/chart" uri="{C3380CC4-5D6E-409C-BE32-E72D297353CC}">
              <c16:uniqueId val="{00000000-BF23-4AA0-862A-B65B96BB5595}"/>
            </c:ext>
          </c:extLst>
        </c:ser>
        <c:dLbls>
          <c:showLegendKey val="0"/>
          <c:showVal val="0"/>
          <c:showCatName val="0"/>
          <c:showSerName val="0"/>
          <c:showPercent val="0"/>
          <c:showBubbleSize val="0"/>
        </c:dLbls>
        <c:gapWidth val="219"/>
        <c:overlap val="-27"/>
        <c:axId val="238285856"/>
        <c:axId val="288025168"/>
      </c:barChart>
      <c:catAx>
        <c:axId val="23828585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88025168"/>
        <c:crosses val="autoZero"/>
        <c:auto val="1"/>
        <c:lblAlgn val="ctr"/>
        <c:lblOffset val="100"/>
        <c:noMultiLvlLbl val="0"/>
      </c:catAx>
      <c:valAx>
        <c:axId val="28802516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38285856"/>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3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[celeba_gen_sd_dlib.xlsx]Sheet7!PivotTable26</c:name>
    <c:fmtId val="3"/>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Sheet7!$B$3</c:f>
              <c:strCache>
                <c:ptCount val="1"/>
                <c:pt idx="0">
                  <c:v>Total</c:v>
                </c:pt>
              </c:strCache>
            </c:strRef>
          </c:tx>
          <c:spPr>
            <a:solidFill>
              <a:schemeClr val="accent1"/>
            </a:solidFill>
            <a:ln>
              <a:noFill/>
            </a:ln>
            <a:effectLst/>
          </c:spPr>
          <c:invertIfNegative val="0"/>
          <c:cat>
            <c:multiLvlStrRef>
              <c:f>Sheet7!$A$4:$A$14</c:f>
              <c:multiLvlStrCache>
                <c:ptCount val="8"/>
                <c:lvl>
                  <c:pt idx="0">
                    <c:v>Asian</c:v>
                  </c:pt>
                  <c:pt idx="1">
                    <c:v>Black</c:v>
                  </c:pt>
                  <c:pt idx="2">
                    <c:v>Indian</c:v>
                  </c:pt>
                  <c:pt idx="3">
                    <c:v>White</c:v>
                  </c:pt>
                  <c:pt idx="4">
                    <c:v>Asian</c:v>
                  </c:pt>
                  <c:pt idx="5">
                    <c:v>Black</c:v>
                  </c:pt>
                  <c:pt idx="6">
                    <c:v>Indian</c:v>
                  </c:pt>
                  <c:pt idx="7">
                    <c:v>White</c:v>
                  </c:pt>
                </c:lvl>
                <c:lvl>
                  <c:pt idx="0">
                    <c:v>Female</c:v>
                  </c:pt>
                  <c:pt idx="4">
                    <c:v>Male</c:v>
                  </c:pt>
                </c:lvl>
              </c:multiLvlStrCache>
            </c:multiLvlStrRef>
          </c:cat>
          <c:val>
            <c:numRef>
              <c:f>Sheet7!$B$4:$B$14</c:f>
              <c:numCache>
                <c:formatCode>General</c:formatCode>
                <c:ptCount val="8"/>
                <c:pt idx="0">
                  <c:v>63</c:v>
                </c:pt>
                <c:pt idx="1">
                  <c:v>41</c:v>
                </c:pt>
                <c:pt idx="2">
                  <c:v>32</c:v>
                </c:pt>
                <c:pt idx="3">
                  <c:v>1858</c:v>
                </c:pt>
                <c:pt idx="4">
                  <c:v>26</c:v>
                </c:pt>
                <c:pt idx="5">
                  <c:v>88</c:v>
                </c:pt>
                <c:pt idx="6">
                  <c:v>29</c:v>
                </c:pt>
                <c:pt idx="7">
                  <c:v>863</c:v>
                </c:pt>
              </c:numCache>
            </c:numRef>
          </c:val>
          <c:extLst>
            <c:ext xmlns:c16="http://schemas.microsoft.com/office/drawing/2014/chart" uri="{C3380CC4-5D6E-409C-BE32-E72D297353CC}">
              <c16:uniqueId val="{00000000-4D4D-4840-BDB5-52A640C2DCAE}"/>
            </c:ext>
          </c:extLst>
        </c:ser>
        <c:dLbls>
          <c:showLegendKey val="0"/>
          <c:showVal val="0"/>
          <c:showCatName val="0"/>
          <c:showSerName val="0"/>
          <c:showPercent val="0"/>
          <c:showBubbleSize val="0"/>
        </c:dLbls>
        <c:gapWidth val="219"/>
        <c:overlap val="-27"/>
        <c:axId val="238825600"/>
        <c:axId val="92490480"/>
      </c:barChart>
      <c:catAx>
        <c:axId val="23882560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2490480"/>
        <c:crosses val="autoZero"/>
        <c:auto val="1"/>
        <c:lblAlgn val="ctr"/>
        <c:lblOffset val="100"/>
        <c:noMultiLvlLbl val="0"/>
      </c:catAx>
      <c:valAx>
        <c:axId val="9249048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38825600"/>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3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Sheet2!$E$3</c:f>
              <c:strCache>
                <c:ptCount val="1"/>
                <c:pt idx="0">
                  <c:v>Race4</c:v>
                </c:pt>
              </c:strCache>
            </c:strRef>
          </c:tx>
          <c:spPr>
            <a:solidFill>
              <a:schemeClr val="accent1"/>
            </a:solidFill>
            <a:ln>
              <a:noFill/>
            </a:ln>
            <a:effectLst/>
          </c:spPr>
          <c:invertIfNegative val="0"/>
          <c:cat>
            <c:strRef>
              <c:f>Sheet2!$D$4:$D$7</c:f>
              <c:strCache>
                <c:ptCount val="4"/>
                <c:pt idx="0">
                  <c:v>Asian</c:v>
                </c:pt>
                <c:pt idx="1">
                  <c:v>Black</c:v>
                </c:pt>
                <c:pt idx="2">
                  <c:v>Indian</c:v>
                </c:pt>
                <c:pt idx="3">
                  <c:v>White</c:v>
                </c:pt>
              </c:strCache>
            </c:strRef>
          </c:cat>
          <c:val>
            <c:numRef>
              <c:f>Sheet2!$E$4:$E$7</c:f>
              <c:numCache>
                <c:formatCode>General</c:formatCode>
                <c:ptCount val="4"/>
                <c:pt idx="0">
                  <c:v>61</c:v>
                </c:pt>
                <c:pt idx="1">
                  <c:v>175</c:v>
                </c:pt>
                <c:pt idx="2">
                  <c:v>298</c:v>
                </c:pt>
                <c:pt idx="3">
                  <c:v>2415</c:v>
                </c:pt>
              </c:numCache>
            </c:numRef>
          </c:val>
          <c:extLst>
            <c:ext xmlns:c16="http://schemas.microsoft.com/office/drawing/2014/chart" uri="{C3380CC4-5D6E-409C-BE32-E72D297353CC}">
              <c16:uniqueId val="{00000000-20A1-42EA-9DA5-B7048B90AA59}"/>
            </c:ext>
          </c:extLst>
        </c:ser>
        <c:dLbls>
          <c:showLegendKey val="0"/>
          <c:showVal val="0"/>
          <c:showCatName val="0"/>
          <c:showSerName val="0"/>
          <c:showPercent val="0"/>
          <c:showBubbleSize val="0"/>
        </c:dLbls>
        <c:gapWidth val="219"/>
        <c:overlap val="-27"/>
        <c:axId val="33305680"/>
        <c:axId val="1794010448"/>
      </c:barChart>
      <c:catAx>
        <c:axId val="3330568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794010448"/>
        <c:crosses val="autoZero"/>
        <c:auto val="1"/>
        <c:lblAlgn val="ctr"/>
        <c:lblOffset val="100"/>
        <c:noMultiLvlLbl val="0"/>
      </c:catAx>
      <c:valAx>
        <c:axId val="179401044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3305680"/>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Sheet4!$E$3</c:f>
              <c:strCache>
                <c:ptCount val="1"/>
                <c:pt idx="0">
                  <c:v>Gender</c:v>
                </c:pt>
              </c:strCache>
            </c:strRef>
          </c:tx>
          <c:spPr>
            <a:solidFill>
              <a:schemeClr val="accent1"/>
            </a:solidFill>
            <a:ln>
              <a:noFill/>
            </a:ln>
            <a:effectLst/>
          </c:spPr>
          <c:invertIfNegative val="0"/>
          <c:cat>
            <c:strRef>
              <c:f>Sheet4!$D$4:$D$5</c:f>
              <c:strCache>
                <c:ptCount val="2"/>
                <c:pt idx="0">
                  <c:v>Female</c:v>
                </c:pt>
                <c:pt idx="1">
                  <c:v>Male</c:v>
                </c:pt>
              </c:strCache>
            </c:strRef>
          </c:cat>
          <c:val>
            <c:numRef>
              <c:f>Sheet4!$E$4:$E$5</c:f>
              <c:numCache>
                <c:formatCode>General</c:formatCode>
                <c:ptCount val="2"/>
                <c:pt idx="0">
                  <c:v>2029</c:v>
                </c:pt>
                <c:pt idx="1">
                  <c:v>920</c:v>
                </c:pt>
              </c:numCache>
            </c:numRef>
          </c:val>
          <c:extLst>
            <c:ext xmlns:c16="http://schemas.microsoft.com/office/drawing/2014/chart" uri="{C3380CC4-5D6E-409C-BE32-E72D297353CC}">
              <c16:uniqueId val="{00000000-8862-4644-84F2-C6E045153E2A}"/>
            </c:ext>
          </c:extLst>
        </c:ser>
        <c:dLbls>
          <c:showLegendKey val="0"/>
          <c:showVal val="0"/>
          <c:showCatName val="0"/>
          <c:showSerName val="0"/>
          <c:showPercent val="0"/>
          <c:showBubbleSize val="0"/>
        </c:dLbls>
        <c:gapWidth val="219"/>
        <c:overlap val="-27"/>
        <c:axId val="1780615952"/>
        <c:axId val="1777863488"/>
      </c:barChart>
      <c:catAx>
        <c:axId val="178061595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777863488"/>
        <c:crosses val="autoZero"/>
        <c:auto val="1"/>
        <c:lblAlgn val="ctr"/>
        <c:lblOffset val="100"/>
        <c:noMultiLvlLbl val="0"/>
      </c:catAx>
      <c:valAx>
        <c:axId val="177786348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780615952"/>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Sheet5!$E$3</c:f>
              <c:strCache>
                <c:ptCount val="1"/>
                <c:pt idx="0">
                  <c:v>Age</c:v>
                </c:pt>
              </c:strCache>
            </c:strRef>
          </c:tx>
          <c:spPr>
            <a:solidFill>
              <a:schemeClr val="accent1"/>
            </a:solidFill>
            <a:ln>
              <a:noFill/>
            </a:ln>
            <a:effectLst/>
          </c:spPr>
          <c:invertIfNegative val="0"/>
          <c:cat>
            <c:strRef>
              <c:f>Sheet5!$D$4:$D$11</c:f>
              <c:strCache>
                <c:ptCount val="8"/>
                <c:pt idx="0">
                  <c:v>03-09_</c:v>
                </c:pt>
                <c:pt idx="1">
                  <c:v>10-19_</c:v>
                </c:pt>
                <c:pt idx="2">
                  <c:v>20-29</c:v>
                </c:pt>
                <c:pt idx="3">
                  <c:v>30-39</c:v>
                </c:pt>
                <c:pt idx="4">
                  <c:v>40-49</c:v>
                </c:pt>
                <c:pt idx="5">
                  <c:v>50-59</c:v>
                </c:pt>
                <c:pt idx="6">
                  <c:v>60-69</c:v>
                </c:pt>
                <c:pt idx="7">
                  <c:v>70+</c:v>
                </c:pt>
              </c:strCache>
            </c:strRef>
          </c:cat>
          <c:val>
            <c:numRef>
              <c:f>Sheet5!$E$4:$E$11</c:f>
              <c:numCache>
                <c:formatCode>General</c:formatCode>
                <c:ptCount val="8"/>
                <c:pt idx="0">
                  <c:v>1</c:v>
                </c:pt>
                <c:pt idx="1">
                  <c:v>24</c:v>
                </c:pt>
                <c:pt idx="2">
                  <c:v>1761</c:v>
                </c:pt>
                <c:pt idx="3">
                  <c:v>836</c:v>
                </c:pt>
                <c:pt idx="4">
                  <c:v>189</c:v>
                </c:pt>
                <c:pt idx="5">
                  <c:v>105</c:v>
                </c:pt>
                <c:pt idx="6">
                  <c:v>30</c:v>
                </c:pt>
                <c:pt idx="7">
                  <c:v>3</c:v>
                </c:pt>
              </c:numCache>
            </c:numRef>
          </c:val>
          <c:extLst>
            <c:ext xmlns:c16="http://schemas.microsoft.com/office/drawing/2014/chart" uri="{C3380CC4-5D6E-409C-BE32-E72D297353CC}">
              <c16:uniqueId val="{00000000-111B-4C5C-9589-923CC0C316C6}"/>
            </c:ext>
          </c:extLst>
        </c:ser>
        <c:dLbls>
          <c:showLegendKey val="0"/>
          <c:showVal val="0"/>
          <c:showCatName val="0"/>
          <c:showSerName val="0"/>
          <c:showPercent val="0"/>
          <c:showBubbleSize val="0"/>
        </c:dLbls>
        <c:gapWidth val="219"/>
        <c:overlap val="-27"/>
        <c:axId val="97698016"/>
        <c:axId val="225988480"/>
      </c:barChart>
      <c:catAx>
        <c:axId val="9769801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25988480"/>
        <c:crosses val="autoZero"/>
        <c:auto val="1"/>
        <c:lblAlgn val="ctr"/>
        <c:lblOffset val="100"/>
        <c:noMultiLvlLbl val="0"/>
      </c:catAx>
      <c:valAx>
        <c:axId val="22598848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7698016"/>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[celeba_gen_ddgan_dlib.xlsx]Sheet6!PivotTable6</c:name>
    <c:fmtId val="3"/>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Sheet6!$B$3</c:f>
              <c:strCache>
                <c:ptCount val="1"/>
                <c:pt idx="0">
                  <c:v>Total</c:v>
                </c:pt>
              </c:strCache>
            </c:strRef>
          </c:tx>
          <c:spPr>
            <a:solidFill>
              <a:schemeClr val="accent6">
                <a:lumMod val="75000"/>
              </a:schemeClr>
            </a:solidFill>
            <a:ln>
              <a:noFill/>
            </a:ln>
            <a:effectLst/>
          </c:spPr>
          <c:invertIfNegative val="0"/>
          <c:cat>
            <c:multiLvlStrRef>
              <c:f>Sheet6!$A$4:$A$16</c:f>
              <c:multiLvlStrCache>
                <c:ptCount val="8"/>
                <c:lvl>
                  <c:pt idx="0">
                    <c:v>Female</c:v>
                  </c:pt>
                  <c:pt idx="1">
                    <c:v>Male</c:v>
                  </c:pt>
                  <c:pt idx="2">
                    <c:v>Female</c:v>
                  </c:pt>
                  <c:pt idx="3">
                    <c:v>Male</c:v>
                  </c:pt>
                  <c:pt idx="4">
                    <c:v>Female</c:v>
                  </c:pt>
                  <c:pt idx="5">
                    <c:v>Male</c:v>
                  </c:pt>
                  <c:pt idx="6">
                    <c:v>Female</c:v>
                  </c:pt>
                  <c:pt idx="7">
                    <c:v>Male</c:v>
                  </c:pt>
                </c:lvl>
                <c:lvl>
                  <c:pt idx="0">
                    <c:v>Asian</c:v>
                  </c:pt>
                  <c:pt idx="2">
                    <c:v>Black</c:v>
                  </c:pt>
                  <c:pt idx="4">
                    <c:v>Indian</c:v>
                  </c:pt>
                  <c:pt idx="6">
                    <c:v>White</c:v>
                  </c:pt>
                </c:lvl>
              </c:multiLvlStrCache>
            </c:multiLvlStrRef>
          </c:cat>
          <c:val>
            <c:numRef>
              <c:f>Sheet6!$B$4:$B$16</c:f>
              <c:numCache>
                <c:formatCode>General</c:formatCode>
                <c:ptCount val="8"/>
                <c:pt idx="0">
                  <c:v>48</c:v>
                </c:pt>
                <c:pt idx="1">
                  <c:v>13</c:v>
                </c:pt>
                <c:pt idx="2">
                  <c:v>93</c:v>
                </c:pt>
                <c:pt idx="3">
                  <c:v>82</c:v>
                </c:pt>
                <c:pt idx="4">
                  <c:v>180</c:v>
                </c:pt>
                <c:pt idx="5">
                  <c:v>118</c:v>
                </c:pt>
                <c:pt idx="6">
                  <c:v>1708</c:v>
                </c:pt>
                <c:pt idx="7">
                  <c:v>707</c:v>
                </c:pt>
              </c:numCache>
            </c:numRef>
          </c:val>
          <c:extLst>
            <c:ext xmlns:c16="http://schemas.microsoft.com/office/drawing/2014/chart" uri="{C3380CC4-5D6E-409C-BE32-E72D297353CC}">
              <c16:uniqueId val="{00000000-004D-41BF-A429-65F774D3A8FA}"/>
            </c:ext>
          </c:extLst>
        </c:ser>
        <c:dLbls>
          <c:showLegendKey val="0"/>
          <c:showVal val="0"/>
          <c:showCatName val="0"/>
          <c:showSerName val="0"/>
          <c:showPercent val="0"/>
          <c:showBubbleSize val="0"/>
        </c:dLbls>
        <c:gapWidth val="219"/>
        <c:overlap val="-27"/>
        <c:axId val="92622384"/>
        <c:axId val="1814179936"/>
      </c:barChart>
      <c:catAx>
        <c:axId val="9262238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814179936"/>
        <c:crosses val="autoZero"/>
        <c:auto val="1"/>
        <c:lblAlgn val="ctr"/>
        <c:lblOffset val="100"/>
        <c:noMultiLvlLbl val="0"/>
      </c:catAx>
      <c:valAx>
        <c:axId val="181417993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2622384"/>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3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[celeba_gen_ddgan_dlib.xlsx]Sheet7!PivotTable7</c:name>
    <c:fmtId val="3"/>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Sheet7!$B$3</c:f>
              <c:strCache>
                <c:ptCount val="1"/>
                <c:pt idx="0">
                  <c:v>Total</c:v>
                </c:pt>
              </c:strCache>
            </c:strRef>
          </c:tx>
          <c:spPr>
            <a:solidFill>
              <a:schemeClr val="accent1"/>
            </a:solidFill>
            <a:ln>
              <a:noFill/>
            </a:ln>
            <a:effectLst/>
          </c:spPr>
          <c:invertIfNegative val="0"/>
          <c:cat>
            <c:multiLvlStrRef>
              <c:f>Sheet7!$A$4:$A$14</c:f>
              <c:multiLvlStrCache>
                <c:ptCount val="8"/>
                <c:lvl>
                  <c:pt idx="0">
                    <c:v>Asian</c:v>
                  </c:pt>
                  <c:pt idx="1">
                    <c:v>Black</c:v>
                  </c:pt>
                  <c:pt idx="2">
                    <c:v>Indian</c:v>
                  </c:pt>
                  <c:pt idx="3">
                    <c:v>White</c:v>
                  </c:pt>
                  <c:pt idx="4">
                    <c:v>Asian</c:v>
                  </c:pt>
                  <c:pt idx="5">
                    <c:v>Black</c:v>
                  </c:pt>
                  <c:pt idx="6">
                    <c:v>Indian</c:v>
                  </c:pt>
                  <c:pt idx="7">
                    <c:v>White</c:v>
                  </c:pt>
                </c:lvl>
                <c:lvl>
                  <c:pt idx="0">
                    <c:v>Female</c:v>
                  </c:pt>
                  <c:pt idx="4">
                    <c:v>Male</c:v>
                  </c:pt>
                </c:lvl>
              </c:multiLvlStrCache>
            </c:multiLvlStrRef>
          </c:cat>
          <c:val>
            <c:numRef>
              <c:f>Sheet7!$B$4:$B$14</c:f>
              <c:numCache>
                <c:formatCode>General</c:formatCode>
                <c:ptCount val="8"/>
                <c:pt idx="0">
                  <c:v>48</c:v>
                </c:pt>
                <c:pt idx="1">
                  <c:v>93</c:v>
                </c:pt>
                <c:pt idx="2">
                  <c:v>180</c:v>
                </c:pt>
                <c:pt idx="3">
                  <c:v>1708</c:v>
                </c:pt>
                <c:pt idx="4">
                  <c:v>13</c:v>
                </c:pt>
                <c:pt idx="5">
                  <c:v>82</c:v>
                </c:pt>
                <c:pt idx="6">
                  <c:v>118</c:v>
                </c:pt>
                <c:pt idx="7">
                  <c:v>707</c:v>
                </c:pt>
              </c:numCache>
            </c:numRef>
          </c:val>
          <c:extLst>
            <c:ext xmlns:c16="http://schemas.microsoft.com/office/drawing/2014/chart" uri="{C3380CC4-5D6E-409C-BE32-E72D297353CC}">
              <c16:uniqueId val="{00000000-B5EC-4676-AF8C-C9782C47CADB}"/>
            </c:ext>
          </c:extLst>
        </c:ser>
        <c:dLbls>
          <c:showLegendKey val="0"/>
          <c:showVal val="0"/>
          <c:showCatName val="0"/>
          <c:showSerName val="0"/>
          <c:showPercent val="0"/>
          <c:showBubbleSize val="0"/>
        </c:dLbls>
        <c:gapWidth val="219"/>
        <c:overlap val="-27"/>
        <c:axId val="1243224320"/>
        <c:axId val="1815730640"/>
      </c:barChart>
      <c:catAx>
        <c:axId val="12432243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815730640"/>
        <c:crosses val="autoZero"/>
        <c:auto val="1"/>
        <c:lblAlgn val="ctr"/>
        <c:lblOffset val="100"/>
        <c:noMultiLvlLbl val="0"/>
      </c:catAx>
      <c:valAx>
        <c:axId val="181573064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43224320"/>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3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Sheet2!$E$3</c:f>
              <c:strCache>
                <c:ptCount val="1"/>
                <c:pt idx="0">
                  <c:v>Race4</c:v>
                </c:pt>
              </c:strCache>
            </c:strRef>
          </c:tx>
          <c:spPr>
            <a:solidFill>
              <a:schemeClr val="accent1"/>
            </a:solidFill>
            <a:ln>
              <a:noFill/>
            </a:ln>
            <a:effectLst/>
          </c:spPr>
          <c:invertIfNegative val="0"/>
          <c:cat>
            <c:strRef>
              <c:f>Sheet2!$D$4:$D$7</c:f>
              <c:strCache>
                <c:ptCount val="4"/>
                <c:pt idx="0">
                  <c:v>Asian</c:v>
                </c:pt>
                <c:pt idx="1">
                  <c:v>Black</c:v>
                </c:pt>
                <c:pt idx="2">
                  <c:v>Indian</c:v>
                </c:pt>
                <c:pt idx="3">
                  <c:v>White</c:v>
                </c:pt>
              </c:strCache>
            </c:strRef>
          </c:cat>
          <c:val>
            <c:numRef>
              <c:f>Sheet2!$E$4:$E$7</c:f>
              <c:numCache>
                <c:formatCode>General</c:formatCode>
                <c:ptCount val="4"/>
                <c:pt idx="0">
                  <c:v>608</c:v>
                </c:pt>
                <c:pt idx="1">
                  <c:v>415</c:v>
                </c:pt>
                <c:pt idx="2">
                  <c:v>1360</c:v>
                </c:pt>
                <c:pt idx="3">
                  <c:v>736</c:v>
                </c:pt>
              </c:numCache>
            </c:numRef>
          </c:val>
          <c:extLst>
            <c:ext xmlns:c16="http://schemas.microsoft.com/office/drawing/2014/chart" uri="{C3380CC4-5D6E-409C-BE32-E72D297353CC}">
              <c16:uniqueId val="{00000000-9A5C-4666-AC38-E02D092BC19C}"/>
            </c:ext>
          </c:extLst>
        </c:ser>
        <c:dLbls>
          <c:showLegendKey val="0"/>
          <c:showVal val="0"/>
          <c:showCatName val="0"/>
          <c:showSerName val="0"/>
          <c:showPercent val="0"/>
          <c:showBubbleSize val="0"/>
        </c:dLbls>
        <c:gapWidth val="219"/>
        <c:overlap val="-27"/>
        <c:axId val="1580863792"/>
        <c:axId val="1669793536"/>
      </c:barChart>
      <c:catAx>
        <c:axId val="15808637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669793536"/>
        <c:crosses val="autoZero"/>
        <c:auto val="1"/>
        <c:lblAlgn val="ctr"/>
        <c:lblOffset val="100"/>
        <c:noMultiLvlLbl val="0"/>
      </c:catAx>
      <c:valAx>
        <c:axId val="166979353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580863792"/>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Sheet3!$E$3</c:f>
              <c:strCache>
                <c:ptCount val="1"/>
                <c:pt idx="0">
                  <c:v>Gender</c:v>
                </c:pt>
              </c:strCache>
            </c:strRef>
          </c:tx>
          <c:spPr>
            <a:solidFill>
              <a:schemeClr val="accent1"/>
            </a:solidFill>
            <a:ln>
              <a:noFill/>
            </a:ln>
            <a:effectLst/>
          </c:spPr>
          <c:invertIfNegative val="0"/>
          <c:cat>
            <c:strRef>
              <c:f>Sheet3!$D$4:$D$5</c:f>
              <c:strCache>
                <c:ptCount val="2"/>
                <c:pt idx="0">
                  <c:v>Female</c:v>
                </c:pt>
                <c:pt idx="1">
                  <c:v>Male</c:v>
                </c:pt>
              </c:strCache>
            </c:strRef>
          </c:cat>
          <c:val>
            <c:numRef>
              <c:f>Sheet3!$E$4:$E$5</c:f>
              <c:numCache>
                <c:formatCode>General</c:formatCode>
                <c:ptCount val="2"/>
                <c:pt idx="0">
                  <c:v>1739</c:v>
                </c:pt>
                <c:pt idx="1">
                  <c:v>1380</c:v>
                </c:pt>
              </c:numCache>
            </c:numRef>
          </c:val>
          <c:extLst>
            <c:ext xmlns:c16="http://schemas.microsoft.com/office/drawing/2014/chart" uri="{C3380CC4-5D6E-409C-BE32-E72D297353CC}">
              <c16:uniqueId val="{00000000-315E-40D9-A021-11F25437C841}"/>
            </c:ext>
          </c:extLst>
        </c:ser>
        <c:dLbls>
          <c:showLegendKey val="0"/>
          <c:showVal val="0"/>
          <c:showCatName val="0"/>
          <c:showSerName val="0"/>
          <c:showPercent val="0"/>
          <c:showBubbleSize val="0"/>
        </c:dLbls>
        <c:gapWidth val="219"/>
        <c:overlap val="-27"/>
        <c:axId val="1756099664"/>
        <c:axId val="1583397696"/>
      </c:barChart>
      <c:catAx>
        <c:axId val="175609966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583397696"/>
        <c:crosses val="autoZero"/>
        <c:auto val="1"/>
        <c:lblAlgn val="ctr"/>
        <c:lblOffset val="100"/>
        <c:noMultiLvlLbl val="0"/>
      </c:catAx>
      <c:valAx>
        <c:axId val="158339769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756099664"/>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Sheet4!$E$3</c:f>
              <c:strCache>
                <c:ptCount val="1"/>
                <c:pt idx="0">
                  <c:v>Age</c:v>
                </c:pt>
              </c:strCache>
            </c:strRef>
          </c:tx>
          <c:spPr>
            <a:solidFill>
              <a:schemeClr val="accent1"/>
            </a:solidFill>
            <a:ln>
              <a:noFill/>
            </a:ln>
            <a:effectLst/>
          </c:spPr>
          <c:invertIfNegative val="0"/>
          <c:cat>
            <c:strRef>
              <c:f>Sheet4!$D$4:$D$11</c:f>
              <c:strCache>
                <c:ptCount val="8"/>
                <c:pt idx="0">
                  <c:v>0-2</c:v>
                </c:pt>
                <c:pt idx="1">
                  <c:v>03-09_</c:v>
                </c:pt>
                <c:pt idx="2">
                  <c:v>10-19_</c:v>
                </c:pt>
                <c:pt idx="3">
                  <c:v>20-29</c:v>
                </c:pt>
                <c:pt idx="4">
                  <c:v>30-39</c:v>
                </c:pt>
                <c:pt idx="5">
                  <c:v>40-49</c:v>
                </c:pt>
                <c:pt idx="6">
                  <c:v>50-59</c:v>
                </c:pt>
                <c:pt idx="7">
                  <c:v>60-69</c:v>
                </c:pt>
              </c:strCache>
            </c:strRef>
          </c:cat>
          <c:val>
            <c:numRef>
              <c:f>Sheet4!$E$4:$E$11</c:f>
              <c:numCache>
                <c:formatCode>General</c:formatCode>
                <c:ptCount val="8"/>
                <c:pt idx="0">
                  <c:v>13</c:v>
                </c:pt>
                <c:pt idx="1">
                  <c:v>327</c:v>
                </c:pt>
                <c:pt idx="2">
                  <c:v>262</c:v>
                </c:pt>
                <c:pt idx="3">
                  <c:v>1529</c:v>
                </c:pt>
                <c:pt idx="4">
                  <c:v>787</c:v>
                </c:pt>
                <c:pt idx="5">
                  <c:v>175</c:v>
                </c:pt>
                <c:pt idx="6">
                  <c:v>24</c:v>
                </c:pt>
                <c:pt idx="7">
                  <c:v>2</c:v>
                </c:pt>
              </c:numCache>
            </c:numRef>
          </c:val>
          <c:extLst>
            <c:ext xmlns:c16="http://schemas.microsoft.com/office/drawing/2014/chart" uri="{C3380CC4-5D6E-409C-BE32-E72D297353CC}">
              <c16:uniqueId val="{00000000-E9DE-43B7-A818-EC4DACDFD691}"/>
            </c:ext>
          </c:extLst>
        </c:ser>
        <c:dLbls>
          <c:showLegendKey val="0"/>
          <c:showVal val="0"/>
          <c:showCatName val="0"/>
          <c:showSerName val="0"/>
          <c:showPercent val="0"/>
          <c:showBubbleSize val="0"/>
        </c:dLbls>
        <c:gapWidth val="219"/>
        <c:overlap val="-27"/>
        <c:axId val="1583194752"/>
        <c:axId val="1759019040"/>
      </c:barChart>
      <c:catAx>
        <c:axId val="158319475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759019040"/>
        <c:crosses val="autoZero"/>
        <c:auto val="1"/>
        <c:lblAlgn val="ctr"/>
        <c:lblOffset val="100"/>
        <c:noMultiLvlLbl val="0"/>
      </c:catAx>
      <c:valAx>
        <c:axId val="175901904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583194752"/>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[fairface_gen_ddgan_5k_dlib.xlsx]Sheet5!PivotTable4</c:name>
    <c:fmtId val="3"/>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Sheet5!$B$3</c:f>
              <c:strCache>
                <c:ptCount val="1"/>
                <c:pt idx="0">
                  <c:v>Total</c:v>
                </c:pt>
              </c:strCache>
            </c:strRef>
          </c:tx>
          <c:spPr>
            <a:solidFill>
              <a:schemeClr val="accent6">
                <a:lumMod val="75000"/>
              </a:schemeClr>
            </a:solidFill>
            <a:ln>
              <a:noFill/>
            </a:ln>
            <a:effectLst/>
          </c:spPr>
          <c:invertIfNegative val="0"/>
          <c:cat>
            <c:multiLvlStrRef>
              <c:f>Sheet5!$A$4:$A$16</c:f>
              <c:multiLvlStrCache>
                <c:ptCount val="8"/>
                <c:lvl>
                  <c:pt idx="0">
                    <c:v>Female</c:v>
                  </c:pt>
                  <c:pt idx="1">
                    <c:v>Male</c:v>
                  </c:pt>
                  <c:pt idx="2">
                    <c:v>Female</c:v>
                  </c:pt>
                  <c:pt idx="3">
                    <c:v>Male</c:v>
                  </c:pt>
                  <c:pt idx="4">
                    <c:v>Female</c:v>
                  </c:pt>
                  <c:pt idx="5">
                    <c:v>Male</c:v>
                  </c:pt>
                  <c:pt idx="6">
                    <c:v>Female</c:v>
                  </c:pt>
                  <c:pt idx="7">
                    <c:v>Male</c:v>
                  </c:pt>
                </c:lvl>
                <c:lvl>
                  <c:pt idx="0">
                    <c:v>Asian</c:v>
                  </c:pt>
                  <c:pt idx="2">
                    <c:v>Black</c:v>
                  </c:pt>
                  <c:pt idx="4">
                    <c:v>Indian</c:v>
                  </c:pt>
                  <c:pt idx="6">
                    <c:v>White</c:v>
                  </c:pt>
                </c:lvl>
              </c:multiLvlStrCache>
            </c:multiLvlStrRef>
          </c:cat>
          <c:val>
            <c:numRef>
              <c:f>Sheet5!$B$4:$B$16</c:f>
              <c:numCache>
                <c:formatCode>General</c:formatCode>
                <c:ptCount val="8"/>
                <c:pt idx="0">
                  <c:v>405</c:v>
                </c:pt>
                <c:pt idx="1">
                  <c:v>203</c:v>
                </c:pt>
                <c:pt idx="2">
                  <c:v>244</c:v>
                </c:pt>
                <c:pt idx="3">
                  <c:v>171</c:v>
                </c:pt>
                <c:pt idx="4">
                  <c:v>703</c:v>
                </c:pt>
                <c:pt idx="5">
                  <c:v>657</c:v>
                </c:pt>
                <c:pt idx="6">
                  <c:v>387</c:v>
                </c:pt>
                <c:pt idx="7">
                  <c:v>349</c:v>
                </c:pt>
              </c:numCache>
            </c:numRef>
          </c:val>
          <c:extLst>
            <c:ext xmlns:c16="http://schemas.microsoft.com/office/drawing/2014/chart" uri="{C3380CC4-5D6E-409C-BE32-E72D297353CC}">
              <c16:uniqueId val="{00000000-FBBB-4E95-8CC0-3DCA68B6ACDF}"/>
            </c:ext>
          </c:extLst>
        </c:ser>
        <c:dLbls>
          <c:showLegendKey val="0"/>
          <c:showVal val="0"/>
          <c:showCatName val="0"/>
          <c:showSerName val="0"/>
          <c:showPercent val="0"/>
          <c:showBubbleSize val="0"/>
        </c:dLbls>
        <c:gapWidth val="219"/>
        <c:overlap val="-27"/>
        <c:axId val="1565326960"/>
        <c:axId val="1660870192"/>
      </c:barChart>
      <c:catAx>
        <c:axId val="156532696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660870192"/>
        <c:crosses val="autoZero"/>
        <c:auto val="1"/>
        <c:lblAlgn val="ctr"/>
        <c:lblOffset val="100"/>
        <c:noMultiLvlLbl val="0"/>
      </c:catAx>
      <c:valAx>
        <c:axId val="166087019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565326960"/>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4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[fairface_gen_ddgan_5k_dlib.xlsx]Sheet6!PivotTable5</c:name>
    <c:fmtId val="3"/>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Sheet6!$B$3</c:f>
              <c:strCache>
                <c:ptCount val="1"/>
                <c:pt idx="0">
                  <c:v>Total</c:v>
                </c:pt>
              </c:strCache>
            </c:strRef>
          </c:tx>
          <c:spPr>
            <a:solidFill>
              <a:schemeClr val="accent1"/>
            </a:solidFill>
            <a:ln>
              <a:noFill/>
            </a:ln>
            <a:effectLst/>
          </c:spPr>
          <c:invertIfNegative val="0"/>
          <c:cat>
            <c:multiLvlStrRef>
              <c:f>Sheet6!$A$4:$A$14</c:f>
              <c:multiLvlStrCache>
                <c:ptCount val="8"/>
                <c:lvl>
                  <c:pt idx="0">
                    <c:v>Asian</c:v>
                  </c:pt>
                  <c:pt idx="1">
                    <c:v>Black</c:v>
                  </c:pt>
                  <c:pt idx="2">
                    <c:v>Indian</c:v>
                  </c:pt>
                  <c:pt idx="3">
                    <c:v>White</c:v>
                  </c:pt>
                  <c:pt idx="4">
                    <c:v>Asian</c:v>
                  </c:pt>
                  <c:pt idx="5">
                    <c:v>Black</c:v>
                  </c:pt>
                  <c:pt idx="6">
                    <c:v>Indian</c:v>
                  </c:pt>
                  <c:pt idx="7">
                    <c:v>White</c:v>
                  </c:pt>
                </c:lvl>
                <c:lvl>
                  <c:pt idx="0">
                    <c:v>Female</c:v>
                  </c:pt>
                  <c:pt idx="4">
                    <c:v>Male</c:v>
                  </c:pt>
                </c:lvl>
              </c:multiLvlStrCache>
            </c:multiLvlStrRef>
          </c:cat>
          <c:val>
            <c:numRef>
              <c:f>Sheet6!$B$4:$B$14</c:f>
              <c:numCache>
                <c:formatCode>General</c:formatCode>
                <c:ptCount val="8"/>
                <c:pt idx="0">
                  <c:v>405</c:v>
                </c:pt>
                <c:pt idx="1">
                  <c:v>244</c:v>
                </c:pt>
                <c:pt idx="2">
                  <c:v>703</c:v>
                </c:pt>
                <c:pt idx="3">
                  <c:v>387</c:v>
                </c:pt>
                <c:pt idx="4">
                  <c:v>203</c:v>
                </c:pt>
                <c:pt idx="5">
                  <c:v>171</c:v>
                </c:pt>
                <c:pt idx="6">
                  <c:v>657</c:v>
                </c:pt>
                <c:pt idx="7">
                  <c:v>349</c:v>
                </c:pt>
              </c:numCache>
            </c:numRef>
          </c:val>
          <c:extLst>
            <c:ext xmlns:c16="http://schemas.microsoft.com/office/drawing/2014/chart" uri="{C3380CC4-5D6E-409C-BE32-E72D297353CC}">
              <c16:uniqueId val="{00000000-0EF8-43B8-A4F8-CC7F213EE9D6}"/>
            </c:ext>
          </c:extLst>
        </c:ser>
        <c:dLbls>
          <c:showLegendKey val="0"/>
          <c:showVal val="0"/>
          <c:showCatName val="0"/>
          <c:showSerName val="0"/>
          <c:showPercent val="0"/>
          <c:showBubbleSize val="0"/>
        </c:dLbls>
        <c:gapWidth val="219"/>
        <c:overlap val="-27"/>
        <c:axId val="1760969248"/>
        <c:axId val="1802069568"/>
      </c:barChart>
      <c:catAx>
        <c:axId val="176096924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802069568"/>
        <c:crosses val="autoZero"/>
        <c:auto val="1"/>
        <c:lblAlgn val="ctr"/>
        <c:lblOffset val="100"/>
        <c:noMultiLvlLbl val="0"/>
      </c:catAx>
      <c:valAx>
        <c:axId val="180206956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760969248"/>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4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pieChart>
        <c:varyColors val="1"/>
        <c:ser>
          <c:idx val="0"/>
          <c:order val="0"/>
          <c:tx>
            <c:strRef>
              <c:f>Sheet2!$E$3</c:f>
              <c:strCache>
                <c:ptCount val="1"/>
                <c:pt idx="0">
                  <c:v>Race4</c:v>
                </c:pt>
              </c:strCache>
            </c:strRef>
          </c:tx>
          <c:dPt>
            <c:idx val="0"/>
            <c:bubble3D val="0"/>
            <c:spPr>
              <a:solidFill>
                <a:schemeClr val="accent1">
                  <a:shade val="58000"/>
                </a:schemeClr>
              </a:solidFill>
              <a:ln w="19050">
                <a:solidFill>
                  <a:schemeClr val="lt1"/>
                </a:solidFill>
              </a:ln>
              <a:effectLst/>
            </c:spPr>
            <c:extLst>
              <c:ext xmlns:c16="http://schemas.microsoft.com/office/drawing/2014/chart" uri="{C3380CC4-5D6E-409C-BE32-E72D297353CC}">
                <c16:uniqueId val="{00000001-93AC-4403-8AD5-6637FA24FC8D}"/>
              </c:ext>
            </c:extLst>
          </c:dPt>
          <c:dPt>
            <c:idx val="1"/>
            <c:bubble3D val="0"/>
            <c:spPr>
              <a:solidFill>
                <a:schemeClr val="accent1">
                  <a:shade val="86000"/>
                </a:schemeClr>
              </a:solidFill>
              <a:ln w="19050">
                <a:solidFill>
                  <a:schemeClr val="lt1"/>
                </a:solidFill>
              </a:ln>
              <a:effectLst/>
            </c:spPr>
            <c:extLst>
              <c:ext xmlns:c16="http://schemas.microsoft.com/office/drawing/2014/chart" uri="{C3380CC4-5D6E-409C-BE32-E72D297353CC}">
                <c16:uniqueId val="{00000003-93AC-4403-8AD5-6637FA24FC8D}"/>
              </c:ext>
            </c:extLst>
          </c:dPt>
          <c:dPt>
            <c:idx val="2"/>
            <c:bubble3D val="0"/>
            <c:spPr>
              <a:solidFill>
                <a:schemeClr val="accent1">
                  <a:tint val="86000"/>
                </a:schemeClr>
              </a:solidFill>
              <a:ln w="19050">
                <a:solidFill>
                  <a:schemeClr val="lt1"/>
                </a:solidFill>
              </a:ln>
              <a:effectLst/>
            </c:spPr>
            <c:extLst>
              <c:ext xmlns:c16="http://schemas.microsoft.com/office/drawing/2014/chart" uri="{C3380CC4-5D6E-409C-BE32-E72D297353CC}">
                <c16:uniqueId val="{00000005-93AC-4403-8AD5-6637FA24FC8D}"/>
              </c:ext>
            </c:extLst>
          </c:dPt>
          <c:dPt>
            <c:idx val="3"/>
            <c:bubble3D val="0"/>
            <c:spPr>
              <a:solidFill>
                <a:schemeClr val="accent1">
                  <a:tint val="58000"/>
                </a:schemeClr>
              </a:solidFill>
              <a:ln w="19050">
                <a:solidFill>
                  <a:schemeClr val="lt1"/>
                </a:solidFill>
              </a:ln>
              <a:effectLst/>
            </c:spPr>
            <c:extLst>
              <c:ext xmlns:c16="http://schemas.microsoft.com/office/drawing/2014/chart" uri="{C3380CC4-5D6E-409C-BE32-E72D297353CC}">
                <c16:uniqueId val="{00000007-93AC-4403-8AD5-6637FA24FC8D}"/>
              </c:ext>
            </c:extLst>
          </c:dPt>
          <c:dLbls>
            <c:dLbl>
              <c:idx val="3"/>
              <c:layout>
                <c:manualLayout>
                  <c:x val="0.43611111111111112"/>
                  <c:y val="-0.17129629629629639"/>
                </c:manualLayout>
              </c:layout>
              <c:spPr>
                <a:solidFill>
                  <a:sysClr val="window" lastClr="FFFFFF"/>
                </a:solidFill>
                <a:ln w="9525" cap="flat" cmpd="sng" algn="ctr">
                  <a:solidFill>
                    <a:sysClr val="windowText" lastClr="000000">
                      <a:lumMod val="25000"/>
                      <a:lumOff val="75000"/>
                    </a:sysClr>
                  </a:solidFill>
                  <a:prstDash val="solid"/>
                  <a:round/>
                  <a:headEnd type="none" w="med" len="med"/>
                  <a:tailEnd type="none" w="med" len="med"/>
                  <a:extLst>
                    <a:ext uri="{C807C97D-BFC1-408E-A445-0C87EB9F89A2}">
                      <ask:lineSketchStyleProps xmlns:ask="http://schemas.microsoft.com/office/drawing/2018/sketchyshapes" sd="0">
                        <a:custGeom>
                          <a:avLst/>
                          <a:gdLst/>
                          <a:ahLst/>
                          <a:cxnLst/>
                          <a:rect l="0" t="0" r="0" b="0"/>
                          <a:pathLst/>
                        </a:custGeom>
                        <ask:type/>
                      </ask:lineSketchStyleProps>
                    </a:ext>
                  </a:extLst>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bestFit"/>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gd name="adj1" fmla="val -81029"/>
                        <a:gd name="adj2" fmla="val -98830"/>
                      </a:avLst>
                    </a:prstGeom>
                    <a:noFill/>
                    <a:ln>
                      <a:noFill/>
                    </a:ln>
                  </c15:spPr>
                </c:ext>
                <c:ext xmlns:c16="http://schemas.microsoft.com/office/drawing/2014/chart" uri="{C3380CC4-5D6E-409C-BE32-E72D297353CC}">
                  <c16:uniqueId val="{00000007-93AC-4403-8AD5-6637FA24FC8D}"/>
                </c:ext>
              </c:extLst>
            </c:dLbl>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Sheet2!$D$4:$D$7</c:f>
              <c:strCache>
                <c:ptCount val="4"/>
                <c:pt idx="0">
                  <c:v>Asian</c:v>
                </c:pt>
                <c:pt idx="1">
                  <c:v>Black</c:v>
                </c:pt>
                <c:pt idx="2">
                  <c:v>Indian</c:v>
                </c:pt>
                <c:pt idx="3">
                  <c:v>White</c:v>
                </c:pt>
              </c:strCache>
            </c:strRef>
          </c:cat>
          <c:val>
            <c:numRef>
              <c:f>Sheet2!$E$4:$E$7</c:f>
              <c:numCache>
                <c:formatCode>General</c:formatCode>
                <c:ptCount val="4"/>
                <c:pt idx="0">
                  <c:v>1290</c:v>
                </c:pt>
                <c:pt idx="1">
                  <c:v>1834</c:v>
                </c:pt>
                <c:pt idx="2">
                  <c:v>1291</c:v>
                </c:pt>
                <c:pt idx="3">
                  <c:v>22679</c:v>
                </c:pt>
              </c:numCache>
            </c:numRef>
          </c:val>
          <c:extLst>
            <c:ext xmlns:c16="http://schemas.microsoft.com/office/drawing/2014/chart" uri="{C3380CC4-5D6E-409C-BE32-E72D297353CC}">
              <c16:uniqueId val="{00000008-93AC-4403-8AD5-6637FA24FC8D}"/>
            </c:ext>
          </c:extLst>
        </c:ser>
        <c:dLbls>
          <c:showLegendKey val="0"/>
          <c:showVal val="0"/>
          <c:showCatName val="0"/>
          <c:showSerName val="0"/>
          <c:showPercent val="0"/>
          <c:showBubbleSize val="0"/>
          <c:showLeaderLines val="0"/>
        </c:dLbls>
        <c:firstSliceAng val="0"/>
      </c:pieChart>
      <c:spPr>
        <a:noFill/>
        <a:ln>
          <a:noFill/>
        </a:ln>
        <a:effectLst/>
      </c:spPr>
    </c:plotArea>
    <c:legend>
      <c:legendPos val="r"/>
      <c:layout>
        <c:manualLayout>
          <c:xMode val="edge"/>
          <c:yMode val="edge"/>
          <c:x val="7.2995625546806608E-2"/>
          <c:y val="2.4512613006707495E-2"/>
          <c:w val="0.1075599300087489"/>
          <c:h val="0.31250218722659667"/>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4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pieChart>
        <c:varyColors val="1"/>
        <c:ser>
          <c:idx val="0"/>
          <c:order val="0"/>
          <c:tx>
            <c:strRef>
              <c:f>Sheet2!$E$3</c:f>
              <c:strCache>
                <c:ptCount val="1"/>
                <c:pt idx="0">
                  <c:v>Race4</c:v>
                </c:pt>
              </c:strCache>
            </c:strRef>
          </c:tx>
          <c:dPt>
            <c:idx val="0"/>
            <c:bubble3D val="0"/>
            <c:spPr>
              <a:solidFill>
                <a:schemeClr val="accent1">
                  <a:shade val="58000"/>
                </a:schemeClr>
              </a:solidFill>
              <a:ln w="19050">
                <a:solidFill>
                  <a:schemeClr val="lt1"/>
                </a:solidFill>
              </a:ln>
              <a:effectLst/>
            </c:spPr>
            <c:extLst>
              <c:ext xmlns:c16="http://schemas.microsoft.com/office/drawing/2014/chart" uri="{C3380CC4-5D6E-409C-BE32-E72D297353CC}">
                <c16:uniqueId val="{00000001-2B67-4499-AAFC-CC186970C705}"/>
              </c:ext>
            </c:extLst>
          </c:dPt>
          <c:dPt>
            <c:idx val="1"/>
            <c:bubble3D val="0"/>
            <c:spPr>
              <a:solidFill>
                <a:schemeClr val="accent1">
                  <a:shade val="86000"/>
                </a:schemeClr>
              </a:solidFill>
              <a:ln w="19050">
                <a:solidFill>
                  <a:schemeClr val="lt1"/>
                </a:solidFill>
              </a:ln>
              <a:effectLst/>
            </c:spPr>
            <c:extLst>
              <c:ext xmlns:c16="http://schemas.microsoft.com/office/drawing/2014/chart" uri="{C3380CC4-5D6E-409C-BE32-E72D297353CC}">
                <c16:uniqueId val="{00000003-2B67-4499-AAFC-CC186970C705}"/>
              </c:ext>
            </c:extLst>
          </c:dPt>
          <c:dPt>
            <c:idx val="2"/>
            <c:bubble3D val="0"/>
            <c:spPr>
              <a:solidFill>
                <a:schemeClr val="accent1">
                  <a:tint val="86000"/>
                </a:schemeClr>
              </a:solidFill>
              <a:ln w="19050">
                <a:solidFill>
                  <a:schemeClr val="lt1"/>
                </a:solidFill>
              </a:ln>
              <a:effectLst/>
            </c:spPr>
            <c:extLst>
              <c:ext xmlns:c16="http://schemas.microsoft.com/office/drawing/2014/chart" uri="{C3380CC4-5D6E-409C-BE32-E72D297353CC}">
                <c16:uniqueId val="{00000005-2B67-4499-AAFC-CC186970C705}"/>
              </c:ext>
            </c:extLst>
          </c:dPt>
          <c:dPt>
            <c:idx val="3"/>
            <c:bubble3D val="0"/>
            <c:spPr>
              <a:solidFill>
                <a:schemeClr val="accent1">
                  <a:tint val="58000"/>
                </a:schemeClr>
              </a:solidFill>
              <a:ln w="19050">
                <a:solidFill>
                  <a:schemeClr val="lt1"/>
                </a:solidFill>
              </a:ln>
              <a:effectLst/>
            </c:spPr>
            <c:extLst>
              <c:ext xmlns:c16="http://schemas.microsoft.com/office/drawing/2014/chart" uri="{C3380CC4-5D6E-409C-BE32-E72D297353CC}">
                <c16:uniqueId val="{00000007-2B67-4499-AAFC-CC186970C705}"/>
              </c:ext>
            </c:extLst>
          </c:dPt>
          <c:dLbls>
            <c:dLbl>
              <c:idx val="3"/>
              <c:layout>
                <c:manualLayout>
                  <c:x val="-0.11666666666666667"/>
                  <c:y val="-0.23148148148148148"/>
                </c:manualLayout>
              </c:layout>
              <c:spPr>
                <a:solidFill>
                  <a:sysClr val="window" lastClr="FFFFFF"/>
                </a:solidFill>
                <a:ln w="9525" cap="flat" cmpd="sng" algn="ctr">
                  <a:solidFill>
                    <a:sysClr val="windowText" lastClr="000000">
                      <a:lumMod val="25000"/>
                      <a:lumOff val="75000"/>
                    </a:sysClr>
                  </a:solidFill>
                  <a:prstDash val="solid"/>
                  <a:round/>
                  <a:headEnd type="none" w="med" len="med"/>
                  <a:tailEnd type="none" w="med" len="med"/>
                  <a:extLst>
                    <a:ext uri="{C807C97D-BFC1-408E-A445-0C87EB9F89A2}">
                      <ask:lineSketchStyleProps xmlns:ask="http://schemas.microsoft.com/office/drawing/2018/sketchyshapes" sd="0">
                        <a:custGeom>
                          <a:avLst/>
                          <a:gdLst/>
                          <a:ahLst/>
                          <a:cxnLst/>
                          <a:rect l="0" t="0" r="0" b="0"/>
                          <a:pathLst/>
                        </a:custGeom>
                        <ask:type/>
                      </ask:lineSketchStyleProps>
                    </a:ext>
                  </a:extLst>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bestFit"/>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gd name="adj1" fmla="val 71596"/>
                        <a:gd name="adj2" fmla="val -135723"/>
                      </a:avLst>
                    </a:prstGeom>
                    <a:noFill/>
                    <a:ln>
                      <a:noFill/>
                    </a:ln>
                  </c15:spPr>
                </c:ext>
                <c:ext xmlns:c16="http://schemas.microsoft.com/office/drawing/2014/chart" uri="{C3380CC4-5D6E-409C-BE32-E72D297353CC}">
                  <c16:uniqueId val="{00000007-2B67-4499-AAFC-CC186970C705}"/>
                </c:ext>
              </c:extLst>
            </c:dLbl>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Sheet2!$D$4:$D$7</c:f>
              <c:strCache>
                <c:ptCount val="4"/>
                <c:pt idx="0">
                  <c:v>Asian</c:v>
                </c:pt>
                <c:pt idx="1">
                  <c:v>Black</c:v>
                </c:pt>
                <c:pt idx="2">
                  <c:v>Indian</c:v>
                </c:pt>
                <c:pt idx="3">
                  <c:v>White</c:v>
                </c:pt>
              </c:strCache>
            </c:strRef>
          </c:cat>
          <c:val>
            <c:numRef>
              <c:f>Sheet2!$E$4:$E$7</c:f>
              <c:numCache>
                <c:formatCode>General</c:formatCode>
                <c:ptCount val="4"/>
                <c:pt idx="0">
                  <c:v>61</c:v>
                </c:pt>
                <c:pt idx="1">
                  <c:v>175</c:v>
                </c:pt>
                <c:pt idx="2">
                  <c:v>298</c:v>
                </c:pt>
                <c:pt idx="3">
                  <c:v>2415</c:v>
                </c:pt>
              </c:numCache>
            </c:numRef>
          </c:val>
          <c:extLst>
            <c:ext xmlns:c16="http://schemas.microsoft.com/office/drawing/2014/chart" uri="{C3380CC4-5D6E-409C-BE32-E72D297353CC}">
              <c16:uniqueId val="{00000008-2B67-4499-AAFC-CC186970C705}"/>
            </c:ext>
          </c:extLst>
        </c:ser>
        <c:dLbls>
          <c:showLegendKey val="0"/>
          <c:showVal val="0"/>
          <c:showCatName val="0"/>
          <c:showSerName val="0"/>
          <c:showPercent val="0"/>
          <c:showBubbleSize val="0"/>
          <c:showLeaderLines val="0"/>
        </c:dLbls>
        <c:firstSliceAng val="0"/>
      </c:pie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4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pieChart>
        <c:varyColors val="1"/>
        <c:ser>
          <c:idx val="0"/>
          <c:order val="0"/>
          <c:tx>
            <c:strRef>
              <c:f>Sheet3!$E$3</c:f>
              <c:strCache>
                <c:ptCount val="1"/>
                <c:pt idx="0">
                  <c:v>Race4</c:v>
                </c:pt>
              </c:strCache>
            </c:strRef>
          </c:tx>
          <c:dPt>
            <c:idx val="0"/>
            <c:bubble3D val="0"/>
            <c:spPr>
              <a:solidFill>
                <a:schemeClr val="accent1">
                  <a:shade val="58000"/>
                </a:schemeClr>
              </a:solidFill>
              <a:ln w="19050">
                <a:solidFill>
                  <a:schemeClr val="lt1"/>
                </a:solidFill>
              </a:ln>
              <a:effectLst/>
            </c:spPr>
            <c:extLst>
              <c:ext xmlns:c16="http://schemas.microsoft.com/office/drawing/2014/chart" uri="{C3380CC4-5D6E-409C-BE32-E72D297353CC}">
                <c16:uniqueId val="{00000001-667F-4F89-B3AD-D51205773AD9}"/>
              </c:ext>
            </c:extLst>
          </c:dPt>
          <c:dPt>
            <c:idx val="1"/>
            <c:bubble3D val="0"/>
            <c:spPr>
              <a:solidFill>
                <a:schemeClr val="accent1">
                  <a:shade val="86000"/>
                </a:schemeClr>
              </a:solidFill>
              <a:ln w="19050">
                <a:solidFill>
                  <a:schemeClr val="lt1"/>
                </a:solidFill>
              </a:ln>
              <a:effectLst/>
            </c:spPr>
            <c:extLst>
              <c:ext xmlns:c16="http://schemas.microsoft.com/office/drawing/2014/chart" uri="{C3380CC4-5D6E-409C-BE32-E72D297353CC}">
                <c16:uniqueId val="{00000003-667F-4F89-B3AD-D51205773AD9}"/>
              </c:ext>
            </c:extLst>
          </c:dPt>
          <c:dPt>
            <c:idx val="2"/>
            <c:bubble3D val="0"/>
            <c:spPr>
              <a:solidFill>
                <a:schemeClr val="accent1">
                  <a:tint val="86000"/>
                </a:schemeClr>
              </a:solidFill>
              <a:ln w="19050">
                <a:solidFill>
                  <a:schemeClr val="lt1"/>
                </a:solidFill>
              </a:ln>
              <a:effectLst/>
            </c:spPr>
            <c:extLst>
              <c:ext xmlns:c16="http://schemas.microsoft.com/office/drawing/2014/chart" uri="{C3380CC4-5D6E-409C-BE32-E72D297353CC}">
                <c16:uniqueId val="{00000005-667F-4F89-B3AD-D51205773AD9}"/>
              </c:ext>
            </c:extLst>
          </c:dPt>
          <c:dPt>
            <c:idx val="3"/>
            <c:bubble3D val="0"/>
            <c:spPr>
              <a:solidFill>
                <a:schemeClr val="accent1">
                  <a:tint val="58000"/>
                </a:schemeClr>
              </a:solidFill>
              <a:ln w="19050">
                <a:solidFill>
                  <a:schemeClr val="lt1"/>
                </a:solidFill>
              </a:ln>
              <a:effectLst/>
            </c:spPr>
            <c:extLst>
              <c:ext xmlns:c16="http://schemas.microsoft.com/office/drawing/2014/chart" uri="{C3380CC4-5D6E-409C-BE32-E72D297353CC}">
                <c16:uniqueId val="{00000007-667F-4F89-B3AD-D51205773AD9}"/>
              </c:ext>
            </c:extLst>
          </c:dPt>
          <c:dLbls>
            <c:dLbl>
              <c:idx val="3"/>
              <c:layout>
                <c:manualLayout>
                  <c:x val="-0.17499999999999999"/>
                  <c:y val="-0.27314814814814814"/>
                </c:manualLayout>
              </c:layout>
              <c:spPr>
                <a:solidFill>
                  <a:sysClr val="window" lastClr="FFFFFF"/>
                </a:solidFill>
                <a:ln w="9525" cap="flat" cmpd="sng" algn="ctr">
                  <a:solidFill>
                    <a:sysClr val="windowText" lastClr="000000">
                      <a:lumMod val="25000"/>
                      <a:lumOff val="75000"/>
                    </a:sysClr>
                  </a:solidFill>
                  <a:prstDash val="solid"/>
                  <a:round/>
                  <a:headEnd type="none" w="med" len="med"/>
                  <a:tailEnd type="none" w="med" len="med"/>
                  <a:extLst>
                    <a:ext uri="{C807C97D-BFC1-408E-A445-0C87EB9F89A2}">
                      <ask:lineSketchStyleProps xmlns:ask="http://schemas.microsoft.com/office/drawing/2018/sketchyshapes" sd="0">
                        <a:custGeom>
                          <a:avLst/>
                          <a:gdLst/>
                          <a:ahLst/>
                          <a:cxnLst/>
                          <a:rect l="0" t="0" r="0" b="0"/>
                          <a:pathLst/>
                        </a:custGeom>
                        <ask:type/>
                      </ask:lineSketchStyleProps>
                    </a:ext>
                  </a:extLst>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bestFit"/>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gd name="adj1" fmla="val 74793"/>
                        <a:gd name="adj2" fmla="val -90552"/>
                      </a:avLst>
                    </a:prstGeom>
                    <a:noFill/>
                    <a:ln>
                      <a:noFill/>
                    </a:ln>
                  </c15:spPr>
                </c:ext>
                <c:ext xmlns:c16="http://schemas.microsoft.com/office/drawing/2014/chart" uri="{C3380CC4-5D6E-409C-BE32-E72D297353CC}">
                  <c16:uniqueId val="{00000007-667F-4F89-B3AD-D51205773AD9}"/>
                </c:ext>
              </c:extLst>
            </c:dLbl>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Sheet3!$D$4:$D$7</c:f>
              <c:strCache>
                <c:ptCount val="4"/>
                <c:pt idx="0">
                  <c:v>Asian</c:v>
                </c:pt>
                <c:pt idx="1">
                  <c:v>Black</c:v>
                </c:pt>
                <c:pt idx="2">
                  <c:v>Indian</c:v>
                </c:pt>
                <c:pt idx="3">
                  <c:v>White</c:v>
                </c:pt>
              </c:strCache>
            </c:strRef>
          </c:cat>
          <c:val>
            <c:numRef>
              <c:f>Sheet3!$E$4:$E$7</c:f>
              <c:numCache>
                <c:formatCode>General</c:formatCode>
                <c:ptCount val="4"/>
                <c:pt idx="0">
                  <c:v>89</c:v>
                </c:pt>
                <c:pt idx="1">
                  <c:v>129</c:v>
                </c:pt>
                <c:pt idx="2">
                  <c:v>61</c:v>
                </c:pt>
                <c:pt idx="3">
                  <c:v>2721</c:v>
                </c:pt>
              </c:numCache>
            </c:numRef>
          </c:val>
          <c:extLst>
            <c:ext xmlns:c16="http://schemas.microsoft.com/office/drawing/2014/chart" uri="{C3380CC4-5D6E-409C-BE32-E72D297353CC}">
              <c16:uniqueId val="{00000008-667F-4F89-B3AD-D51205773AD9}"/>
            </c:ext>
          </c:extLst>
        </c:ser>
        <c:dLbls>
          <c:showLegendKey val="0"/>
          <c:showVal val="0"/>
          <c:showCatName val="0"/>
          <c:showSerName val="0"/>
          <c:showPercent val="0"/>
          <c:showBubbleSize val="0"/>
          <c:showLeaderLines val="0"/>
        </c:dLbls>
        <c:firstSliceAng val="0"/>
      </c:pie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4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pieChart>
        <c:varyColors val="1"/>
        <c:ser>
          <c:idx val="0"/>
          <c:order val="0"/>
          <c:tx>
            <c:strRef>
              <c:f>Sheet3!$E$3</c:f>
              <c:strCache>
                <c:ptCount val="1"/>
                <c:pt idx="0">
                  <c:v>Race4</c:v>
                </c:pt>
              </c:strCache>
            </c:strRef>
          </c:tx>
          <c:dPt>
            <c:idx val="0"/>
            <c:bubble3D val="0"/>
            <c:spPr>
              <a:solidFill>
                <a:schemeClr val="accent1">
                  <a:shade val="58000"/>
                </a:schemeClr>
              </a:solidFill>
              <a:ln w="19050">
                <a:solidFill>
                  <a:schemeClr val="lt1"/>
                </a:solidFill>
              </a:ln>
              <a:effectLst/>
            </c:spPr>
            <c:extLst>
              <c:ext xmlns:c16="http://schemas.microsoft.com/office/drawing/2014/chart" uri="{C3380CC4-5D6E-409C-BE32-E72D297353CC}">
                <c16:uniqueId val="{00000001-746F-45B4-A76B-8290EAE542E7}"/>
              </c:ext>
            </c:extLst>
          </c:dPt>
          <c:dPt>
            <c:idx val="1"/>
            <c:bubble3D val="0"/>
            <c:spPr>
              <a:solidFill>
                <a:schemeClr val="accent1">
                  <a:shade val="86000"/>
                </a:schemeClr>
              </a:solidFill>
              <a:ln w="19050">
                <a:solidFill>
                  <a:schemeClr val="lt1"/>
                </a:solidFill>
              </a:ln>
              <a:effectLst/>
            </c:spPr>
            <c:extLst>
              <c:ext xmlns:c16="http://schemas.microsoft.com/office/drawing/2014/chart" uri="{C3380CC4-5D6E-409C-BE32-E72D297353CC}">
                <c16:uniqueId val="{00000003-746F-45B4-A76B-8290EAE542E7}"/>
              </c:ext>
            </c:extLst>
          </c:dPt>
          <c:dPt>
            <c:idx val="2"/>
            <c:bubble3D val="0"/>
            <c:spPr>
              <a:solidFill>
                <a:schemeClr val="accent1">
                  <a:tint val="86000"/>
                </a:schemeClr>
              </a:solidFill>
              <a:ln w="19050">
                <a:solidFill>
                  <a:schemeClr val="lt1"/>
                </a:solidFill>
              </a:ln>
              <a:effectLst/>
            </c:spPr>
            <c:extLst>
              <c:ext xmlns:c16="http://schemas.microsoft.com/office/drawing/2014/chart" uri="{C3380CC4-5D6E-409C-BE32-E72D297353CC}">
                <c16:uniqueId val="{00000005-746F-45B4-A76B-8290EAE542E7}"/>
              </c:ext>
            </c:extLst>
          </c:dPt>
          <c:dPt>
            <c:idx val="3"/>
            <c:bubble3D val="0"/>
            <c:spPr>
              <a:solidFill>
                <a:schemeClr val="accent1">
                  <a:tint val="58000"/>
                </a:schemeClr>
              </a:solidFill>
              <a:ln w="19050">
                <a:solidFill>
                  <a:schemeClr val="lt1"/>
                </a:solidFill>
              </a:ln>
              <a:effectLst/>
            </c:spPr>
            <c:extLst>
              <c:ext xmlns:c16="http://schemas.microsoft.com/office/drawing/2014/chart" uri="{C3380CC4-5D6E-409C-BE32-E72D297353CC}">
                <c16:uniqueId val="{00000007-746F-45B4-A76B-8290EAE542E7}"/>
              </c:ext>
            </c:extLst>
          </c:dPt>
          <c:dLbls>
            <c:dLbl>
              <c:idx val="3"/>
              <c:layout>
                <c:manualLayout>
                  <c:x val="0.38611111111111113"/>
                  <c:y val="-0.16203703703703712"/>
                </c:manualLayout>
              </c:layout>
              <c:spPr>
                <a:solidFill>
                  <a:sysClr val="window" lastClr="FFFFFF"/>
                </a:solidFill>
                <a:ln w="9525" cap="flat" cmpd="sng" algn="ctr">
                  <a:solidFill>
                    <a:sysClr val="windowText" lastClr="000000">
                      <a:lumMod val="25000"/>
                      <a:lumOff val="75000"/>
                    </a:sysClr>
                  </a:solidFill>
                  <a:prstDash val="solid"/>
                  <a:round/>
                  <a:headEnd type="none" w="med" len="med"/>
                  <a:tailEnd type="none" w="med" len="med"/>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bestFit"/>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gd name="adj1" fmla="val -88546"/>
                        <a:gd name="adj2" fmla="val -86850"/>
                      </a:avLst>
                    </a:prstGeom>
                    <a:noFill/>
                    <a:ln>
                      <a:noFill/>
                    </a:ln>
                  </c15:spPr>
                </c:ext>
                <c:ext xmlns:c16="http://schemas.microsoft.com/office/drawing/2014/chart" uri="{C3380CC4-5D6E-409C-BE32-E72D297353CC}">
                  <c16:uniqueId val="{00000007-746F-45B4-A76B-8290EAE542E7}"/>
                </c:ext>
              </c:extLst>
            </c:dLbl>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Sheet3!$D$4:$D$7</c:f>
              <c:strCache>
                <c:ptCount val="4"/>
                <c:pt idx="0">
                  <c:v>Asian</c:v>
                </c:pt>
                <c:pt idx="1">
                  <c:v>Black</c:v>
                </c:pt>
                <c:pt idx="2">
                  <c:v>Indian</c:v>
                </c:pt>
                <c:pt idx="3">
                  <c:v>White</c:v>
                </c:pt>
              </c:strCache>
            </c:strRef>
          </c:cat>
          <c:val>
            <c:numRef>
              <c:f>Sheet3!$E$4:$E$7</c:f>
              <c:numCache>
                <c:formatCode>General</c:formatCode>
                <c:ptCount val="4"/>
                <c:pt idx="0">
                  <c:v>106</c:v>
                </c:pt>
                <c:pt idx="1">
                  <c:v>77</c:v>
                </c:pt>
                <c:pt idx="2">
                  <c:v>43</c:v>
                </c:pt>
                <c:pt idx="3">
                  <c:v>1860</c:v>
                </c:pt>
              </c:numCache>
            </c:numRef>
          </c:val>
          <c:extLst>
            <c:ext xmlns:c16="http://schemas.microsoft.com/office/drawing/2014/chart" uri="{C3380CC4-5D6E-409C-BE32-E72D297353CC}">
              <c16:uniqueId val="{00000008-746F-45B4-A76B-8290EAE542E7}"/>
            </c:ext>
          </c:extLst>
        </c:ser>
        <c:dLbls>
          <c:showLegendKey val="0"/>
          <c:showVal val="0"/>
          <c:showCatName val="0"/>
          <c:showSerName val="0"/>
          <c:showPercent val="0"/>
          <c:showBubbleSize val="0"/>
          <c:showLeaderLines val="0"/>
        </c:dLbls>
        <c:firstSliceAng val="0"/>
      </c:pie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4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pieChart>
        <c:varyColors val="1"/>
        <c:ser>
          <c:idx val="0"/>
          <c:order val="0"/>
          <c:tx>
            <c:strRef>
              <c:f>Sheet3!$E$3</c:f>
              <c:strCache>
                <c:ptCount val="1"/>
                <c:pt idx="0">
                  <c:v>Gender</c:v>
                </c:pt>
              </c:strCache>
            </c:strRef>
          </c:tx>
          <c:dPt>
            <c:idx val="0"/>
            <c:bubble3D val="0"/>
            <c:spPr>
              <a:solidFill>
                <a:schemeClr val="accent1">
                  <a:shade val="76000"/>
                </a:schemeClr>
              </a:solidFill>
              <a:ln w="19050">
                <a:solidFill>
                  <a:schemeClr val="lt1"/>
                </a:solidFill>
              </a:ln>
              <a:effectLst/>
            </c:spPr>
            <c:extLst>
              <c:ext xmlns:c16="http://schemas.microsoft.com/office/drawing/2014/chart" uri="{C3380CC4-5D6E-409C-BE32-E72D297353CC}">
                <c16:uniqueId val="{00000001-B2FC-45F9-A5FF-BB06108D659A}"/>
              </c:ext>
            </c:extLst>
          </c:dPt>
          <c:dPt>
            <c:idx val="1"/>
            <c:bubble3D val="0"/>
            <c:spPr>
              <a:solidFill>
                <a:schemeClr val="accent1">
                  <a:tint val="77000"/>
                </a:schemeClr>
              </a:solidFill>
              <a:ln w="19050">
                <a:solidFill>
                  <a:schemeClr val="lt1"/>
                </a:solidFill>
              </a:ln>
              <a:effectLst/>
            </c:spPr>
            <c:extLst>
              <c:ext xmlns:c16="http://schemas.microsoft.com/office/drawing/2014/chart" uri="{C3380CC4-5D6E-409C-BE32-E72D297353CC}">
                <c16:uniqueId val="{00000003-B2FC-45F9-A5FF-BB06108D659A}"/>
              </c:ext>
            </c:extLst>
          </c:dPt>
          <c:dLbls>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Sheet3!$D$4:$D$5</c:f>
              <c:strCache>
                <c:ptCount val="2"/>
                <c:pt idx="0">
                  <c:v>Female</c:v>
                </c:pt>
                <c:pt idx="1">
                  <c:v>Male</c:v>
                </c:pt>
              </c:strCache>
            </c:strRef>
          </c:cat>
          <c:val>
            <c:numRef>
              <c:f>Sheet3!$E$4:$E$5</c:f>
              <c:numCache>
                <c:formatCode>General</c:formatCode>
                <c:ptCount val="2"/>
                <c:pt idx="0">
                  <c:v>17419</c:v>
                </c:pt>
                <c:pt idx="1">
                  <c:v>9675</c:v>
                </c:pt>
              </c:numCache>
            </c:numRef>
          </c:val>
          <c:extLst>
            <c:ext xmlns:c16="http://schemas.microsoft.com/office/drawing/2014/chart" uri="{C3380CC4-5D6E-409C-BE32-E72D297353CC}">
              <c16:uniqueId val="{00000004-B2FC-45F9-A5FF-BB06108D659A}"/>
            </c:ext>
          </c:extLst>
        </c:ser>
        <c:dLbls>
          <c:showLegendKey val="0"/>
          <c:showVal val="0"/>
          <c:showCatName val="0"/>
          <c:showSerName val="0"/>
          <c:showPercent val="0"/>
          <c:showBubbleSize val="0"/>
          <c:showLeaderLines val="0"/>
        </c:dLbls>
        <c:firstSliceAng val="0"/>
      </c:pieChart>
      <c:spPr>
        <a:noFill/>
        <a:ln>
          <a:noFill/>
        </a:ln>
        <a:effectLst/>
      </c:spPr>
    </c:plotArea>
    <c:legend>
      <c:legendPos val="r"/>
      <c:layout>
        <c:manualLayout>
          <c:xMode val="edge"/>
          <c:yMode val="edge"/>
          <c:x val="1.5148293963254549E-2"/>
          <c:y val="0.1626151939340916"/>
          <c:w val="0.11818503937007874"/>
          <c:h val="0.15625109361329834"/>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4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pieChart>
        <c:varyColors val="1"/>
        <c:ser>
          <c:idx val="0"/>
          <c:order val="0"/>
          <c:tx>
            <c:strRef>
              <c:f>Sheet4!$E$3</c:f>
              <c:strCache>
                <c:ptCount val="1"/>
                <c:pt idx="0">
                  <c:v>Gender</c:v>
                </c:pt>
              </c:strCache>
            </c:strRef>
          </c:tx>
          <c:dPt>
            <c:idx val="0"/>
            <c:bubble3D val="0"/>
            <c:spPr>
              <a:solidFill>
                <a:schemeClr val="accent1">
                  <a:shade val="76000"/>
                </a:schemeClr>
              </a:solidFill>
              <a:ln w="19050">
                <a:solidFill>
                  <a:schemeClr val="lt1"/>
                </a:solidFill>
              </a:ln>
              <a:effectLst/>
            </c:spPr>
            <c:extLst>
              <c:ext xmlns:c16="http://schemas.microsoft.com/office/drawing/2014/chart" uri="{C3380CC4-5D6E-409C-BE32-E72D297353CC}">
                <c16:uniqueId val="{00000001-A15F-480E-8AAB-3AF11AF7EEEF}"/>
              </c:ext>
            </c:extLst>
          </c:dPt>
          <c:dPt>
            <c:idx val="1"/>
            <c:bubble3D val="0"/>
            <c:spPr>
              <a:solidFill>
                <a:schemeClr val="accent1">
                  <a:tint val="77000"/>
                </a:schemeClr>
              </a:solidFill>
              <a:ln w="19050">
                <a:solidFill>
                  <a:schemeClr val="lt1"/>
                </a:solidFill>
              </a:ln>
              <a:effectLst/>
            </c:spPr>
            <c:extLst>
              <c:ext xmlns:c16="http://schemas.microsoft.com/office/drawing/2014/chart" uri="{C3380CC4-5D6E-409C-BE32-E72D297353CC}">
                <c16:uniqueId val="{00000003-A15F-480E-8AAB-3AF11AF7EEEF}"/>
              </c:ext>
            </c:extLst>
          </c:dPt>
          <c:dLbls>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Sheet4!$D$4:$D$5</c:f>
              <c:strCache>
                <c:ptCount val="2"/>
                <c:pt idx="0">
                  <c:v>Female</c:v>
                </c:pt>
                <c:pt idx="1">
                  <c:v>Male</c:v>
                </c:pt>
              </c:strCache>
            </c:strRef>
          </c:cat>
          <c:val>
            <c:numRef>
              <c:f>Sheet4!$E$4:$E$5</c:f>
              <c:numCache>
                <c:formatCode>General</c:formatCode>
                <c:ptCount val="2"/>
                <c:pt idx="0">
                  <c:v>2029</c:v>
                </c:pt>
                <c:pt idx="1">
                  <c:v>920</c:v>
                </c:pt>
              </c:numCache>
            </c:numRef>
          </c:val>
          <c:extLst>
            <c:ext xmlns:c16="http://schemas.microsoft.com/office/drawing/2014/chart" uri="{C3380CC4-5D6E-409C-BE32-E72D297353CC}">
              <c16:uniqueId val="{00000004-A15F-480E-8AAB-3AF11AF7EEEF}"/>
            </c:ext>
          </c:extLst>
        </c:ser>
        <c:dLbls>
          <c:showLegendKey val="0"/>
          <c:showVal val="0"/>
          <c:showCatName val="0"/>
          <c:showSerName val="0"/>
          <c:showPercent val="0"/>
          <c:showBubbleSize val="0"/>
          <c:showLeaderLines val="0"/>
        </c:dLbls>
        <c:firstSliceAng val="0"/>
      </c:pie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4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pieChart>
        <c:varyColors val="1"/>
        <c:ser>
          <c:idx val="0"/>
          <c:order val="0"/>
          <c:tx>
            <c:strRef>
              <c:f>Sheet4!$E$3</c:f>
              <c:strCache>
                <c:ptCount val="1"/>
                <c:pt idx="0">
                  <c:v>Gender</c:v>
                </c:pt>
              </c:strCache>
            </c:strRef>
          </c:tx>
          <c:dPt>
            <c:idx val="0"/>
            <c:bubble3D val="0"/>
            <c:spPr>
              <a:solidFill>
                <a:schemeClr val="accent1">
                  <a:shade val="76000"/>
                </a:schemeClr>
              </a:solidFill>
              <a:ln w="19050">
                <a:solidFill>
                  <a:schemeClr val="lt1"/>
                </a:solidFill>
              </a:ln>
              <a:effectLst/>
            </c:spPr>
            <c:extLst>
              <c:ext xmlns:c16="http://schemas.microsoft.com/office/drawing/2014/chart" uri="{C3380CC4-5D6E-409C-BE32-E72D297353CC}">
                <c16:uniqueId val="{00000001-6D00-455D-B508-6F4EC1073EF6}"/>
              </c:ext>
            </c:extLst>
          </c:dPt>
          <c:dPt>
            <c:idx val="1"/>
            <c:bubble3D val="0"/>
            <c:spPr>
              <a:solidFill>
                <a:schemeClr val="accent1">
                  <a:tint val="77000"/>
                </a:schemeClr>
              </a:solidFill>
              <a:ln w="19050">
                <a:solidFill>
                  <a:schemeClr val="lt1"/>
                </a:solidFill>
              </a:ln>
              <a:effectLst/>
            </c:spPr>
            <c:extLst>
              <c:ext xmlns:c16="http://schemas.microsoft.com/office/drawing/2014/chart" uri="{C3380CC4-5D6E-409C-BE32-E72D297353CC}">
                <c16:uniqueId val="{00000003-6D00-455D-B508-6F4EC1073EF6}"/>
              </c:ext>
            </c:extLst>
          </c:dPt>
          <c:dLbls>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Sheet4!$D$4:$D$5</c:f>
              <c:strCache>
                <c:ptCount val="2"/>
                <c:pt idx="0">
                  <c:v>Female</c:v>
                </c:pt>
                <c:pt idx="1">
                  <c:v>Male</c:v>
                </c:pt>
              </c:strCache>
            </c:strRef>
          </c:cat>
          <c:val>
            <c:numRef>
              <c:f>Sheet4!$E$4:$E$5</c:f>
              <c:numCache>
                <c:formatCode>General</c:formatCode>
                <c:ptCount val="2"/>
                <c:pt idx="0">
                  <c:v>1994</c:v>
                </c:pt>
                <c:pt idx="1">
                  <c:v>1006</c:v>
                </c:pt>
              </c:numCache>
            </c:numRef>
          </c:val>
          <c:extLst>
            <c:ext xmlns:c16="http://schemas.microsoft.com/office/drawing/2014/chart" uri="{C3380CC4-5D6E-409C-BE32-E72D297353CC}">
              <c16:uniqueId val="{00000004-6D00-455D-B508-6F4EC1073EF6}"/>
            </c:ext>
          </c:extLst>
        </c:ser>
        <c:dLbls>
          <c:showLegendKey val="0"/>
          <c:showVal val="0"/>
          <c:showCatName val="0"/>
          <c:showSerName val="0"/>
          <c:showPercent val="0"/>
          <c:showBubbleSize val="0"/>
          <c:showLeaderLines val="0"/>
        </c:dLbls>
        <c:firstSliceAng val="0"/>
      </c:pie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4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pieChart>
        <c:varyColors val="1"/>
        <c:ser>
          <c:idx val="0"/>
          <c:order val="0"/>
          <c:tx>
            <c:strRef>
              <c:f>Sheet4!$E$3</c:f>
              <c:strCache>
                <c:ptCount val="1"/>
                <c:pt idx="0">
                  <c:v>Gender</c:v>
                </c:pt>
              </c:strCache>
            </c:strRef>
          </c:tx>
          <c:dPt>
            <c:idx val="0"/>
            <c:bubble3D val="0"/>
            <c:spPr>
              <a:solidFill>
                <a:schemeClr val="accent1">
                  <a:shade val="76000"/>
                </a:schemeClr>
              </a:solidFill>
              <a:ln w="19050">
                <a:solidFill>
                  <a:schemeClr val="lt1"/>
                </a:solidFill>
              </a:ln>
              <a:effectLst/>
            </c:spPr>
            <c:extLst>
              <c:ext xmlns:c16="http://schemas.microsoft.com/office/drawing/2014/chart" uri="{C3380CC4-5D6E-409C-BE32-E72D297353CC}">
                <c16:uniqueId val="{00000001-EE2B-41D6-B47F-D4F2012E2F84}"/>
              </c:ext>
            </c:extLst>
          </c:dPt>
          <c:dPt>
            <c:idx val="1"/>
            <c:bubble3D val="0"/>
            <c:spPr>
              <a:solidFill>
                <a:schemeClr val="accent1">
                  <a:tint val="77000"/>
                </a:schemeClr>
              </a:solidFill>
              <a:ln w="19050">
                <a:solidFill>
                  <a:schemeClr val="lt1"/>
                </a:solidFill>
              </a:ln>
              <a:effectLst/>
            </c:spPr>
            <c:extLst>
              <c:ext xmlns:c16="http://schemas.microsoft.com/office/drawing/2014/chart" uri="{C3380CC4-5D6E-409C-BE32-E72D297353CC}">
                <c16:uniqueId val="{00000003-EE2B-41D6-B47F-D4F2012E2F84}"/>
              </c:ext>
            </c:extLst>
          </c:dPt>
          <c:dLbls>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Sheet4!$D$4:$D$5</c:f>
              <c:strCache>
                <c:ptCount val="2"/>
                <c:pt idx="0">
                  <c:v>Female</c:v>
                </c:pt>
                <c:pt idx="1">
                  <c:v>Male</c:v>
                </c:pt>
              </c:strCache>
            </c:strRef>
          </c:cat>
          <c:val>
            <c:numRef>
              <c:f>Sheet4!$E$4:$E$5</c:f>
              <c:numCache>
                <c:formatCode>General</c:formatCode>
                <c:ptCount val="2"/>
                <c:pt idx="0">
                  <c:v>1479</c:v>
                </c:pt>
                <c:pt idx="1">
                  <c:v>607</c:v>
                </c:pt>
              </c:numCache>
            </c:numRef>
          </c:val>
          <c:extLst>
            <c:ext xmlns:c16="http://schemas.microsoft.com/office/drawing/2014/chart" uri="{C3380CC4-5D6E-409C-BE32-E72D297353CC}">
              <c16:uniqueId val="{00000004-EE2B-41D6-B47F-D4F2012E2F84}"/>
            </c:ext>
          </c:extLst>
        </c:ser>
        <c:dLbls>
          <c:showLegendKey val="0"/>
          <c:showVal val="0"/>
          <c:showCatName val="0"/>
          <c:showSerName val="0"/>
          <c:showPercent val="0"/>
          <c:showBubbleSize val="0"/>
          <c:showLeaderLines val="0"/>
        </c:dLbls>
        <c:firstSliceAng val="0"/>
      </c:pie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4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pieChart>
        <c:varyColors val="1"/>
        <c:ser>
          <c:idx val="0"/>
          <c:order val="0"/>
          <c:tx>
            <c:strRef>
              <c:f>Sheet4!$E$3</c:f>
              <c:strCache>
                <c:ptCount val="1"/>
                <c:pt idx="0">
                  <c:v>Age</c:v>
                </c:pt>
              </c:strCache>
            </c:strRef>
          </c:tx>
          <c:dPt>
            <c:idx val="0"/>
            <c:bubble3D val="0"/>
            <c:spPr>
              <a:solidFill>
                <a:schemeClr val="accent1">
                  <a:shade val="44000"/>
                </a:schemeClr>
              </a:solidFill>
              <a:ln w="19050">
                <a:solidFill>
                  <a:schemeClr val="lt1"/>
                </a:solidFill>
              </a:ln>
              <a:effectLst/>
            </c:spPr>
            <c:extLst>
              <c:ext xmlns:c16="http://schemas.microsoft.com/office/drawing/2014/chart" uri="{C3380CC4-5D6E-409C-BE32-E72D297353CC}">
                <c16:uniqueId val="{00000001-FF03-4FA0-8997-279A4007C38A}"/>
              </c:ext>
            </c:extLst>
          </c:dPt>
          <c:dPt>
            <c:idx val="1"/>
            <c:bubble3D val="0"/>
            <c:spPr>
              <a:solidFill>
                <a:schemeClr val="accent1">
                  <a:shade val="58000"/>
                </a:schemeClr>
              </a:solidFill>
              <a:ln w="19050">
                <a:solidFill>
                  <a:schemeClr val="lt1"/>
                </a:solidFill>
              </a:ln>
              <a:effectLst/>
            </c:spPr>
            <c:extLst>
              <c:ext xmlns:c16="http://schemas.microsoft.com/office/drawing/2014/chart" uri="{C3380CC4-5D6E-409C-BE32-E72D297353CC}">
                <c16:uniqueId val="{00000003-FF03-4FA0-8997-279A4007C38A}"/>
              </c:ext>
            </c:extLst>
          </c:dPt>
          <c:dPt>
            <c:idx val="2"/>
            <c:bubble3D val="0"/>
            <c:spPr>
              <a:solidFill>
                <a:schemeClr val="accent1">
                  <a:shade val="72000"/>
                </a:schemeClr>
              </a:solidFill>
              <a:ln w="19050">
                <a:solidFill>
                  <a:schemeClr val="lt1"/>
                </a:solidFill>
              </a:ln>
              <a:effectLst/>
            </c:spPr>
            <c:extLst>
              <c:ext xmlns:c16="http://schemas.microsoft.com/office/drawing/2014/chart" uri="{C3380CC4-5D6E-409C-BE32-E72D297353CC}">
                <c16:uniqueId val="{00000005-FF03-4FA0-8997-279A4007C38A}"/>
              </c:ext>
            </c:extLst>
          </c:dPt>
          <c:dPt>
            <c:idx val="3"/>
            <c:bubble3D val="0"/>
            <c:spPr>
              <a:solidFill>
                <a:schemeClr val="accent1">
                  <a:shade val="86000"/>
                </a:schemeClr>
              </a:solidFill>
              <a:ln w="19050">
                <a:solidFill>
                  <a:schemeClr val="lt1"/>
                </a:solidFill>
              </a:ln>
              <a:effectLst/>
            </c:spPr>
            <c:extLst>
              <c:ext xmlns:c16="http://schemas.microsoft.com/office/drawing/2014/chart" uri="{C3380CC4-5D6E-409C-BE32-E72D297353CC}">
                <c16:uniqueId val="{00000007-FF03-4FA0-8997-279A4007C38A}"/>
              </c:ext>
            </c:extLst>
          </c:dPt>
          <c:dPt>
            <c:idx val="4"/>
            <c:bubble3D val="0"/>
            <c:spPr>
              <a:solidFill>
                <a:schemeClr val="accent1"/>
              </a:solidFill>
              <a:ln w="19050">
                <a:solidFill>
                  <a:schemeClr val="lt1"/>
                </a:solidFill>
              </a:ln>
              <a:effectLst/>
            </c:spPr>
            <c:extLst>
              <c:ext xmlns:c16="http://schemas.microsoft.com/office/drawing/2014/chart" uri="{C3380CC4-5D6E-409C-BE32-E72D297353CC}">
                <c16:uniqueId val="{00000009-FF03-4FA0-8997-279A4007C38A}"/>
              </c:ext>
            </c:extLst>
          </c:dPt>
          <c:dPt>
            <c:idx val="5"/>
            <c:bubble3D val="0"/>
            <c:spPr>
              <a:solidFill>
                <a:schemeClr val="accent1">
                  <a:tint val="86000"/>
                </a:schemeClr>
              </a:solidFill>
              <a:ln w="19050">
                <a:solidFill>
                  <a:schemeClr val="lt1"/>
                </a:solidFill>
              </a:ln>
              <a:effectLst/>
            </c:spPr>
            <c:extLst>
              <c:ext xmlns:c16="http://schemas.microsoft.com/office/drawing/2014/chart" uri="{C3380CC4-5D6E-409C-BE32-E72D297353CC}">
                <c16:uniqueId val="{0000000B-FF03-4FA0-8997-279A4007C38A}"/>
              </c:ext>
            </c:extLst>
          </c:dPt>
          <c:dPt>
            <c:idx val="6"/>
            <c:bubble3D val="0"/>
            <c:spPr>
              <a:solidFill>
                <a:schemeClr val="accent1">
                  <a:tint val="72000"/>
                </a:schemeClr>
              </a:solidFill>
              <a:ln w="19050">
                <a:solidFill>
                  <a:schemeClr val="lt1"/>
                </a:solidFill>
              </a:ln>
              <a:effectLst/>
            </c:spPr>
            <c:extLst>
              <c:ext xmlns:c16="http://schemas.microsoft.com/office/drawing/2014/chart" uri="{C3380CC4-5D6E-409C-BE32-E72D297353CC}">
                <c16:uniqueId val="{0000000D-FF03-4FA0-8997-279A4007C38A}"/>
              </c:ext>
            </c:extLst>
          </c:dPt>
          <c:dPt>
            <c:idx val="7"/>
            <c:bubble3D val="0"/>
            <c:spPr>
              <a:solidFill>
                <a:schemeClr val="accent1">
                  <a:tint val="58000"/>
                </a:schemeClr>
              </a:solidFill>
              <a:ln w="19050">
                <a:solidFill>
                  <a:schemeClr val="lt1"/>
                </a:solidFill>
              </a:ln>
              <a:effectLst/>
            </c:spPr>
            <c:extLst>
              <c:ext xmlns:c16="http://schemas.microsoft.com/office/drawing/2014/chart" uri="{C3380CC4-5D6E-409C-BE32-E72D297353CC}">
                <c16:uniqueId val="{0000000F-FF03-4FA0-8997-279A4007C38A}"/>
              </c:ext>
            </c:extLst>
          </c:dPt>
          <c:dPt>
            <c:idx val="8"/>
            <c:bubble3D val="0"/>
            <c:spPr>
              <a:solidFill>
                <a:schemeClr val="accent1">
                  <a:tint val="44000"/>
                </a:schemeClr>
              </a:solidFill>
              <a:ln w="19050">
                <a:solidFill>
                  <a:schemeClr val="lt1"/>
                </a:solidFill>
              </a:ln>
              <a:effectLst/>
            </c:spPr>
            <c:extLst>
              <c:ext xmlns:c16="http://schemas.microsoft.com/office/drawing/2014/chart" uri="{C3380CC4-5D6E-409C-BE32-E72D297353CC}">
                <c16:uniqueId val="{00000011-FF03-4FA0-8997-279A4007C38A}"/>
              </c:ext>
            </c:extLst>
          </c:dPt>
          <c:dLbls>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Sheet4!$D$4:$D$12</c:f>
              <c:strCache>
                <c:ptCount val="9"/>
                <c:pt idx="0">
                  <c:v>0-2</c:v>
                </c:pt>
                <c:pt idx="1">
                  <c:v>03-09_</c:v>
                </c:pt>
                <c:pt idx="2">
                  <c:v>10-19_</c:v>
                </c:pt>
                <c:pt idx="3">
                  <c:v>20-29</c:v>
                </c:pt>
                <c:pt idx="4">
                  <c:v>30-39</c:v>
                </c:pt>
                <c:pt idx="5">
                  <c:v>40-49</c:v>
                </c:pt>
                <c:pt idx="6">
                  <c:v>50-59</c:v>
                </c:pt>
                <c:pt idx="7">
                  <c:v>60-69</c:v>
                </c:pt>
                <c:pt idx="8">
                  <c:v>70+</c:v>
                </c:pt>
              </c:strCache>
            </c:strRef>
          </c:cat>
          <c:val>
            <c:numRef>
              <c:f>Sheet4!$E$4:$E$12</c:f>
              <c:numCache>
                <c:formatCode>General</c:formatCode>
                <c:ptCount val="9"/>
                <c:pt idx="0">
                  <c:v>1</c:v>
                </c:pt>
                <c:pt idx="1">
                  <c:v>53</c:v>
                </c:pt>
                <c:pt idx="2">
                  <c:v>835</c:v>
                </c:pt>
                <c:pt idx="3">
                  <c:v>16375</c:v>
                </c:pt>
                <c:pt idx="4">
                  <c:v>5702</c:v>
                </c:pt>
                <c:pt idx="5">
                  <c:v>1949</c:v>
                </c:pt>
                <c:pt idx="6">
                  <c:v>1352</c:v>
                </c:pt>
                <c:pt idx="7">
                  <c:v>652</c:v>
                </c:pt>
                <c:pt idx="8">
                  <c:v>175</c:v>
                </c:pt>
              </c:numCache>
            </c:numRef>
          </c:val>
          <c:extLst>
            <c:ext xmlns:c16="http://schemas.microsoft.com/office/drawing/2014/chart" uri="{C3380CC4-5D6E-409C-BE32-E72D297353CC}">
              <c16:uniqueId val="{00000012-FF03-4FA0-8997-279A4007C38A}"/>
            </c:ext>
          </c:extLst>
        </c:ser>
        <c:dLbls>
          <c:showLegendKey val="0"/>
          <c:showVal val="0"/>
          <c:showCatName val="0"/>
          <c:showSerName val="0"/>
          <c:showPercent val="0"/>
          <c:showBubbleSize val="0"/>
          <c:showLeaderLines val="0"/>
        </c:dLbls>
        <c:firstSliceAng val="0"/>
      </c:pieChart>
      <c:spPr>
        <a:noFill/>
        <a:ln>
          <a:noFill/>
        </a:ln>
        <a:effectLst/>
      </c:spPr>
    </c:plotArea>
    <c:legend>
      <c:legendPos val="r"/>
      <c:layout>
        <c:manualLayout>
          <c:xMode val="edge"/>
          <c:yMode val="edge"/>
          <c:x val="0"/>
          <c:y val="1.417578011081949E-2"/>
          <c:w val="0.11489326334208223"/>
          <c:h val="0.70312992125984253"/>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5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pieChart>
        <c:varyColors val="1"/>
        <c:ser>
          <c:idx val="0"/>
          <c:order val="0"/>
          <c:tx>
            <c:strRef>
              <c:f>Sheet5!$E$3</c:f>
              <c:strCache>
                <c:ptCount val="1"/>
                <c:pt idx="0">
                  <c:v>Age</c:v>
                </c:pt>
              </c:strCache>
            </c:strRef>
          </c:tx>
          <c:dPt>
            <c:idx val="0"/>
            <c:bubble3D val="0"/>
            <c:spPr>
              <a:solidFill>
                <a:schemeClr val="accent1">
                  <a:shade val="45000"/>
                </a:schemeClr>
              </a:solidFill>
              <a:ln w="19050">
                <a:solidFill>
                  <a:schemeClr val="lt1"/>
                </a:solidFill>
              </a:ln>
              <a:effectLst/>
            </c:spPr>
            <c:extLst>
              <c:ext xmlns:c16="http://schemas.microsoft.com/office/drawing/2014/chart" uri="{C3380CC4-5D6E-409C-BE32-E72D297353CC}">
                <c16:uniqueId val="{00000001-F10D-4E64-A944-3150CD68DDCF}"/>
              </c:ext>
            </c:extLst>
          </c:dPt>
          <c:dPt>
            <c:idx val="1"/>
            <c:bubble3D val="0"/>
            <c:spPr>
              <a:solidFill>
                <a:schemeClr val="accent1">
                  <a:shade val="61000"/>
                </a:schemeClr>
              </a:solidFill>
              <a:ln w="19050">
                <a:solidFill>
                  <a:schemeClr val="lt1"/>
                </a:solidFill>
              </a:ln>
              <a:effectLst/>
            </c:spPr>
            <c:extLst>
              <c:ext xmlns:c16="http://schemas.microsoft.com/office/drawing/2014/chart" uri="{C3380CC4-5D6E-409C-BE32-E72D297353CC}">
                <c16:uniqueId val="{00000003-F10D-4E64-A944-3150CD68DDCF}"/>
              </c:ext>
            </c:extLst>
          </c:dPt>
          <c:dPt>
            <c:idx val="2"/>
            <c:bubble3D val="0"/>
            <c:spPr>
              <a:solidFill>
                <a:schemeClr val="accent1">
                  <a:shade val="76000"/>
                </a:schemeClr>
              </a:solidFill>
              <a:ln w="19050">
                <a:solidFill>
                  <a:schemeClr val="lt1"/>
                </a:solidFill>
              </a:ln>
              <a:effectLst/>
            </c:spPr>
            <c:extLst>
              <c:ext xmlns:c16="http://schemas.microsoft.com/office/drawing/2014/chart" uri="{C3380CC4-5D6E-409C-BE32-E72D297353CC}">
                <c16:uniqueId val="{00000005-F10D-4E64-A944-3150CD68DDCF}"/>
              </c:ext>
            </c:extLst>
          </c:dPt>
          <c:dPt>
            <c:idx val="3"/>
            <c:bubble3D val="0"/>
            <c:spPr>
              <a:solidFill>
                <a:schemeClr val="accent1">
                  <a:shade val="92000"/>
                </a:schemeClr>
              </a:solidFill>
              <a:ln w="19050">
                <a:solidFill>
                  <a:schemeClr val="lt1"/>
                </a:solidFill>
              </a:ln>
              <a:effectLst/>
            </c:spPr>
            <c:extLst>
              <c:ext xmlns:c16="http://schemas.microsoft.com/office/drawing/2014/chart" uri="{C3380CC4-5D6E-409C-BE32-E72D297353CC}">
                <c16:uniqueId val="{00000007-F10D-4E64-A944-3150CD68DDCF}"/>
              </c:ext>
            </c:extLst>
          </c:dPt>
          <c:dPt>
            <c:idx val="4"/>
            <c:bubble3D val="0"/>
            <c:spPr>
              <a:solidFill>
                <a:schemeClr val="accent1">
                  <a:tint val="93000"/>
                </a:schemeClr>
              </a:solidFill>
              <a:ln w="19050">
                <a:solidFill>
                  <a:schemeClr val="lt1"/>
                </a:solidFill>
              </a:ln>
              <a:effectLst/>
            </c:spPr>
            <c:extLst>
              <c:ext xmlns:c16="http://schemas.microsoft.com/office/drawing/2014/chart" uri="{C3380CC4-5D6E-409C-BE32-E72D297353CC}">
                <c16:uniqueId val="{00000009-F10D-4E64-A944-3150CD68DDCF}"/>
              </c:ext>
            </c:extLst>
          </c:dPt>
          <c:dPt>
            <c:idx val="5"/>
            <c:bubble3D val="0"/>
            <c:spPr>
              <a:solidFill>
                <a:schemeClr val="accent1">
                  <a:tint val="77000"/>
                </a:schemeClr>
              </a:solidFill>
              <a:ln w="19050">
                <a:solidFill>
                  <a:schemeClr val="lt1"/>
                </a:solidFill>
              </a:ln>
              <a:effectLst/>
            </c:spPr>
            <c:extLst>
              <c:ext xmlns:c16="http://schemas.microsoft.com/office/drawing/2014/chart" uri="{C3380CC4-5D6E-409C-BE32-E72D297353CC}">
                <c16:uniqueId val="{0000000B-F10D-4E64-A944-3150CD68DDCF}"/>
              </c:ext>
            </c:extLst>
          </c:dPt>
          <c:dPt>
            <c:idx val="6"/>
            <c:bubble3D val="0"/>
            <c:spPr>
              <a:solidFill>
                <a:schemeClr val="accent1">
                  <a:tint val="62000"/>
                </a:schemeClr>
              </a:solidFill>
              <a:ln w="19050">
                <a:solidFill>
                  <a:schemeClr val="lt1"/>
                </a:solidFill>
              </a:ln>
              <a:effectLst/>
            </c:spPr>
            <c:extLst>
              <c:ext xmlns:c16="http://schemas.microsoft.com/office/drawing/2014/chart" uri="{C3380CC4-5D6E-409C-BE32-E72D297353CC}">
                <c16:uniqueId val="{0000000D-F10D-4E64-A944-3150CD68DDCF}"/>
              </c:ext>
            </c:extLst>
          </c:dPt>
          <c:dPt>
            <c:idx val="7"/>
            <c:bubble3D val="0"/>
            <c:spPr>
              <a:solidFill>
                <a:schemeClr val="accent1">
                  <a:tint val="46000"/>
                </a:schemeClr>
              </a:solidFill>
              <a:ln w="19050">
                <a:solidFill>
                  <a:schemeClr val="lt1"/>
                </a:solidFill>
              </a:ln>
              <a:effectLst/>
            </c:spPr>
            <c:extLst>
              <c:ext xmlns:c16="http://schemas.microsoft.com/office/drawing/2014/chart" uri="{C3380CC4-5D6E-409C-BE32-E72D297353CC}">
                <c16:uniqueId val="{0000000F-F10D-4E64-A944-3150CD68DDCF}"/>
              </c:ext>
            </c:extLst>
          </c:dPt>
          <c:dLbls>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Sheet5!$D$4:$D$11</c:f>
              <c:strCache>
                <c:ptCount val="8"/>
                <c:pt idx="0">
                  <c:v>03-09_</c:v>
                </c:pt>
                <c:pt idx="1">
                  <c:v>10-19_</c:v>
                </c:pt>
                <c:pt idx="2">
                  <c:v>20-29</c:v>
                </c:pt>
                <c:pt idx="3">
                  <c:v>30-39</c:v>
                </c:pt>
                <c:pt idx="4">
                  <c:v>40-49</c:v>
                </c:pt>
                <c:pt idx="5">
                  <c:v>50-59</c:v>
                </c:pt>
                <c:pt idx="6">
                  <c:v>60-69</c:v>
                </c:pt>
                <c:pt idx="7">
                  <c:v>70+</c:v>
                </c:pt>
              </c:strCache>
            </c:strRef>
          </c:cat>
          <c:val>
            <c:numRef>
              <c:f>Sheet5!$E$4:$E$11</c:f>
              <c:numCache>
                <c:formatCode>General</c:formatCode>
                <c:ptCount val="8"/>
                <c:pt idx="0">
                  <c:v>1</c:v>
                </c:pt>
                <c:pt idx="1">
                  <c:v>24</c:v>
                </c:pt>
                <c:pt idx="2">
                  <c:v>1761</c:v>
                </c:pt>
                <c:pt idx="3">
                  <c:v>836</c:v>
                </c:pt>
                <c:pt idx="4">
                  <c:v>189</c:v>
                </c:pt>
                <c:pt idx="5">
                  <c:v>105</c:v>
                </c:pt>
                <c:pt idx="6">
                  <c:v>30</c:v>
                </c:pt>
                <c:pt idx="7">
                  <c:v>3</c:v>
                </c:pt>
              </c:numCache>
            </c:numRef>
          </c:val>
          <c:extLst>
            <c:ext xmlns:c16="http://schemas.microsoft.com/office/drawing/2014/chart" uri="{C3380CC4-5D6E-409C-BE32-E72D297353CC}">
              <c16:uniqueId val="{00000010-F10D-4E64-A944-3150CD68DDCF}"/>
            </c:ext>
          </c:extLst>
        </c:ser>
        <c:dLbls>
          <c:showLegendKey val="0"/>
          <c:showVal val="0"/>
          <c:showCatName val="0"/>
          <c:showSerName val="0"/>
          <c:showPercent val="0"/>
          <c:showBubbleSize val="0"/>
          <c:showLeaderLines val="0"/>
        </c:dLbls>
        <c:firstSliceAng val="0"/>
      </c:pie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5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pieChart>
        <c:varyColors val="1"/>
        <c:ser>
          <c:idx val="0"/>
          <c:order val="0"/>
          <c:tx>
            <c:strRef>
              <c:f>Sheet5!$E$3</c:f>
              <c:strCache>
                <c:ptCount val="1"/>
                <c:pt idx="0">
                  <c:v>Age</c:v>
                </c:pt>
              </c:strCache>
            </c:strRef>
          </c:tx>
          <c:dPt>
            <c:idx val="0"/>
            <c:bubble3D val="0"/>
            <c:spPr>
              <a:solidFill>
                <a:schemeClr val="accent1">
                  <a:shade val="45000"/>
                </a:schemeClr>
              </a:solidFill>
              <a:ln w="19050">
                <a:solidFill>
                  <a:schemeClr val="lt1"/>
                </a:solidFill>
              </a:ln>
              <a:effectLst/>
            </c:spPr>
            <c:extLst>
              <c:ext xmlns:c16="http://schemas.microsoft.com/office/drawing/2014/chart" uri="{C3380CC4-5D6E-409C-BE32-E72D297353CC}">
                <c16:uniqueId val="{00000001-2833-4E2A-8CB8-461CAE35E082}"/>
              </c:ext>
            </c:extLst>
          </c:dPt>
          <c:dPt>
            <c:idx val="1"/>
            <c:bubble3D val="0"/>
            <c:spPr>
              <a:solidFill>
                <a:schemeClr val="accent1">
                  <a:shade val="61000"/>
                </a:schemeClr>
              </a:solidFill>
              <a:ln w="19050">
                <a:solidFill>
                  <a:schemeClr val="lt1"/>
                </a:solidFill>
              </a:ln>
              <a:effectLst/>
            </c:spPr>
            <c:extLst>
              <c:ext xmlns:c16="http://schemas.microsoft.com/office/drawing/2014/chart" uri="{C3380CC4-5D6E-409C-BE32-E72D297353CC}">
                <c16:uniqueId val="{00000003-2833-4E2A-8CB8-461CAE35E082}"/>
              </c:ext>
            </c:extLst>
          </c:dPt>
          <c:dPt>
            <c:idx val="2"/>
            <c:bubble3D val="0"/>
            <c:spPr>
              <a:solidFill>
                <a:schemeClr val="accent1">
                  <a:shade val="76000"/>
                </a:schemeClr>
              </a:solidFill>
              <a:ln w="19050">
                <a:solidFill>
                  <a:schemeClr val="lt1"/>
                </a:solidFill>
              </a:ln>
              <a:effectLst/>
            </c:spPr>
            <c:extLst>
              <c:ext xmlns:c16="http://schemas.microsoft.com/office/drawing/2014/chart" uri="{C3380CC4-5D6E-409C-BE32-E72D297353CC}">
                <c16:uniqueId val="{00000005-2833-4E2A-8CB8-461CAE35E082}"/>
              </c:ext>
            </c:extLst>
          </c:dPt>
          <c:dPt>
            <c:idx val="3"/>
            <c:bubble3D val="0"/>
            <c:spPr>
              <a:solidFill>
                <a:schemeClr val="accent1">
                  <a:shade val="92000"/>
                </a:schemeClr>
              </a:solidFill>
              <a:ln w="19050">
                <a:solidFill>
                  <a:schemeClr val="lt1"/>
                </a:solidFill>
              </a:ln>
              <a:effectLst/>
            </c:spPr>
            <c:extLst>
              <c:ext xmlns:c16="http://schemas.microsoft.com/office/drawing/2014/chart" uri="{C3380CC4-5D6E-409C-BE32-E72D297353CC}">
                <c16:uniqueId val="{00000007-2833-4E2A-8CB8-461CAE35E082}"/>
              </c:ext>
            </c:extLst>
          </c:dPt>
          <c:dPt>
            <c:idx val="4"/>
            <c:bubble3D val="0"/>
            <c:spPr>
              <a:solidFill>
                <a:schemeClr val="accent1">
                  <a:tint val="93000"/>
                </a:schemeClr>
              </a:solidFill>
              <a:ln w="19050">
                <a:solidFill>
                  <a:schemeClr val="lt1"/>
                </a:solidFill>
              </a:ln>
              <a:effectLst/>
            </c:spPr>
            <c:extLst>
              <c:ext xmlns:c16="http://schemas.microsoft.com/office/drawing/2014/chart" uri="{C3380CC4-5D6E-409C-BE32-E72D297353CC}">
                <c16:uniqueId val="{00000009-2833-4E2A-8CB8-461CAE35E082}"/>
              </c:ext>
            </c:extLst>
          </c:dPt>
          <c:dPt>
            <c:idx val="5"/>
            <c:bubble3D val="0"/>
            <c:spPr>
              <a:solidFill>
                <a:schemeClr val="accent1">
                  <a:tint val="77000"/>
                </a:schemeClr>
              </a:solidFill>
              <a:ln w="19050">
                <a:solidFill>
                  <a:schemeClr val="lt1"/>
                </a:solidFill>
              </a:ln>
              <a:effectLst/>
            </c:spPr>
            <c:extLst>
              <c:ext xmlns:c16="http://schemas.microsoft.com/office/drawing/2014/chart" uri="{C3380CC4-5D6E-409C-BE32-E72D297353CC}">
                <c16:uniqueId val="{0000000B-2833-4E2A-8CB8-461CAE35E082}"/>
              </c:ext>
            </c:extLst>
          </c:dPt>
          <c:dPt>
            <c:idx val="6"/>
            <c:bubble3D val="0"/>
            <c:spPr>
              <a:solidFill>
                <a:schemeClr val="accent1">
                  <a:tint val="62000"/>
                </a:schemeClr>
              </a:solidFill>
              <a:ln w="19050">
                <a:solidFill>
                  <a:schemeClr val="lt1"/>
                </a:solidFill>
              </a:ln>
              <a:effectLst/>
            </c:spPr>
            <c:extLst>
              <c:ext xmlns:c16="http://schemas.microsoft.com/office/drawing/2014/chart" uri="{C3380CC4-5D6E-409C-BE32-E72D297353CC}">
                <c16:uniqueId val="{0000000D-2833-4E2A-8CB8-461CAE35E082}"/>
              </c:ext>
            </c:extLst>
          </c:dPt>
          <c:dPt>
            <c:idx val="7"/>
            <c:bubble3D val="0"/>
            <c:spPr>
              <a:solidFill>
                <a:schemeClr val="accent1">
                  <a:tint val="46000"/>
                </a:schemeClr>
              </a:solidFill>
              <a:ln w="19050">
                <a:solidFill>
                  <a:schemeClr val="lt1"/>
                </a:solidFill>
              </a:ln>
              <a:effectLst/>
            </c:spPr>
            <c:extLst>
              <c:ext xmlns:c16="http://schemas.microsoft.com/office/drawing/2014/chart" uri="{C3380CC4-5D6E-409C-BE32-E72D297353CC}">
                <c16:uniqueId val="{0000000F-2833-4E2A-8CB8-461CAE35E082}"/>
              </c:ext>
            </c:extLst>
          </c:dPt>
          <c:dLbls>
            <c:dLbl>
              <c:idx val="2"/>
              <c:layout>
                <c:manualLayout>
                  <c:x val="-0.47222222222222221"/>
                  <c:y val="-1.8518518518518434E-2"/>
                </c:manualLayout>
              </c:layout>
              <c:spPr>
                <a:solidFill>
                  <a:sysClr val="window" lastClr="FFFFFF"/>
                </a:solidFill>
                <a:ln w="9525" cap="flat" cmpd="sng" algn="ctr">
                  <a:solidFill>
                    <a:sysClr val="windowText" lastClr="000000">
                      <a:lumMod val="25000"/>
                      <a:lumOff val="75000"/>
                    </a:sysClr>
                  </a:solidFill>
                  <a:prstDash val="solid"/>
                  <a:round/>
                  <a:headEnd type="none" w="med" len="med"/>
                  <a:tailEnd type="none" w="med" len="med"/>
                  <a:extLst>
                    <a:ext uri="{C807C97D-BFC1-408E-A445-0C87EB9F89A2}">
                      <ask:lineSketchStyleProps xmlns:ask="http://schemas.microsoft.com/office/drawing/2018/sketchyshapes" sd="0">
                        <a:custGeom>
                          <a:avLst/>
                          <a:gdLst/>
                          <a:ahLst/>
                          <a:cxnLst/>
                          <a:rect l="0" t="0" r="0" b="0"/>
                          <a:pathLst/>
                        </a:custGeom>
                        <ask:type/>
                      </ask:lineSketchStyleProps>
                    </a:ext>
                  </a:extLst>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bestFit"/>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gd name="adj1" fmla="val 144158"/>
                        <a:gd name="adj2" fmla="val 14510"/>
                      </a:avLst>
                    </a:prstGeom>
                    <a:noFill/>
                    <a:ln>
                      <a:noFill/>
                    </a:ln>
                  </c15:spPr>
                </c:ext>
                <c:ext xmlns:c16="http://schemas.microsoft.com/office/drawing/2014/chart" uri="{C3380CC4-5D6E-409C-BE32-E72D297353CC}">
                  <c16:uniqueId val="{00000005-2833-4E2A-8CB8-461CAE35E082}"/>
                </c:ext>
              </c:extLst>
            </c:dLbl>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Sheet5!$D$4:$D$11</c:f>
              <c:strCache>
                <c:ptCount val="8"/>
                <c:pt idx="0">
                  <c:v>03-09_</c:v>
                </c:pt>
                <c:pt idx="1">
                  <c:v>10-19_</c:v>
                </c:pt>
                <c:pt idx="2">
                  <c:v>20-29</c:v>
                </c:pt>
                <c:pt idx="3">
                  <c:v>30-39</c:v>
                </c:pt>
                <c:pt idx="4">
                  <c:v>40-49</c:v>
                </c:pt>
                <c:pt idx="5">
                  <c:v>50-59</c:v>
                </c:pt>
                <c:pt idx="6">
                  <c:v>60-69</c:v>
                </c:pt>
                <c:pt idx="7">
                  <c:v>70+</c:v>
                </c:pt>
              </c:strCache>
            </c:strRef>
          </c:cat>
          <c:val>
            <c:numRef>
              <c:f>Sheet5!$E$4:$E$11</c:f>
              <c:numCache>
                <c:formatCode>General</c:formatCode>
                <c:ptCount val="8"/>
                <c:pt idx="0">
                  <c:v>1</c:v>
                </c:pt>
                <c:pt idx="1">
                  <c:v>87</c:v>
                </c:pt>
                <c:pt idx="2">
                  <c:v>2007</c:v>
                </c:pt>
                <c:pt idx="3">
                  <c:v>472</c:v>
                </c:pt>
                <c:pt idx="4">
                  <c:v>200</c:v>
                </c:pt>
                <c:pt idx="5">
                  <c:v>152</c:v>
                </c:pt>
                <c:pt idx="6">
                  <c:v>68</c:v>
                </c:pt>
                <c:pt idx="7">
                  <c:v>13</c:v>
                </c:pt>
              </c:numCache>
            </c:numRef>
          </c:val>
          <c:extLst>
            <c:ext xmlns:c16="http://schemas.microsoft.com/office/drawing/2014/chart" uri="{C3380CC4-5D6E-409C-BE32-E72D297353CC}">
              <c16:uniqueId val="{00000010-2833-4E2A-8CB8-461CAE35E082}"/>
            </c:ext>
          </c:extLst>
        </c:ser>
        <c:dLbls>
          <c:showLegendKey val="0"/>
          <c:showVal val="0"/>
          <c:showCatName val="0"/>
          <c:showSerName val="0"/>
          <c:showPercent val="0"/>
          <c:showBubbleSize val="0"/>
          <c:showLeaderLines val="0"/>
        </c:dLbls>
        <c:firstSliceAng val="0"/>
      </c:pie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5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pieChart>
        <c:varyColors val="1"/>
        <c:ser>
          <c:idx val="0"/>
          <c:order val="0"/>
          <c:tx>
            <c:strRef>
              <c:f>Sheet5!$E$2</c:f>
              <c:strCache>
                <c:ptCount val="1"/>
                <c:pt idx="0">
                  <c:v>Age</c:v>
                </c:pt>
              </c:strCache>
            </c:strRef>
          </c:tx>
          <c:dPt>
            <c:idx val="0"/>
            <c:bubble3D val="0"/>
            <c:spPr>
              <a:solidFill>
                <a:schemeClr val="accent1">
                  <a:shade val="45000"/>
                </a:schemeClr>
              </a:solidFill>
              <a:ln w="19050">
                <a:solidFill>
                  <a:schemeClr val="lt1"/>
                </a:solidFill>
              </a:ln>
              <a:effectLst/>
            </c:spPr>
            <c:extLst>
              <c:ext xmlns:c16="http://schemas.microsoft.com/office/drawing/2014/chart" uri="{C3380CC4-5D6E-409C-BE32-E72D297353CC}">
                <c16:uniqueId val="{00000001-E6CA-4462-A623-CAFCA4F43C8C}"/>
              </c:ext>
            </c:extLst>
          </c:dPt>
          <c:dPt>
            <c:idx val="1"/>
            <c:bubble3D val="0"/>
            <c:spPr>
              <a:solidFill>
                <a:schemeClr val="accent1">
                  <a:shade val="61000"/>
                </a:schemeClr>
              </a:solidFill>
              <a:ln w="19050">
                <a:solidFill>
                  <a:schemeClr val="lt1"/>
                </a:solidFill>
              </a:ln>
              <a:effectLst/>
            </c:spPr>
            <c:extLst>
              <c:ext xmlns:c16="http://schemas.microsoft.com/office/drawing/2014/chart" uri="{C3380CC4-5D6E-409C-BE32-E72D297353CC}">
                <c16:uniqueId val="{00000003-E6CA-4462-A623-CAFCA4F43C8C}"/>
              </c:ext>
            </c:extLst>
          </c:dPt>
          <c:dPt>
            <c:idx val="2"/>
            <c:bubble3D val="0"/>
            <c:spPr>
              <a:solidFill>
                <a:schemeClr val="accent1">
                  <a:shade val="76000"/>
                </a:schemeClr>
              </a:solidFill>
              <a:ln w="19050">
                <a:solidFill>
                  <a:schemeClr val="lt1"/>
                </a:solidFill>
              </a:ln>
              <a:effectLst/>
            </c:spPr>
            <c:extLst>
              <c:ext xmlns:c16="http://schemas.microsoft.com/office/drawing/2014/chart" uri="{C3380CC4-5D6E-409C-BE32-E72D297353CC}">
                <c16:uniqueId val="{00000005-E6CA-4462-A623-CAFCA4F43C8C}"/>
              </c:ext>
            </c:extLst>
          </c:dPt>
          <c:dPt>
            <c:idx val="3"/>
            <c:bubble3D val="0"/>
            <c:spPr>
              <a:solidFill>
                <a:schemeClr val="accent1">
                  <a:shade val="92000"/>
                </a:schemeClr>
              </a:solidFill>
              <a:ln w="19050">
                <a:solidFill>
                  <a:schemeClr val="lt1"/>
                </a:solidFill>
              </a:ln>
              <a:effectLst/>
            </c:spPr>
            <c:extLst>
              <c:ext xmlns:c16="http://schemas.microsoft.com/office/drawing/2014/chart" uri="{C3380CC4-5D6E-409C-BE32-E72D297353CC}">
                <c16:uniqueId val="{00000007-E6CA-4462-A623-CAFCA4F43C8C}"/>
              </c:ext>
            </c:extLst>
          </c:dPt>
          <c:dPt>
            <c:idx val="4"/>
            <c:bubble3D val="0"/>
            <c:spPr>
              <a:solidFill>
                <a:schemeClr val="accent1">
                  <a:tint val="93000"/>
                </a:schemeClr>
              </a:solidFill>
              <a:ln w="19050">
                <a:solidFill>
                  <a:schemeClr val="lt1"/>
                </a:solidFill>
              </a:ln>
              <a:effectLst/>
            </c:spPr>
            <c:extLst>
              <c:ext xmlns:c16="http://schemas.microsoft.com/office/drawing/2014/chart" uri="{C3380CC4-5D6E-409C-BE32-E72D297353CC}">
                <c16:uniqueId val="{00000009-E6CA-4462-A623-CAFCA4F43C8C}"/>
              </c:ext>
            </c:extLst>
          </c:dPt>
          <c:dPt>
            <c:idx val="5"/>
            <c:bubble3D val="0"/>
            <c:spPr>
              <a:solidFill>
                <a:schemeClr val="accent1">
                  <a:tint val="77000"/>
                </a:schemeClr>
              </a:solidFill>
              <a:ln w="19050">
                <a:solidFill>
                  <a:schemeClr val="lt1"/>
                </a:solidFill>
              </a:ln>
              <a:effectLst/>
            </c:spPr>
            <c:extLst>
              <c:ext xmlns:c16="http://schemas.microsoft.com/office/drawing/2014/chart" uri="{C3380CC4-5D6E-409C-BE32-E72D297353CC}">
                <c16:uniqueId val="{0000000B-E6CA-4462-A623-CAFCA4F43C8C}"/>
              </c:ext>
            </c:extLst>
          </c:dPt>
          <c:dPt>
            <c:idx val="6"/>
            <c:bubble3D val="0"/>
            <c:spPr>
              <a:solidFill>
                <a:schemeClr val="accent1">
                  <a:tint val="62000"/>
                </a:schemeClr>
              </a:solidFill>
              <a:ln w="19050">
                <a:solidFill>
                  <a:schemeClr val="lt1"/>
                </a:solidFill>
              </a:ln>
              <a:effectLst/>
            </c:spPr>
            <c:extLst>
              <c:ext xmlns:c16="http://schemas.microsoft.com/office/drawing/2014/chart" uri="{C3380CC4-5D6E-409C-BE32-E72D297353CC}">
                <c16:uniqueId val="{0000000D-E6CA-4462-A623-CAFCA4F43C8C}"/>
              </c:ext>
            </c:extLst>
          </c:dPt>
          <c:dPt>
            <c:idx val="7"/>
            <c:bubble3D val="0"/>
            <c:spPr>
              <a:solidFill>
                <a:schemeClr val="accent1">
                  <a:tint val="46000"/>
                </a:schemeClr>
              </a:solidFill>
              <a:ln w="19050">
                <a:solidFill>
                  <a:schemeClr val="lt1"/>
                </a:solidFill>
              </a:ln>
              <a:effectLst/>
            </c:spPr>
            <c:extLst>
              <c:ext xmlns:c16="http://schemas.microsoft.com/office/drawing/2014/chart" uri="{C3380CC4-5D6E-409C-BE32-E72D297353CC}">
                <c16:uniqueId val="{0000000F-E6CA-4462-A623-CAFCA4F43C8C}"/>
              </c:ext>
            </c:extLst>
          </c:dPt>
          <c:dLbls>
            <c:dLbl>
              <c:idx val="2"/>
              <c:layout>
                <c:manualLayout>
                  <c:x val="8.611111111111111E-2"/>
                  <c:y val="-0.10185185185185194"/>
                </c:manualLayout>
              </c:layout>
              <c:spPr>
                <a:solidFill>
                  <a:sysClr val="window" lastClr="FFFFFF"/>
                </a:solidFill>
                <a:ln w="9525" cap="flat" cmpd="sng" algn="ctr">
                  <a:solidFill>
                    <a:sysClr val="windowText" lastClr="000000">
                      <a:lumMod val="25000"/>
                      <a:lumOff val="75000"/>
                    </a:sysClr>
                  </a:solidFill>
                  <a:prstDash val="solid"/>
                  <a:round/>
                  <a:headEnd type="none" w="med" len="med"/>
                  <a:tailEnd type="none" w="med" len="med"/>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bestFit"/>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gd name="adj1" fmla="val -48949"/>
                        <a:gd name="adj2" fmla="val -114016"/>
                      </a:avLst>
                    </a:prstGeom>
                    <a:noFill/>
                    <a:ln>
                      <a:noFill/>
                    </a:ln>
                  </c15:spPr>
                </c:ext>
                <c:ext xmlns:c16="http://schemas.microsoft.com/office/drawing/2014/chart" uri="{C3380CC4-5D6E-409C-BE32-E72D297353CC}">
                  <c16:uniqueId val="{00000005-E6CA-4462-A623-CAFCA4F43C8C}"/>
                </c:ext>
              </c:extLst>
            </c:dLbl>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Sheet5!$D$3:$D$10</c:f>
              <c:strCache>
                <c:ptCount val="8"/>
                <c:pt idx="0">
                  <c:v>03-09_</c:v>
                </c:pt>
                <c:pt idx="1">
                  <c:v>10-19_</c:v>
                </c:pt>
                <c:pt idx="2">
                  <c:v>20-29</c:v>
                </c:pt>
                <c:pt idx="3">
                  <c:v>30-39</c:v>
                </c:pt>
                <c:pt idx="4">
                  <c:v>40-49</c:v>
                </c:pt>
                <c:pt idx="5">
                  <c:v>50-59</c:v>
                </c:pt>
                <c:pt idx="6">
                  <c:v>60-69</c:v>
                </c:pt>
                <c:pt idx="7">
                  <c:v>70+</c:v>
                </c:pt>
              </c:strCache>
            </c:strRef>
          </c:cat>
          <c:val>
            <c:numRef>
              <c:f>Sheet5!$E$3:$E$10</c:f>
              <c:numCache>
                <c:formatCode>General</c:formatCode>
                <c:ptCount val="8"/>
                <c:pt idx="0">
                  <c:v>7</c:v>
                </c:pt>
                <c:pt idx="1">
                  <c:v>54</c:v>
                </c:pt>
                <c:pt idx="2">
                  <c:v>1661</c:v>
                </c:pt>
                <c:pt idx="3">
                  <c:v>294</c:v>
                </c:pt>
                <c:pt idx="4">
                  <c:v>46</c:v>
                </c:pt>
                <c:pt idx="5">
                  <c:v>19</c:v>
                </c:pt>
                <c:pt idx="6">
                  <c:v>4</c:v>
                </c:pt>
                <c:pt idx="7">
                  <c:v>1</c:v>
                </c:pt>
              </c:numCache>
            </c:numRef>
          </c:val>
          <c:extLst>
            <c:ext xmlns:c16="http://schemas.microsoft.com/office/drawing/2014/chart" uri="{C3380CC4-5D6E-409C-BE32-E72D297353CC}">
              <c16:uniqueId val="{00000010-E6CA-4462-A623-CAFCA4F43C8C}"/>
            </c:ext>
          </c:extLst>
        </c:ser>
        <c:dLbls>
          <c:showLegendKey val="0"/>
          <c:showVal val="0"/>
          <c:showCatName val="0"/>
          <c:showSerName val="0"/>
          <c:showPercent val="0"/>
          <c:showBubbleSize val="0"/>
          <c:showLeaderLines val="0"/>
        </c:dLbls>
        <c:firstSliceAng val="0"/>
      </c:pie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5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[celeba_trndata_dlib.xlsx]Sheet7!PivotTable23</c:name>
    <c:fmtId val="-1"/>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Sheet7!$B$3</c:f>
              <c:strCache>
                <c:ptCount val="1"/>
                <c:pt idx="0">
                  <c:v>Total</c:v>
                </c:pt>
              </c:strCache>
            </c:strRef>
          </c:tx>
          <c:spPr>
            <a:solidFill>
              <a:schemeClr val="accent1"/>
            </a:solidFill>
            <a:ln>
              <a:noFill/>
            </a:ln>
            <a:effectLst/>
          </c:spPr>
          <c:invertIfNegative val="0"/>
          <c:cat>
            <c:multiLvlStrRef>
              <c:f>Sheet7!$A$4:$A$14</c:f>
              <c:multiLvlStrCache>
                <c:ptCount val="8"/>
                <c:lvl>
                  <c:pt idx="0">
                    <c:v>Asian</c:v>
                  </c:pt>
                  <c:pt idx="1">
                    <c:v>Black</c:v>
                  </c:pt>
                  <c:pt idx="2">
                    <c:v>Indian</c:v>
                  </c:pt>
                  <c:pt idx="3">
                    <c:v>White</c:v>
                  </c:pt>
                  <c:pt idx="4">
                    <c:v>Asian</c:v>
                  </c:pt>
                  <c:pt idx="5">
                    <c:v>Black</c:v>
                  </c:pt>
                  <c:pt idx="6">
                    <c:v>Indian</c:v>
                  </c:pt>
                  <c:pt idx="7">
                    <c:v>White</c:v>
                  </c:pt>
                </c:lvl>
                <c:lvl>
                  <c:pt idx="0">
                    <c:v>Female</c:v>
                  </c:pt>
                  <c:pt idx="4">
                    <c:v>Male</c:v>
                  </c:pt>
                </c:lvl>
              </c:multiLvlStrCache>
            </c:multiLvlStrRef>
          </c:cat>
          <c:val>
            <c:numRef>
              <c:f>Sheet7!$B$4:$B$14</c:f>
              <c:numCache>
                <c:formatCode>General</c:formatCode>
                <c:ptCount val="8"/>
                <c:pt idx="0">
                  <c:v>929</c:v>
                </c:pt>
                <c:pt idx="1">
                  <c:v>796</c:v>
                </c:pt>
                <c:pt idx="2">
                  <c:v>791</c:v>
                </c:pt>
                <c:pt idx="3">
                  <c:v>14903</c:v>
                </c:pt>
                <c:pt idx="4">
                  <c:v>361</c:v>
                </c:pt>
                <c:pt idx="5">
                  <c:v>1038</c:v>
                </c:pt>
                <c:pt idx="6">
                  <c:v>500</c:v>
                </c:pt>
                <c:pt idx="7">
                  <c:v>7776</c:v>
                </c:pt>
              </c:numCache>
            </c:numRef>
          </c:val>
          <c:extLst>
            <c:ext xmlns:c16="http://schemas.microsoft.com/office/drawing/2014/chart" uri="{C3380CC4-5D6E-409C-BE32-E72D297353CC}">
              <c16:uniqueId val="{00000000-02C3-45F9-9CE3-6B5DD0F9B4E8}"/>
            </c:ext>
          </c:extLst>
        </c:ser>
        <c:dLbls>
          <c:showLegendKey val="0"/>
          <c:showVal val="0"/>
          <c:showCatName val="0"/>
          <c:showSerName val="0"/>
          <c:showPercent val="0"/>
          <c:showBubbleSize val="0"/>
        </c:dLbls>
        <c:gapWidth val="219"/>
        <c:overlap val="-27"/>
        <c:axId val="2054718048"/>
        <c:axId val="2031124144"/>
      </c:barChart>
      <c:catAx>
        <c:axId val="205471804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31124144"/>
        <c:crosses val="autoZero"/>
        <c:auto val="1"/>
        <c:lblAlgn val="ctr"/>
        <c:lblOffset val="100"/>
        <c:noMultiLvlLbl val="0"/>
      </c:catAx>
      <c:valAx>
        <c:axId val="203112414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54718048"/>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5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[celeba_gen_ddgan_dlib.xlsx]Sheet7!PivotTable7</c:name>
    <c:fmtId val="5"/>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Sheet7!$B$3</c:f>
              <c:strCache>
                <c:ptCount val="1"/>
                <c:pt idx="0">
                  <c:v>Total</c:v>
                </c:pt>
              </c:strCache>
            </c:strRef>
          </c:tx>
          <c:spPr>
            <a:solidFill>
              <a:schemeClr val="accent1"/>
            </a:solidFill>
            <a:ln>
              <a:noFill/>
            </a:ln>
            <a:effectLst/>
          </c:spPr>
          <c:invertIfNegative val="0"/>
          <c:cat>
            <c:multiLvlStrRef>
              <c:f>Sheet7!$A$4:$A$14</c:f>
              <c:multiLvlStrCache>
                <c:ptCount val="8"/>
                <c:lvl>
                  <c:pt idx="0">
                    <c:v>Asian</c:v>
                  </c:pt>
                  <c:pt idx="1">
                    <c:v>Black</c:v>
                  </c:pt>
                  <c:pt idx="2">
                    <c:v>Indian</c:v>
                  </c:pt>
                  <c:pt idx="3">
                    <c:v>White</c:v>
                  </c:pt>
                  <c:pt idx="4">
                    <c:v>Asian</c:v>
                  </c:pt>
                  <c:pt idx="5">
                    <c:v>Black</c:v>
                  </c:pt>
                  <c:pt idx="6">
                    <c:v>Indian</c:v>
                  </c:pt>
                  <c:pt idx="7">
                    <c:v>White</c:v>
                  </c:pt>
                </c:lvl>
                <c:lvl>
                  <c:pt idx="0">
                    <c:v>Female</c:v>
                  </c:pt>
                  <c:pt idx="4">
                    <c:v>Male</c:v>
                  </c:pt>
                </c:lvl>
              </c:multiLvlStrCache>
            </c:multiLvlStrRef>
          </c:cat>
          <c:val>
            <c:numRef>
              <c:f>Sheet7!$B$4:$B$14</c:f>
              <c:numCache>
                <c:formatCode>General</c:formatCode>
                <c:ptCount val="8"/>
                <c:pt idx="0">
                  <c:v>48</c:v>
                </c:pt>
                <c:pt idx="1">
                  <c:v>93</c:v>
                </c:pt>
                <c:pt idx="2">
                  <c:v>180</c:v>
                </c:pt>
                <c:pt idx="3">
                  <c:v>1708</c:v>
                </c:pt>
                <c:pt idx="4">
                  <c:v>13</c:v>
                </c:pt>
                <c:pt idx="5">
                  <c:v>82</c:v>
                </c:pt>
                <c:pt idx="6">
                  <c:v>118</c:v>
                </c:pt>
                <c:pt idx="7">
                  <c:v>707</c:v>
                </c:pt>
              </c:numCache>
            </c:numRef>
          </c:val>
          <c:extLst>
            <c:ext xmlns:c16="http://schemas.microsoft.com/office/drawing/2014/chart" uri="{C3380CC4-5D6E-409C-BE32-E72D297353CC}">
              <c16:uniqueId val="{00000000-3E72-4DC1-9E13-23A181C2044D}"/>
            </c:ext>
          </c:extLst>
        </c:ser>
        <c:dLbls>
          <c:showLegendKey val="0"/>
          <c:showVal val="0"/>
          <c:showCatName val="0"/>
          <c:showSerName val="0"/>
          <c:showPercent val="0"/>
          <c:showBubbleSize val="0"/>
        </c:dLbls>
        <c:gapWidth val="219"/>
        <c:overlap val="-27"/>
        <c:axId val="1243224320"/>
        <c:axId val="1815730640"/>
      </c:barChart>
      <c:catAx>
        <c:axId val="12432243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815730640"/>
        <c:crosses val="autoZero"/>
        <c:auto val="1"/>
        <c:lblAlgn val="ctr"/>
        <c:lblOffset val="100"/>
        <c:noMultiLvlLbl val="0"/>
      </c:catAx>
      <c:valAx>
        <c:axId val="181573064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43224320"/>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5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[celeba_gen_sd_dlib.xlsx]Sheet7!PivotTable26</c:name>
    <c:fmtId val="5"/>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Sheet7!$B$3</c:f>
              <c:strCache>
                <c:ptCount val="1"/>
                <c:pt idx="0">
                  <c:v>Total</c:v>
                </c:pt>
              </c:strCache>
            </c:strRef>
          </c:tx>
          <c:spPr>
            <a:solidFill>
              <a:schemeClr val="accent1"/>
            </a:solidFill>
            <a:ln>
              <a:noFill/>
            </a:ln>
            <a:effectLst/>
          </c:spPr>
          <c:invertIfNegative val="0"/>
          <c:cat>
            <c:multiLvlStrRef>
              <c:f>Sheet7!$A$4:$A$14</c:f>
              <c:multiLvlStrCache>
                <c:ptCount val="8"/>
                <c:lvl>
                  <c:pt idx="0">
                    <c:v>Asian</c:v>
                  </c:pt>
                  <c:pt idx="1">
                    <c:v>Black</c:v>
                  </c:pt>
                  <c:pt idx="2">
                    <c:v>Indian</c:v>
                  </c:pt>
                  <c:pt idx="3">
                    <c:v>White</c:v>
                  </c:pt>
                  <c:pt idx="4">
                    <c:v>Asian</c:v>
                  </c:pt>
                  <c:pt idx="5">
                    <c:v>Black</c:v>
                  </c:pt>
                  <c:pt idx="6">
                    <c:v>Indian</c:v>
                  </c:pt>
                  <c:pt idx="7">
                    <c:v>White</c:v>
                  </c:pt>
                </c:lvl>
                <c:lvl>
                  <c:pt idx="0">
                    <c:v>Female</c:v>
                  </c:pt>
                  <c:pt idx="4">
                    <c:v>Male</c:v>
                  </c:pt>
                </c:lvl>
              </c:multiLvlStrCache>
            </c:multiLvlStrRef>
          </c:cat>
          <c:val>
            <c:numRef>
              <c:f>Sheet7!$B$4:$B$14</c:f>
              <c:numCache>
                <c:formatCode>General</c:formatCode>
                <c:ptCount val="8"/>
                <c:pt idx="0">
                  <c:v>63</c:v>
                </c:pt>
                <c:pt idx="1">
                  <c:v>41</c:v>
                </c:pt>
                <c:pt idx="2">
                  <c:v>32</c:v>
                </c:pt>
                <c:pt idx="3">
                  <c:v>1858</c:v>
                </c:pt>
                <c:pt idx="4">
                  <c:v>26</c:v>
                </c:pt>
                <c:pt idx="5">
                  <c:v>88</c:v>
                </c:pt>
                <c:pt idx="6">
                  <c:v>29</c:v>
                </c:pt>
                <c:pt idx="7">
                  <c:v>863</c:v>
                </c:pt>
              </c:numCache>
            </c:numRef>
          </c:val>
          <c:extLst>
            <c:ext xmlns:c16="http://schemas.microsoft.com/office/drawing/2014/chart" uri="{C3380CC4-5D6E-409C-BE32-E72D297353CC}">
              <c16:uniqueId val="{00000000-21C9-4BE2-92FE-7AAD8266F880}"/>
            </c:ext>
          </c:extLst>
        </c:ser>
        <c:dLbls>
          <c:showLegendKey val="0"/>
          <c:showVal val="0"/>
          <c:showCatName val="0"/>
          <c:showSerName val="0"/>
          <c:showPercent val="0"/>
          <c:showBubbleSize val="0"/>
        </c:dLbls>
        <c:gapWidth val="219"/>
        <c:overlap val="-27"/>
        <c:axId val="238825600"/>
        <c:axId val="92490480"/>
      </c:barChart>
      <c:catAx>
        <c:axId val="23882560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2490480"/>
        <c:crosses val="autoZero"/>
        <c:auto val="1"/>
        <c:lblAlgn val="ctr"/>
        <c:lblOffset val="100"/>
        <c:noMultiLvlLbl val="0"/>
      </c:catAx>
      <c:valAx>
        <c:axId val="9249048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38825600"/>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5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[celeba_gen_ddpm_ema_dlib.xlsx]Sheet6!PivotTable1</c:name>
    <c:fmtId val="-1"/>
  </c:pivotSource>
  <c:chart>
    <c:autoTitleDeleted val="1"/>
    <c:pivotFmts>
      <c:pivotFmt>
        <c:idx val="0"/>
        <c:spPr>
          <a:solidFill>
            <a:schemeClr val="accent1"/>
          </a:solidFill>
          <a:ln>
            <a:noFill/>
          </a:ln>
          <a:effectLst/>
        </c:spPr>
        <c:marker>
          <c:symbol val="none"/>
        </c:marker>
      </c:pivotFmt>
      <c:pivotFmt>
        <c:idx val="1"/>
        <c:spPr>
          <a:solidFill>
            <a:schemeClr val="accent1"/>
          </a:solidFill>
          <a:ln>
            <a:noFill/>
          </a:ln>
          <a:effectLst/>
        </c:spPr>
        <c:marker>
          <c:symbol val="none"/>
        </c:marker>
      </c:pivotFmt>
      <c:pivotFmt>
        <c:idx val="2"/>
        <c:spPr>
          <a:solidFill>
            <a:schemeClr val="accent1"/>
          </a:solidFill>
          <a:ln>
            <a:noFill/>
          </a:ln>
          <a:effectLst/>
        </c:spPr>
        <c:marker>
          <c:symbol val="none"/>
        </c:marker>
      </c:pivotFmt>
    </c:pivotFmts>
    <c:plotArea>
      <c:layout/>
      <c:barChart>
        <c:barDir val="col"/>
        <c:grouping val="clustered"/>
        <c:varyColors val="0"/>
        <c:ser>
          <c:idx val="0"/>
          <c:order val="0"/>
          <c:tx>
            <c:strRef>
              <c:f>Sheet6!$B$3</c:f>
              <c:strCache>
                <c:ptCount val="1"/>
                <c:pt idx="0">
                  <c:v>Total</c:v>
                </c:pt>
              </c:strCache>
            </c:strRef>
          </c:tx>
          <c:spPr>
            <a:solidFill>
              <a:schemeClr val="accent1"/>
            </a:solidFill>
            <a:ln>
              <a:noFill/>
            </a:ln>
            <a:effectLst/>
          </c:spPr>
          <c:invertIfNegative val="0"/>
          <c:cat>
            <c:multiLvlStrRef>
              <c:f>Sheet6!$A$4:$A$14</c:f>
              <c:multiLvlStrCache>
                <c:ptCount val="8"/>
                <c:lvl>
                  <c:pt idx="0">
                    <c:v>Asian</c:v>
                  </c:pt>
                  <c:pt idx="1">
                    <c:v>Black</c:v>
                  </c:pt>
                  <c:pt idx="2">
                    <c:v>Indian</c:v>
                  </c:pt>
                  <c:pt idx="3">
                    <c:v>White</c:v>
                  </c:pt>
                  <c:pt idx="4">
                    <c:v>Asian</c:v>
                  </c:pt>
                  <c:pt idx="5">
                    <c:v>Black</c:v>
                  </c:pt>
                  <c:pt idx="6">
                    <c:v>Indian</c:v>
                  </c:pt>
                  <c:pt idx="7">
                    <c:v>White</c:v>
                  </c:pt>
                </c:lvl>
                <c:lvl>
                  <c:pt idx="0">
                    <c:v>Female</c:v>
                  </c:pt>
                  <c:pt idx="4">
                    <c:v>Male</c:v>
                  </c:pt>
                </c:lvl>
              </c:multiLvlStrCache>
            </c:multiLvlStrRef>
          </c:cat>
          <c:val>
            <c:numRef>
              <c:f>Sheet6!$B$4:$B$14</c:f>
              <c:numCache>
                <c:formatCode>General</c:formatCode>
                <c:ptCount val="8"/>
                <c:pt idx="0">
                  <c:v>81</c:v>
                </c:pt>
                <c:pt idx="1">
                  <c:v>32</c:v>
                </c:pt>
                <c:pt idx="2">
                  <c:v>23</c:v>
                </c:pt>
                <c:pt idx="3">
                  <c:v>1343</c:v>
                </c:pt>
                <c:pt idx="4">
                  <c:v>25</c:v>
                </c:pt>
                <c:pt idx="5">
                  <c:v>45</c:v>
                </c:pt>
                <c:pt idx="6">
                  <c:v>20</c:v>
                </c:pt>
                <c:pt idx="7">
                  <c:v>517</c:v>
                </c:pt>
              </c:numCache>
            </c:numRef>
          </c:val>
          <c:extLst>
            <c:ext xmlns:c16="http://schemas.microsoft.com/office/drawing/2014/chart" uri="{C3380CC4-5D6E-409C-BE32-E72D297353CC}">
              <c16:uniqueId val="{00000000-0A76-4B69-A83A-712BF697C300}"/>
            </c:ext>
          </c:extLst>
        </c:ser>
        <c:dLbls>
          <c:showLegendKey val="0"/>
          <c:showVal val="0"/>
          <c:showCatName val="0"/>
          <c:showSerName val="0"/>
          <c:showPercent val="0"/>
          <c:showBubbleSize val="0"/>
        </c:dLbls>
        <c:gapWidth val="219"/>
        <c:overlap val="-27"/>
        <c:axId val="71291760"/>
        <c:axId val="71290928"/>
      </c:barChart>
      <c:catAx>
        <c:axId val="7129176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1290928"/>
        <c:crosses val="autoZero"/>
        <c:auto val="1"/>
        <c:lblAlgn val="ctr"/>
        <c:lblOffset val="100"/>
        <c:noMultiLvlLbl val="0"/>
      </c:catAx>
      <c:valAx>
        <c:axId val="7129092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1291760"/>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5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8"/>
    </mc:Choice>
    <mc:Fallback>
      <c:style val="8"/>
    </mc:Fallback>
  </mc:AlternateContent>
  <c:pivotSource>
    <c:name>[celeba_trndata_dlib.xlsx]Sheet6!PivotTable22</c:name>
    <c:fmtId val="-1"/>
  </c:pivotSource>
  <c:chart>
    <c:autoTitleDeleted val="1"/>
    <c:pivotFmts>
      <c:pivotFmt>
        <c:idx val="0"/>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Sheet6!$B$3</c:f>
              <c:strCache>
                <c:ptCount val="1"/>
                <c:pt idx="0">
                  <c:v>Total</c:v>
                </c:pt>
              </c:strCache>
            </c:strRef>
          </c:tx>
          <c:spPr>
            <a:solidFill>
              <a:schemeClr val="accent6">
                <a:lumMod val="75000"/>
              </a:schemeClr>
            </a:solidFill>
            <a:ln>
              <a:noFill/>
            </a:ln>
            <a:effectLst/>
          </c:spPr>
          <c:invertIfNegative val="0"/>
          <c:cat>
            <c:multiLvlStrRef>
              <c:f>Sheet6!$A$4:$A$16</c:f>
              <c:multiLvlStrCache>
                <c:ptCount val="8"/>
                <c:lvl>
                  <c:pt idx="0">
                    <c:v>Female</c:v>
                  </c:pt>
                  <c:pt idx="1">
                    <c:v>Male</c:v>
                  </c:pt>
                  <c:pt idx="2">
                    <c:v>Female</c:v>
                  </c:pt>
                  <c:pt idx="3">
                    <c:v>Male</c:v>
                  </c:pt>
                  <c:pt idx="4">
                    <c:v>Female</c:v>
                  </c:pt>
                  <c:pt idx="5">
                    <c:v>Male</c:v>
                  </c:pt>
                  <c:pt idx="6">
                    <c:v>Female</c:v>
                  </c:pt>
                  <c:pt idx="7">
                    <c:v>Male</c:v>
                  </c:pt>
                </c:lvl>
                <c:lvl>
                  <c:pt idx="0">
                    <c:v>Asian</c:v>
                  </c:pt>
                  <c:pt idx="2">
                    <c:v>Black</c:v>
                  </c:pt>
                  <c:pt idx="4">
                    <c:v>Indian</c:v>
                  </c:pt>
                  <c:pt idx="6">
                    <c:v>White</c:v>
                  </c:pt>
                </c:lvl>
              </c:multiLvlStrCache>
            </c:multiLvlStrRef>
          </c:cat>
          <c:val>
            <c:numRef>
              <c:f>Sheet6!$B$4:$B$16</c:f>
              <c:numCache>
                <c:formatCode>General</c:formatCode>
                <c:ptCount val="8"/>
                <c:pt idx="0">
                  <c:v>929</c:v>
                </c:pt>
                <c:pt idx="1">
                  <c:v>361</c:v>
                </c:pt>
                <c:pt idx="2">
                  <c:v>796</c:v>
                </c:pt>
                <c:pt idx="3">
                  <c:v>1038</c:v>
                </c:pt>
                <c:pt idx="4">
                  <c:v>791</c:v>
                </c:pt>
                <c:pt idx="5">
                  <c:v>500</c:v>
                </c:pt>
                <c:pt idx="6">
                  <c:v>14903</c:v>
                </c:pt>
                <c:pt idx="7">
                  <c:v>7776</c:v>
                </c:pt>
              </c:numCache>
            </c:numRef>
          </c:val>
          <c:extLst>
            <c:ext xmlns:c16="http://schemas.microsoft.com/office/drawing/2014/chart" uri="{C3380CC4-5D6E-409C-BE32-E72D297353CC}">
              <c16:uniqueId val="{00000000-9956-4258-ACBA-D7B29676A1D0}"/>
            </c:ext>
          </c:extLst>
        </c:ser>
        <c:dLbls>
          <c:showLegendKey val="0"/>
          <c:showVal val="0"/>
          <c:showCatName val="0"/>
          <c:showSerName val="0"/>
          <c:showPercent val="0"/>
          <c:showBubbleSize val="0"/>
        </c:dLbls>
        <c:gapWidth val="219"/>
        <c:overlap val="-27"/>
        <c:axId val="2054743488"/>
        <c:axId val="2031823392"/>
      </c:barChart>
      <c:catAx>
        <c:axId val="205474348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31823392"/>
        <c:crosses val="autoZero"/>
        <c:auto val="1"/>
        <c:lblAlgn val="ctr"/>
        <c:lblOffset val="100"/>
        <c:noMultiLvlLbl val="0"/>
      </c:catAx>
      <c:valAx>
        <c:axId val="203182339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54743488"/>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5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[celeba_gen_ddgan_dlib.xlsx]Sheet6!PivotTable6</c:name>
    <c:fmtId val="7"/>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Sheet6!$B$3</c:f>
              <c:strCache>
                <c:ptCount val="1"/>
                <c:pt idx="0">
                  <c:v>Total</c:v>
                </c:pt>
              </c:strCache>
            </c:strRef>
          </c:tx>
          <c:spPr>
            <a:solidFill>
              <a:schemeClr val="accent6">
                <a:lumMod val="75000"/>
              </a:schemeClr>
            </a:solidFill>
            <a:ln>
              <a:noFill/>
            </a:ln>
            <a:effectLst/>
          </c:spPr>
          <c:invertIfNegative val="0"/>
          <c:cat>
            <c:multiLvlStrRef>
              <c:f>Sheet6!$A$4:$A$16</c:f>
              <c:multiLvlStrCache>
                <c:ptCount val="8"/>
                <c:lvl>
                  <c:pt idx="0">
                    <c:v>Female</c:v>
                  </c:pt>
                  <c:pt idx="1">
                    <c:v>Male</c:v>
                  </c:pt>
                  <c:pt idx="2">
                    <c:v>Female</c:v>
                  </c:pt>
                  <c:pt idx="3">
                    <c:v>Male</c:v>
                  </c:pt>
                  <c:pt idx="4">
                    <c:v>Female</c:v>
                  </c:pt>
                  <c:pt idx="5">
                    <c:v>Male</c:v>
                  </c:pt>
                  <c:pt idx="6">
                    <c:v>Female</c:v>
                  </c:pt>
                  <c:pt idx="7">
                    <c:v>Male</c:v>
                  </c:pt>
                </c:lvl>
                <c:lvl>
                  <c:pt idx="0">
                    <c:v>Asian</c:v>
                  </c:pt>
                  <c:pt idx="2">
                    <c:v>Black</c:v>
                  </c:pt>
                  <c:pt idx="4">
                    <c:v>Indian</c:v>
                  </c:pt>
                  <c:pt idx="6">
                    <c:v>White</c:v>
                  </c:pt>
                </c:lvl>
              </c:multiLvlStrCache>
            </c:multiLvlStrRef>
          </c:cat>
          <c:val>
            <c:numRef>
              <c:f>Sheet6!$B$4:$B$16</c:f>
              <c:numCache>
                <c:formatCode>General</c:formatCode>
                <c:ptCount val="8"/>
                <c:pt idx="0">
                  <c:v>48</c:v>
                </c:pt>
                <c:pt idx="1">
                  <c:v>13</c:v>
                </c:pt>
                <c:pt idx="2">
                  <c:v>93</c:v>
                </c:pt>
                <c:pt idx="3">
                  <c:v>82</c:v>
                </c:pt>
                <c:pt idx="4">
                  <c:v>180</c:v>
                </c:pt>
                <c:pt idx="5">
                  <c:v>118</c:v>
                </c:pt>
                <c:pt idx="6">
                  <c:v>1708</c:v>
                </c:pt>
                <c:pt idx="7">
                  <c:v>707</c:v>
                </c:pt>
              </c:numCache>
            </c:numRef>
          </c:val>
          <c:extLst>
            <c:ext xmlns:c16="http://schemas.microsoft.com/office/drawing/2014/chart" uri="{C3380CC4-5D6E-409C-BE32-E72D297353CC}">
              <c16:uniqueId val="{00000000-37D6-42E1-8795-8371447D2F8F}"/>
            </c:ext>
          </c:extLst>
        </c:ser>
        <c:dLbls>
          <c:showLegendKey val="0"/>
          <c:showVal val="0"/>
          <c:showCatName val="0"/>
          <c:showSerName val="0"/>
          <c:showPercent val="0"/>
          <c:showBubbleSize val="0"/>
        </c:dLbls>
        <c:gapWidth val="219"/>
        <c:overlap val="-27"/>
        <c:axId val="92622384"/>
        <c:axId val="1814179936"/>
      </c:barChart>
      <c:catAx>
        <c:axId val="9262238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814179936"/>
        <c:crosses val="autoZero"/>
        <c:auto val="1"/>
        <c:lblAlgn val="ctr"/>
        <c:lblOffset val="100"/>
        <c:noMultiLvlLbl val="0"/>
      </c:catAx>
      <c:valAx>
        <c:axId val="181417993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2622384"/>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5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[celeba_gen_sd_dlib.xlsx]Sheet6!PivotTable25</c:name>
    <c:fmtId val="7"/>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Sheet6!$B$3</c:f>
              <c:strCache>
                <c:ptCount val="1"/>
                <c:pt idx="0">
                  <c:v>Total</c:v>
                </c:pt>
              </c:strCache>
            </c:strRef>
          </c:tx>
          <c:spPr>
            <a:solidFill>
              <a:schemeClr val="accent6">
                <a:lumMod val="75000"/>
              </a:schemeClr>
            </a:solidFill>
            <a:ln>
              <a:noFill/>
            </a:ln>
            <a:effectLst/>
          </c:spPr>
          <c:invertIfNegative val="0"/>
          <c:cat>
            <c:multiLvlStrRef>
              <c:f>Sheet6!$A$4:$A$16</c:f>
              <c:multiLvlStrCache>
                <c:ptCount val="8"/>
                <c:lvl>
                  <c:pt idx="0">
                    <c:v>Female</c:v>
                  </c:pt>
                  <c:pt idx="1">
                    <c:v>Male</c:v>
                  </c:pt>
                  <c:pt idx="2">
                    <c:v>Female</c:v>
                  </c:pt>
                  <c:pt idx="3">
                    <c:v>Male</c:v>
                  </c:pt>
                  <c:pt idx="4">
                    <c:v>Female</c:v>
                  </c:pt>
                  <c:pt idx="5">
                    <c:v>Male</c:v>
                  </c:pt>
                  <c:pt idx="6">
                    <c:v>Female</c:v>
                  </c:pt>
                  <c:pt idx="7">
                    <c:v>Male</c:v>
                  </c:pt>
                </c:lvl>
                <c:lvl>
                  <c:pt idx="0">
                    <c:v>Asian</c:v>
                  </c:pt>
                  <c:pt idx="2">
                    <c:v>Black</c:v>
                  </c:pt>
                  <c:pt idx="4">
                    <c:v>Indian</c:v>
                  </c:pt>
                  <c:pt idx="6">
                    <c:v>White</c:v>
                  </c:pt>
                </c:lvl>
              </c:multiLvlStrCache>
            </c:multiLvlStrRef>
          </c:cat>
          <c:val>
            <c:numRef>
              <c:f>Sheet6!$B$4:$B$16</c:f>
              <c:numCache>
                <c:formatCode>General</c:formatCode>
                <c:ptCount val="8"/>
                <c:pt idx="0">
                  <c:v>63</c:v>
                </c:pt>
                <c:pt idx="1">
                  <c:v>26</c:v>
                </c:pt>
                <c:pt idx="2">
                  <c:v>41</c:v>
                </c:pt>
                <c:pt idx="3">
                  <c:v>88</c:v>
                </c:pt>
                <c:pt idx="4">
                  <c:v>32</c:v>
                </c:pt>
                <c:pt idx="5">
                  <c:v>29</c:v>
                </c:pt>
                <c:pt idx="6">
                  <c:v>1858</c:v>
                </c:pt>
                <c:pt idx="7">
                  <c:v>863</c:v>
                </c:pt>
              </c:numCache>
            </c:numRef>
          </c:val>
          <c:extLst>
            <c:ext xmlns:c16="http://schemas.microsoft.com/office/drawing/2014/chart" uri="{C3380CC4-5D6E-409C-BE32-E72D297353CC}">
              <c16:uniqueId val="{00000000-B563-4FA2-824E-45D98B9B8DA8}"/>
            </c:ext>
          </c:extLst>
        </c:ser>
        <c:dLbls>
          <c:showLegendKey val="0"/>
          <c:showVal val="0"/>
          <c:showCatName val="0"/>
          <c:showSerName val="0"/>
          <c:showPercent val="0"/>
          <c:showBubbleSize val="0"/>
        </c:dLbls>
        <c:gapWidth val="219"/>
        <c:overlap val="-27"/>
        <c:axId val="238285856"/>
        <c:axId val="288025168"/>
      </c:barChart>
      <c:catAx>
        <c:axId val="23828585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88025168"/>
        <c:crosses val="autoZero"/>
        <c:auto val="1"/>
        <c:lblAlgn val="ctr"/>
        <c:lblOffset val="100"/>
        <c:noMultiLvlLbl val="0"/>
      </c:catAx>
      <c:valAx>
        <c:axId val="28802516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38285856"/>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6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[celeba_gen_ddpm_ema_dlib.xlsx]Sheet7!PivotTable2</c:name>
    <c:fmtId val="-1"/>
  </c:pivotSource>
  <c:chart>
    <c:autoTitleDeleted val="1"/>
    <c:pivotFmts>
      <c:pivotFmt>
        <c:idx val="0"/>
        <c:spPr>
          <a:solidFill>
            <a:schemeClr val="accent1"/>
          </a:solidFill>
          <a:ln>
            <a:noFill/>
          </a:ln>
          <a:effectLst/>
        </c:spPr>
        <c:marker>
          <c:symbol val="none"/>
        </c:marker>
      </c:pivotFmt>
      <c:pivotFmt>
        <c:idx val="1"/>
        <c:spPr>
          <a:solidFill>
            <a:schemeClr val="accent1"/>
          </a:solidFill>
          <a:ln>
            <a:noFill/>
          </a:ln>
          <a:effectLst/>
        </c:spPr>
        <c:marker>
          <c:symbol val="none"/>
        </c:marker>
      </c:pivotFmt>
      <c:pivotFmt>
        <c:idx val="2"/>
        <c:spPr>
          <a:solidFill>
            <a:schemeClr val="accent1"/>
          </a:solidFill>
          <a:ln>
            <a:noFill/>
          </a:ln>
          <a:effectLst/>
        </c:spPr>
        <c:marker>
          <c:symbol val="none"/>
        </c:marker>
      </c:pivotFmt>
    </c:pivotFmts>
    <c:plotArea>
      <c:layout/>
      <c:barChart>
        <c:barDir val="col"/>
        <c:grouping val="clustered"/>
        <c:varyColors val="0"/>
        <c:ser>
          <c:idx val="0"/>
          <c:order val="0"/>
          <c:tx>
            <c:strRef>
              <c:f>Sheet7!$B$3</c:f>
              <c:strCache>
                <c:ptCount val="1"/>
                <c:pt idx="0">
                  <c:v>Total</c:v>
                </c:pt>
              </c:strCache>
            </c:strRef>
          </c:tx>
          <c:spPr>
            <a:solidFill>
              <a:schemeClr val="accent6">
                <a:lumMod val="75000"/>
              </a:schemeClr>
            </a:solidFill>
            <a:ln>
              <a:noFill/>
            </a:ln>
            <a:effectLst/>
          </c:spPr>
          <c:invertIfNegative val="0"/>
          <c:cat>
            <c:multiLvlStrRef>
              <c:f>Sheet7!$A$4:$A$16</c:f>
              <c:multiLvlStrCache>
                <c:ptCount val="8"/>
                <c:lvl>
                  <c:pt idx="0">
                    <c:v>Female</c:v>
                  </c:pt>
                  <c:pt idx="1">
                    <c:v>Male</c:v>
                  </c:pt>
                  <c:pt idx="2">
                    <c:v>Female</c:v>
                  </c:pt>
                  <c:pt idx="3">
                    <c:v>Male</c:v>
                  </c:pt>
                  <c:pt idx="4">
                    <c:v>Female</c:v>
                  </c:pt>
                  <c:pt idx="5">
                    <c:v>Male</c:v>
                  </c:pt>
                  <c:pt idx="6">
                    <c:v>Female</c:v>
                  </c:pt>
                  <c:pt idx="7">
                    <c:v>Male</c:v>
                  </c:pt>
                </c:lvl>
                <c:lvl>
                  <c:pt idx="0">
                    <c:v>Asian</c:v>
                  </c:pt>
                  <c:pt idx="2">
                    <c:v>Black</c:v>
                  </c:pt>
                  <c:pt idx="4">
                    <c:v>Indian</c:v>
                  </c:pt>
                  <c:pt idx="6">
                    <c:v>White</c:v>
                  </c:pt>
                </c:lvl>
              </c:multiLvlStrCache>
            </c:multiLvlStrRef>
          </c:cat>
          <c:val>
            <c:numRef>
              <c:f>Sheet7!$B$4:$B$16</c:f>
              <c:numCache>
                <c:formatCode>General</c:formatCode>
                <c:ptCount val="8"/>
                <c:pt idx="0">
                  <c:v>81</c:v>
                </c:pt>
                <c:pt idx="1">
                  <c:v>25</c:v>
                </c:pt>
                <c:pt idx="2">
                  <c:v>32</c:v>
                </c:pt>
                <c:pt idx="3">
                  <c:v>45</c:v>
                </c:pt>
                <c:pt idx="4">
                  <c:v>23</c:v>
                </c:pt>
                <c:pt idx="5">
                  <c:v>20</c:v>
                </c:pt>
                <c:pt idx="6">
                  <c:v>1343</c:v>
                </c:pt>
                <c:pt idx="7">
                  <c:v>517</c:v>
                </c:pt>
              </c:numCache>
            </c:numRef>
          </c:val>
          <c:extLst>
            <c:ext xmlns:c16="http://schemas.microsoft.com/office/drawing/2014/chart" uri="{C3380CC4-5D6E-409C-BE32-E72D297353CC}">
              <c16:uniqueId val="{00000000-9456-4741-B6E9-F7209FC14508}"/>
            </c:ext>
          </c:extLst>
        </c:ser>
        <c:dLbls>
          <c:showLegendKey val="0"/>
          <c:showVal val="0"/>
          <c:showCatName val="0"/>
          <c:showSerName val="0"/>
          <c:showPercent val="0"/>
          <c:showBubbleSize val="0"/>
        </c:dLbls>
        <c:gapWidth val="219"/>
        <c:overlap val="-27"/>
        <c:axId val="71286352"/>
        <c:axId val="71288432"/>
      </c:barChart>
      <c:catAx>
        <c:axId val="7128635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1288432"/>
        <c:crosses val="autoZero"/>
        <c:auto val="1"/>
        <c:lblAlgn val="ctr"/>
        <c:lblOffset val="100"/>
        <c:noMultiLvlLbl val="0"/>
      </c:catAx>
      <c:valAx>
        <c:axId val="7128843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1286352"/>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6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pieChart>
        <c:varyColors val="1"/>
        <c:ser>
          <c:idx val="0"/>
          <c:order val="0"/>
          <c:tx>
            <c:strRef>
              <c:f>Sheet3!$E$3</c:f>
              <c:strCache>
                <c:ptCount val="1"/>
                <c:pt idx="0">
                  <c:v>Race4</c:v>
                </c:pt>
              </c:strCache>
            </c:strRef>
          </c:tx>
          <c:dPt>
            <c:idx val="0"/>
            <c:bubble3D val="0"/>
            <c:spPr>
              <a:solidFill>
                <a:schemeClr val="accent1">
                  <a:shade val="58000"/>
                </a:schemeClr>
              </a:solidFill>
              <a:ln w="19050">
                <a:solidFill>
                  <a:schemeClr val="lt1"/>
                </a:solidFill>
              </a:ln>
              <a:effectLst/>
            </c:spPr>
            <c:extLst>
              <c:ext xmlns:c16="http://schemas.microsoft.com/office/drawing/2014/chart" uri="{C3380CC4-5D6E-409C-BE32-E72D297353CC}">
                <c16:uniqueId val="{00000001-3754-4A64-A65A-A40C5700B7EF}"/>
              </c:ext>
            </c:extLst>
          </c:dPt>
          <c:dPt>
            <c:idx val="1"/>
            <c:bubble3D val="0"/>
            <c:spPr>
              <a:solidFill>
                <a:schemeClr val="accent1">
                  <a:shade val="86000"/>
                </a:schemeClr>
              </a:solidFill>
              <a:ln w="19050">
                <a:solidFill>
                  <a:schemeClr val="lt1"/>
                </a:solidFill>
              </a:ln>
              <a:effectLst/>
            </c:spPr>
            <c:extLst>
              <c:ext xmlns:c16="http://schemas.microsoft.com/office/drawing/2014/chart" uri="{C3380CC4-5D6E-409C-BE32-E72D297353CC}">
                <c16:uniqueId val="{00000003-3754-4A64-A65A-A40C5700B7EF}"/>
              </c:ext>
            </c:extLst>
          </c:dPt>
          <c:dPt>
            <c:idx val="2"/>
            <c:bubble3D val="0"/>
            <c:spPr>
              <a:solidFill>
                <a:schemeClr val="accent1">
                  <a:tint val="86000"/>
                </a:schemeClr>
              </a:solidFill>
              <a:ln w="19050">
                <a:solidFill>
                  <a:schemeClr val="lt1"/>
                </a:solidFill>
              </a:ln>
              <a:effectLst/>
            </c:spPr>
            <c:extLst>
              <c:ext xmlns:c16="http://schemas.microsoft.com/office/drawing/2014/chart" uri="{C3380CC4-5D6E-409C-BE32-E72D297353CC}">
                <c16:uniqueId val="{00000005-3754-4A64-A65A-A40C5700B7EF}"/>
              </c:ext>
            </c:extLst>
          </c:dPt>
          <c:dPt>
            <c:idx val="3"/>
            <c:bubble3D val="0"/>
            <c:spPr>
              <a:solidFill>
                <a:schemeClr val="accent1">
                  <a:tint val="58000"/>
                </a:schemeClr>
              </a:solidFill>
              <a:ln w="19050">
                <a:solidFill>
                  <a:schemeClr val="lt1"/>
                </a:solidFill>
              </a:ln>
              <a:effectLst/>
            </c:spPr>
            <c:extLst>
              <c:ext xmlns:c16="http://schemas.microsoft.com/office/drawing/2014/chart" uri="{C3380CC4-5D6E-409C-BE32-E72D297353CC}">
                <c16:uniqueId val="{00000007-3754-4A64-A65A-A40C5700B7EF}"/>
              </c:ext>
            </c:extLst>
          </c:dPt>
          <c:dLbls>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Sheet3!$D$4:$D$7</c:f>
              <c:strCache>
                <c:ptCount val="4"/>
                <c:pt idx="0">
                  <c:v>Asian</c:v>
                </c:pt>
                <c:pt idx="1">
                  <c:v>Black</c:v>
                </c:pt>
                <c:pt idx="2">
                  <c:v>Indian</c:v>
                </c:pt>
                <c:pt idx="3">
                  <c:v>White</c:v>
                </c:pt>
              </c:strCache>
            </c:strRef>
          </c:cat>
          <c:val>
            <c:numRef>
              <c:f>Sheet3!$E$4:$E$7</c:f>
              <c:numCache>
                <c:formatCode>General</c:formatCode>
                <c:ptCount val="4"/>
                <c:pt idx="0">
                  <c:v>25419</c:v>
                </c:pt>
                <c:pt idx="1">
                  <c:v>12440</c:v>
                </c:pt>
                <c:pt idx="2">
                  <c:v>16733</c:v>
                </c:pt>
                <c:pt idx="3">
                  <c:v>27877</c:v>
                </c:pt>
              </c:numCache>
            </c:numRef>
          </c:val>
          <c:extLst>
            <c:ext xmlns:c16="http://schemas.microsoft.com/office/drawing/2014/chart" uri="{C3380CC4-5D6E-409C-BE32-E72D297353CC}">
              <c16:uniqueId val="{00000008-3754-4A64-A65A-A40C5700B7EF}"/>
            </c:ext>
          </c:extLst>
        </c:ser>
        <c:dLbls>
          <c:showLegendKey val="0"/>
          <c:showVal val="0"/>
          <c:showCatName val="0"/>
          <c:showSerName val="0"/>
          <c:showPercent val="0"/>
          <c:showBubbleSize val="0"/>
          <c:showLeaderLines val="0"/>
        </c:dLbls>
        <c:firstSliceAng val="0"/>
      </c:pieChart>
      <c:spPr>
        <a:noFill/>
        <a:ln>
          <a:noFill/>
        </a:ln>
        <a:effectLst/>
      </c:spPr>
    </c:plotArea>
    <c:legend>
      <c:legendPos val="r"/>
      <c:layout>
        <c:manualLayout>
          <c:xMode val="edge"/>
          <c:yMode val="edge"/>
          <c:x val="9.1067366579177175E-3"/>
          <c:y val="2.4304461942257195E-2"/>
          <c:w val="0.1075599300087489"/>
          <c:h val="0.31250218722659667"/>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6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pieChart>
        <c:varyColors val="1"/>
        <c:ser>
          <c:idx val="0"/>
          <c:order val="0"/>
          <c:tx>
            <c:strRef>
              <c:f>Sheet2!$E$3</c:f>
              <c:strCache>
                <c:ptCount val="1"/>
                <c:pt idx="0">
                  <c:v>Race4</c:v>
                </c:pt>
              </c:strCache>
            </c:strRef>
          </c:tx>
          <c:dPt>
            <c:idx val="0"/>
            <c:bubble3D val="0"/>
            <c:spPr>
              <a:solidFill>
                <a:schemeClr val="accent1">
                  <a:shade val="58000"/>
                </a:schemeClr>
              </a:solidFill>
              <a:ln w="19050">
                <a:solidFill>
                  <a:schemeClr val="lt1"/>
                </a:solidFill>
              </a:ln>
              <a:effectLst/>
            </c:spPr>
            <c:extLst>
              <c:ext xmlns:c16="http://schemas.microsoft.com/office/drawing/2014/chart" uri="{C3380CC4-5D6E-409C-BE32-E72D297353CC}">
                <c16:uniqueId val="{00000001-FBB8-472A-AEF4-560BF1DE80DD}"/>
              </c:ext>
            </c:extLst>
          </c:dPt>
          <c:dPt>
            <c:idx val="1"/>
            <c:bubble3D val="0"/>
            <c:spPr>
              <a:solidFill>
                <a:schemeClr val="accent1">
                  <a:shade val="86000"/>
                </a:schemeClr>
              </a:solidFill>
              <a:ln w="19050">
                <a:solidFill>
                  <a:schemeClr val="lt1"/>
                </a:solidFill>
              </a:ln>
              <a:effectLst/>
            </c:spPr>
            <c:extLst>
              <c:ext xmlns:c16="http://schemas.microsoft.com/office/drawing/2014/chart" uri="{C3380CC4-5D6E-409C-BE32-E72D297353CC}">
                <c16:uniqueId val="{00000003-FBB8-472A-AEF4-560BF1DE80DD}"/>
              </c:ext>
            </c:extLst>
          </c:dPt>
          <c:dPt>
            <c:idx val="2"/>
            <c:bubble3D val="0"/>
            <c:spPr>
              <a:solidFill>
                <a:schemeClr val="accent1">
                  <a:tint val="86000"/>
                </a:schemeClr>
              </a:solidFill>
              <a:ln w="19050">
                <a:solidFill>
                  <a:schemeClr val="lt1"/>
                </a:solidFill>
              </a:ln>
              <a:effectLst/>
            </c:spPr>
            <c:extLst>
              <c:ext xmlns:c16="http://schemas.microsoft.com/office/drawing/2014/chart" uri="{C3380CC4-5D6E-409C-BE32-E72D297353CC}">
                <c16:uniqueId val="{00000005-FBB8-472A-AEF4-560BF1DE80DD}"/>
              </c:ext>
            </c:extLst>
          </c:dPt>
          <c:dPt>
            <c:idx val="3"/>
            <c:bubble3D val="0"/>
            <c:spPr>
              <a:solidFill>
                <a:schemeClr val="accent1">
                  <a:tint val="58000"/>
                </a:schemeClr>
              </a:solidFill>
              <a:ln w="19050">
                <a:solidFill>
                  <a:schemeClr val="lt1"/>
                </a:solidFill>
              </a:ln>
              <a:effectLst/>
            </c:spPr>
            <c:extLst>
              <c:ext xmlns:c16="http://schemas.microsoft.com/office/drawing/2014/chart" uri="{C3380CC4-5D6E-409C-BE32-E72D297353CC}">
                <c16:uniqueId val="{00000007-FBB8-472A-AEF4-560BF1DE80DD}"/>
              </c:ext>
            </c:extLst>
          </c:dPt>
          <c:dLbls>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Sheet2!$D$4:$D$7</c:f>
              <c:strCache>
                <c:ptCount val="4"/>
                <c:pt idx="0">
                  <c:v>Asian</c:v>
                </c:pt>
                <c:pt idx="1">
                  <c:v>Black</c:v>
                </c:pt>
                <c:pt idx="2">
                  <c:v>Indian</c:v>
                </c:pt>
                <c:pt idx="3">
                  <c:v>White</c:v>
                </c:pt>
              </c:strCache>
            </c:strRef>
          </c:cat>
          <c:val>
            <c:numRef>
              <c:f>Sheet2!$E$4:$E$7</c:f>
              <c:numCache>
                <c:formatCode>General</c:formatCode>
                <c:ptCount val="4"/>
                <c:pt idx="0">
                  <c:v>608</c:v>
                </c:pt>
                <c:pt idx="1">
                  <c:v>415</c:v>
                </c:pt>
                <c:pt idx="2">
                  <c:v>1360</c:v>
                </c:pt>
                <c:pt idx="3">
                  <c:v>736</c:v>
                </c:pt>
              </c:numCache>
            </c:numRef>
          </c:val>
          <c:extLst>
            <c:ext xmlns:c16="http://schemas.microsoft.com/office/drawing/2014/chart" uri="{C3380CC4-5D6E-409C-BE32-E72D297353CC}">
              <c16:uniqueId val="{00000008-FBB8-472A-AEF4-560BF1DE80DD}"/>
            </c:ext>
          </c:extLst>
        </c:ser>
        <c:dLbls>
          <c:showLegendKey val="0"/>
          <c:showVal val="0"/>
          <c:showCatName val="0"/>
          <c:showSerName val="0"/>
          <c:showPercent val="0"/>
          <c:showBubbleSize val="0"/>
          <c:showLeaderLines val="0"/>
        </c:dLbls>
        <c:firstSliceAng val="0"/>
      </c:pie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6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pivotSource>
    <c:name>[fairface_gen_ddpm_ema_dlib.xlsx]Sheet2!PivotTable1</c:name>
    <c:fmtId val="5"/>
  </c:pivotSource>
  <c:chart>
    <c:autoTitleDeleted val="1"/>
    <c:pivotFmts>
      <c:pivotFmt>
        <c:idx val="0"/>
        <c:spPr>
          <a:solidFill>
            <a:schemeClr val="accent1"/>
          </a:solidFill>
          <a:ln w="19050">
            <a:solidFill>
              <a:schemeClr val="lt1"/>
            </a:solidFill>
          </a:ln>
          <a:effectLst/>
        </c:spPr>
        <c:marker>
          <c:symbol val="none"/>
        </c:marker>
      </c:pivotFmt>
      <c:pivotFmt>
        <c:idx val="1"/>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2"/>
        <c:spPr>
          <a:solidFill>
            <a:schemeClr val="accent1"/>
          </a:solidFill>
          <a:ln w="19050">
            <a:solidFill>
              <a:schemeClr val="lt1"/>
            </a:solidFill>
          </a:ln>
          <a:effectLst/>
        </c:spPr>
        <c:marker>
          <c:symbol val="none"/>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3"/>
        <c:spPr>
          <a:solidFill>
            <a:schemeClr val="accent1">
              <a:shade val="53000"/>
            </a:schemeClr>
          </a:solidFill>
          <a:ln w="19050">
            <a:solidFill>
              <a:schemeClr val="lt1"/>
            </a:solidFill>
          </a:ln>
          <a:effectLst/>
        </c:spPr>
      </c:pivotFmt>
      <c:pivotFmt>
        <c:idx val="4"/>
        <c:spPr>
          <a:solidFill>
            <a:schemeClr val="accent1">
              <a:shade val="76000"/>
            </a:schemeClr>
          </a:solidFill>
          <a:ln w="19050">
            <a:solidFill>
              <a:schemeClr val="lt1"/>
            </a:solidFill>
          </a:ln>
          <a:effectLst/>
        </c:spPr>
      </c:pivotFmt>
      <c:pivotFmt>
        <c:idx val="5"/>
        <c:spPr>
          <a:solidFill>
            <a:schemeClr val="accent1"/>
          </a:solidFill>
          <a:ln w="19050">
            <a:solidFill>
              <a:schemeClr val="lt1"/>
            </a:solidFill>
          </a:ln>
          <a:effectLst/>
        </c:spPr>
      </c:pivotFmt>
      <c:pivotFmt>
        <c:idx val="6"/>
        <c:spPr>
          <a:solidFill>
            <a:schemeClr val="accent1">
              <a:tint val="77000"/>
            </a:schemeClr>
          </a:solidFill>
          <a:ln w="19050">
            <a:solidFill>
              <a:schemeClr val="lt1"/>
            </a:solidFill>
          </a:ln>
          <a:effectLst/>
        </c:spPr>
      </c:pivotFmt>
      <c:pivotFmt>
        <c:idx val="7"/>
        <c:spPr>
          <a:solidFill>
            <a:schemeClr val="accent1">
              <a:tint val="54000"/>
            </a:schemeClr>
          </a:solidFill>
          <a:ln w="19050">
            <a:solidFill>
              <a:schemeClr val="lt1"/>
            </a:solidFill>
          </a:ln>
          <a:effectLst/>
        </c:spPr>
      </c:pivotFmt>
      <c:pivotFmt>
        <c:idx val="8"/>
        <c:spPr>
          <a:solidFill>
            <a:schemeClr val="accent1"/>
          </a:solidFill>
          <a:ln w="19050">
            <a:solidFill>
              <a:schemeClr val="lt1"/>
            </a:solidFill>
          </a:ln>
          <a:effectLst/>
        </c:spPr>
        <c:marker>
          <c:symbol val="none"/>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9"/>
        <c:spPr>
          <a:solidFill>
            <a:schemeClr val="accent1">
              <a:shade val="53000"/>
            </a:schemeClr>
          </a:solidFill>
          <a:ln w="19050">
            <a:solidFill>
              <a:schemeClr val="lt1"/>
            </a:solidFill>
          </a:ln>
          <a:effectLst/>
        </c:spPr>
      </c:pivotFmt>
      <c:pivotFmt>
        <c:idx val="10"/>
        <c:spPr>
          <a:solidFill>
            <a:schemeClr val="accent1">
              <a:shade val="76000"/>
            </a:schemeClr>
          </a:solidFill>
          <a:ln w="19050">
            <a:solidFill>
              <a:schemeClr val="lt1"/>
            </a:solidFill>
          </a:ln>
          <a:effectLst/>
        </c:spPr>
      </c:pivotFmt>
      <c:pivotFmt>
        <c:idx val="11"/>
        <c:spPr>
          <a:solidFill>
            <a:schemeClr val="accent1"/>
          </a:solidFill>
          <a:ln w="19050">
            <a:solidFill>
              <a:schemeClr val="lt1"/>
            </a:solidFill>
          </a:ln>
          <a:effectLst/>
        </c:spPr>
      </c:pivotFmt>
      <c:pivotFmt>
        <c:idx val="12"/>
        <c:spPr>
          <a:solidFill>
            <a:schemeClr val="accent1">
              <a:tint val="77000"/>
            </a:schemeClr>
          </a:solidFill>
          <a:ln w="19050">
            <a:solidFill>
              <a:schemeClr val="lt1"/>
            </a:solidFill>
          </a:ln>
          <a:effectLst/>
        </c:spPr>
      </c:pivotFmt>
      <c:pivotFmt>
        <c:idx val="13"/>
        <c:spPr>
          <a:solidFill>
            <a:schemeClr val="accent1">
              <a:tint val="54000"/>
            </a:schemeClr>
          </a:solidFill>
          <a:ln w="19050">
            <a:solidFill>
              <a:schemeClr val="lt1"/>
            </a:solidFill>
          </a:ln>
          <a:effectLst/>
        </c:spPr>
      </c:pivotFmt>
    </c:pivotFmts>
    <c:plotArea>
      <c:layout/>
      <c:pieChart>
        <c:varyColors val="1"/>
        <c:ser>
          <c:idx val="0"/>
          <c:order val="0"/>
          <c:tx>
            <c:strRef>
              <c:f>Sheet2!$B$3</c:f>
              <c:strCache>
                <c:ptCount val="1"/>
                <c:pt idx="0">
                  <c:v>Total</c:v>
                </c:pt>
              </c:strCache>
            </c:strRef>
          </c:tx>
          <c:dPt>
            <c:idx val="0"/>
            <c:bubble3D val="0"/>
            <c:spPr>
              <a:solidFill>
                <a:schemeClr val="accent1">
                  <a:shade val="53000"/>
                </a:schemeClr>
              </a:solidFill>
              <a:ln w="19050">
                <a:solidFill>
                  <a:schemeClr val="lt1"/>
                </a:solidFill>
              </a:ln>
              <a:effectLst/>
            </c:spPr>
            <c:extLst>
              <c:ext xmlns:c16="http://schemas.microsoft.com/office/drawing/2014/chart" uri="{C3380CC4-5D6E-409C-BE32-E72D297353CC}">
                <c16:uniqueId val="{00000001-F682-4F99-BFF7-164B3F70B3DA}"/>
              </c:ext>
            </c:extLst>
          </c:dPt>
          <c:dPt>
            <c:idx val="1"/>
            <c:bubble3D val="0"/>
            <c:spPr>
              <a:solidFill>
                <a:schemeClr val="accent1">
                  <a:shade val="76000"/>
                </a:schemeClr>
              </a:solidFill>
              <a:ln w="19050">
                <a:solidFill>
                  <a:schemeClr val="lt1"/>
                </a:solidFill>
              </a:ln>
              <a:effectLst/>
            </c:spPr>
            <c:extLst>
              <c:ext xmlns:c16="http://schemas.microsoft.com/office/drawing/2014/chart" uri="{C3380CC4-5D6E-409C-BE32-E72D297353CC}">
                <c16:uniqueId val="{00000003-F682-4F99-BFF7-164B3F70B3DA}"/>
              </c:ext>
            </c:extLst>
          </c:dPt>
          <c:dPt>
            <c:idx val="2"/>
            <c:bubble3D val="0"/>
            <c:spPr>
              <a:solidFill>
                <a:schemeClr val="accent1"/>
              </a:solidFill>
              <a:ln w="19050">
                <a:solidFill>
                  <a:schemeClr val="lt1"/>
                </a:solidFill>
              </a:ln>
              <a:effectLst/>
            </c:spPr>
            <c:extLst>
              <c:ext xmlns:c16="http://schemas.microsoft.com/office/drawing/2014/chart" uri="{C3380CC4-5D6E-409C-BE32-E72D297353CC}">
                <c16:uniqueId val="{00000005-F682-4F99-BFF7-164B3F70B3DA}"/>
              </c:ext>
            </c:extLst>
          </c:dPt>
          <c:dPt>
            <c:idx val="3"/>
            <c:bubble3D val="0"/>
            <c:spPr>
              <a:solidFill>
                <a:schemeClr val="accent1">
                  <a:tint val="77000"/>
                </a:schemeClr>
              </a:solidFill>
              <a:ln w="19050">
                <a:solidFill>
                  <a:schemeClr val="lt1"/>
                </a:solidFill>
              </a:ln>
              <a:effectLst/>
            </c:spPr>
            <c:extLst>
              <c:ext xmlns:c16="http://schemas.microsoft.com/office/drawing/2014/chart" uri="{C3380CC4-5D6E-409C-BE32-E72D297353CC}">
                <c16:uniqueId val="{00000007-F682-4F99-BFF7-164B3F70B3DA}"/>
              </c:ext>
            </c:extLst>
          </c:dPt>
          <c:dPt>
            <c:idx val="4"/>
            <c:bubble3D val="0"/>
            <c:spPr>
              <a:solidFill>
                <a:schemeClr val="accent1">
                  <a:tint val="54000"/>
                </a:schemeClr>
              </a:solidFill>
              <a:ln w="19050">
                <a:solidFill>
                  <a:schemeClr val="lt1"/>
                </a:solidFill>
              </a:ln>
              <a:effectLst/>
            </c:spPr>
            <c:extLst>
              <c:ext xmlns:c16="http://schemas.microsoft.com/office/drawing/2014/chart" uri="{C3380CC4-5D6E-409C-BE32-E72D297353CC}">
                <c16:uniqueId val="{00000009-F682-4F99-BFF7-164B3F70B3DA}"/>
              </c:ext>
            </c:extLst>
          </c:dPt>
          <c:dLbls>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Sheet2!$A$4:$A$9</c:f>
              <c:strCache>
                <c:ptCount val="5"/>
                <c:pt idx="0">
                  <c:v>Asian</c:v>
                </c:pt>
                <c:pt idx="1">
                  <c:v>Black</c:v>
                </c:pt>
                <c:pt idx="2">
                  <c:v>Indian</c:v>
                </c:pt>
                <c:pt idx="3">
                  <c:v>White</c:v>
                </c:pt>
                <c:pt idx="4">
                  <c:v>(blank)</c:v>
                </c:pt>
              </c:strCache>
            </c:strRef>
          </c:cat>
          <c:val>
            <c:numRef>
              <c:f>Sheet2!$B$4:$B$9</c:f>
              <c:numCache>
                <c:formatCode>General</c:formatCode>
                <c:ptCount val="5"/>
                <c:pt idx="0">
                  <c:v>415</c:v>
                </c:pt>
                <c:pt idx="1">
                  <c:v>92</c:v>
                </c:pt>
                <c:pt idx="2">
                  <c:v>107</c:v>
                </c:pt>
                <c:pt idx="3">
                  <c:v>632</c:v>
                </c:pt>
              </c:numCache>
            </c:numRef>
          </c:val>
          <c:extLst>
            <c:ext xmlns:c16="http://schemas.microsoft.com/office/drawing/2014/chart" uri="{C3380CC4-5D6E-409C-BE32-E72D297353CC}">
              <c16:uniqueId val="{0000000A-F682-4F99-BFF7-164B3F70B3DA}"/>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6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pieChart>
        <c:varyColors val="1"/>
        <c:ser>
          <c:idx val="0"/>
          <c:order val="0"/>
          <c:tx>
            <c:strRef>
              <c:f>Sheet4!$E$3</c:f>
              <c:strCache>
                <c:ptCount val="1"/>
                <c:pt idx="0">
                  <c:v>Gender</c:v>
                </c:pt>
              </c:strCache>
            </c:strRef>
          </c:tx>
          <c:dPt>
            <c:idx val="0"/>
            <c:bubble3D val="0"/>
            <c:spPr>
              <a:solidFill>
                <a:schemeClr val="accent1">
                  <a:shade val="76000"/>
                </a:schemeClr>
              </a:solidFill>
              <a:ln w="19050">
                <a:solidFill>
                  <a:schemeClr val="lt1"/>
                </a:solidFill>
              </a:ln>
              <a:effectLst/>
            </c:spPr>
            <c:extLst>
              <c:ext xmlns:c16="http://schemas.microsoft.com/office/drawing/2014/chart" uri="{C3380CC4-5D6E-409C-BE32-E72D297353CC}">
                <c16:uniqueId val="{00000001-DE01-45F1-A771-F410517A1A95}"/>
              </c:ext>
            </c:extLst>
          </c:dPt>
          <c:dPt>
            <c:idx val="1"/>
            <c:bubble3D val="0"/>
            <c:spPr>
              <a:solidFill>
                <a:schemeClr val="accent1">
                  <a:tint val="77000"/>
                </a:schemeClr>
              </a:solidFill>
              <a:ln w="19050">
                <a:solidFill>
                  <a:schemeClr val="lt1"/>
                </a:solidFill>
              </a:ln>
              <a:effectLst/>
            </c:spPr>
            <c:extLst>
              <c:ext xmlns:c16="http://schemas.microsoft.com/office/drawing/2014/chart" uri="{C3380CC4-5D6E-409C-BE32-E72D297353CC}">
                <c16:uniqueId val="{00000003-DE01-45F1-A771-F410517A1A95}"/>
              </c:ext>
            </c:extLst>
          </c:dPt>
          <c:dLbls>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Sheet4!$D$4:$D$5</c:f>
              <c:strCache>
                <c:ptCount val="2"/>
                <c:pt idx="0">
                  <c:v>Female</c:v>
                </c:pt>
                <c:pt idx="1">
                  <c:v>Male</c:v>
                </c:pt>
              </c:strCache>
            </c:strRef>
          </c:cat>
          <c:val>
            <c:numRef>
              <c:f>Sheet4!$E$4:$E$5</c:f>
              <c:numCache>
                <c:formatCode>General</c:formatCode>
                <c:ptCount val="2"/>
                <c:pt idx="0">
                  <c:v>38249</c:v>
                </c:pt>
                <c:pt idx="1">
                  <c:v>44220</c:v>
                </c:pt>
              </c:numCache>
            </c:numRef>
          </c:val>
          <c:extLst>
            <c:ext xmlns:c16="http://schemas.microsoft.com/office/drawing/2014/chart" uri="{C3380CC4-5D6E-409C-BE32-E72D297353CC}">
              <c16:uniqueId val="{00000004-DE01-45F1-A771-F410517A1A95}"/>
            </c:ext>
          </c:extLst>
        </c:ser>
        <c:dLbls>
          <c:showLegendKey val="0"/>
          <c:showVal val="0"/>
          <c:showCatName val="0"/>
          <c:showSerName val="0"/>
          <c:showPercent val="0"/>
          <c:showBubbleSize val="0"/>
          <c:showLeaderLines val="0"/>
        </c:dLbls>
        <c:firstSliceAng val="0"/>
      </c:pieChart>
      <c:spPr>
        <a:noFill/>
        <a:ln>
          <a:noFill/>
        </a:ln>
        <a:effectLst/>
      </c:spPr>
    </c:plotArea>
    <c:legend>
      <c:legendPos val="r"/>
      <c:layout>
        <c:manualLayout>
          <c:xMode val="edge"/>
          <c:yMode val="edge"/>
          <c:x val="4.014829396325454E-2"/>
          <c:y val="9.7800379119276776E-2"/>
          <c:w val="0.11818503937007874"/>
          <c:h val="0.15625109361329834"/>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6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pieChart>
        <c:varyColors val="1"/>
        <c:ser>
          <c:idx val="0"/>
          <c:order val="0"/>
          <c:tx>
            <c:strRef>
              <c:f>Sheet3!$E$3</c:f>
              <c:strCache>
                <c:ptCount val="1"/>
                <c:pt idx="0">
                  <c:v>Gender</c:v>
                </c:pt>
              </c:strCache>
            </c:strRef>
          </c:tx>
          <c:dPt>
            <c:idx val="0"/>
            <c:bubble3D val="0"/>
            <c:spPr>
              <a:solidFill>
                <a:schemeClr val="accent1">
                  <a:shade val="76000"/>
                </a:schemeClr>
              </a:solidFill>
              <a:ln w="19050">
                <a:solidFill>
                  <a:schemeClr val="lt1"/>
                </a:solidFill>
              </a:ln>
              <a:effectLst/>
            </c:spPr>
            <c:extLst>
              <c:ext xmlns:c16="http://schemas.microsoft.com/office/drawing/2014/chart" uri="{C3380CC4-5D6E-409C-BE32-E72D297353CC}">
                <c16:uniqueId val="{00000001-4B5A-4C0C-B3F2-08B5B126F37A}"/>
              </c:ext>
            </c:extLst>
          </c:dPt>
          <c:dPt>
            <c:idx val="1"/>
            <c:bubble3D val="0"/>
            <c:spPr>
              <a:solidFill>
                <a:schemeClr val="accent1">
                  <a:tint val="77000"/>
                </a:schemeClr>
              </a:solidFill>
              <a:ln w="19050">
                <a:solidFill>
                  <a:schemeClr val="lt1"/>
                </a:solidFill>
              </a:ln>
              <a:effectLst/>
            </c:spPr>
            <c:extLst>
              <c:ext xmlns:c16="http://schemas.microsoft.com/office/drawing/2014/chart" uri="{C3380CC4-5D6E-409C-BE32-E72D297353CC}">
                <c16:uniqueId val="{00000003-4B5A-4C0C-B3F2-08B5B126F37A}"/>
              </c:ext>
            </c:extLst>
          </c:dPt>
          <c:dLbls>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Sheet3!$D$4:$D$5</c:f>
              <c:strCache>
                <c:ptCount val="2"/>
                <c:pt idx="0">
                  <c:v>Female</c:v>
                </c:pt>
                <c:pt idx="1">
                  <c:v>Male</c:v>
                </c:pt>
              </c:strCache>
            </c:strRef>
          </c:cat>
          <c:val>
            <c:numRef>
              <c:f>Sheet3!$E$4:$E$5</c:f>
              <c:numCache>
                <c:formatCode>General</c:formatCode>
                <c:ptCount val="2"/>
                <c:pt idx="0">
                  <c:v>1739</c:v>
                </c:pt>
                <c:pt idx="1">
                  <c:v>1380</c:v>
                </c:pt>
              </c:numCache>
            </c:numRef>
          </c:val>
          <c:extLst>
            <c:ext xmlns:c16="http://schemas.microsoft.com/office/drawing/2014/chart" uri="{C3380CC4-5D6E-409C-BE32-E72D297353CC}">
              <c16:uniqueId val="{00000004-4B5A-4C0C-B3F2-08B5B126F37A}"/>
            </c:ext>
          </c:extLst>
        </c:ser>
        <c:dLbls>
          <c:showLegendKey val="0"/>
          <c:showVal val="0"/>
          <c:showCatName val="0"/>
          <c:showSerName val="0"/>
          <c:showPercent val="0"/>
          <c:showBubbleSize val="0"/>
          <c:showLeaderLines val="0"/>
        </c:dLbls>
        <c:firstSliceAng val="0"/>
      </c:pie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6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pivotSource>
    <c:name>[fairface_gen_ddpm_ema_dlib.xlsx]Sheet3!PivotTable2</c:name>
    <c:fmtId val="6"/>
  </c:pivotSource>
  <c:chart>
    <c:autoTitleDeleted val="1"/>
    <c:pivotFmts>
      <c:pivotFmt>
        <c:idx val="0"/>
        <c:spPr>
          <a:solidFill>
            <a:schemeClr val="accent1"/>
          </a:solidFill>
          <a:ln w="19050">
            <a:solidFill>
              <a:schemeClr val="lt1"/>
            </a:solidFill>
          </a:ln>
          <a:effectLst/>
        </c:spPr>
        <c:marker>
          <c:symbol val="none"/>
        </c:marker>
      </c:pivotFmt>
      <c:pivotFmt>
        <c:idx val="1"/>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2"/>
        <c:spPr>
          <a:solidFill>
            <a:schemeClr val="accent1"/>
          </a:solidFill>
          <a:ln w="19050">
            <a:solidFill>
              <a:schemeClr val="lt1"/>
            </a:solidFill>
          </a:ln>
          <a:effectLst/>
        </c:spPr>
        <c:marker>
          <c:symbol val="none"/>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3"/>
        <c:spPr>
          <a:solidFill>
            <a:schemeClr val="accent1">
              <a:shade val="65000"/>
            </a:schemeClr>
          </a:solidFill>
          <a:ln w="19050">
            <a:solidFill>
              <a:schemeClr val="lt1"/>
            </a:solidFill>
          </a:ln>
          <a:effectLst/>
        </c:spPr>
      </c:pivotFmt>
      <c:pivotFmt>
        <c:idx val="4"/>
        <c:spPr>
          <a:solidFill>
            <a:schemeClr val="accent1"/>
          </a:solidFill>
          <a:ln w="19050">
            <a:solidFill>
              <a:schemeClr val="lt1"/>
            </a:solidFill>
          </a:ln>
          <a:effectLst/>
        </c:spPr>
      </c:pivotFmt>
      <c:pivotFmt>
        <c:idx val="5"/>
        <c:spPr>
          <a:solidFill>
            <a:schemeClr val="accent1">
              <a:tint val="65000"/>
            </a:schemeClr>
          </a:solidFill>
          <a:ln w="19050">
            <a:solidFill>
              <a:schemeClr val="lt1"/>
            </a:solidFill>
          </a:ln>
          <a:effectLst/>
        </c:spPr>
      </c:pivotFmt>
      <c:pivotFmt>
        <c:idx val="6"/>
        <c:spPr>
          <a:solidFill>
            <a:schemeClr val="accent1"/>
          </a:solidFill>
          <a:ln w="19050">
            <a:solidFill>
              <a:schemeClr val="lt1"/>
            </a:solidFill>
          </a:ln>
          <a:effectLst/>
        </c:spPr>
        <c:marker>
          <c:symbol val="none"/>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7"/>
        <c:spPr>
          <a:solidFill>
            <a:schemeClr val="accent1">
              <a:shade val="65000"/>
            </a:schemeClr>
          </a:solidFill>
          <a:ln w="19050">
            <a:solidFill>
              <a:schemeClr val="lt1"/>
            </a:solidFill>
          </a:ln>
          <a:effectLst/>
        </c:spPr>
      </c:pivotFmt>
      <c:pivotFmt>
        <c:idx val="8"/>
        <c:spPr>
          <a:solidFill>
            <a:schemeClr val="accent1"/>
          </a:solidFill>
          <a:ln w="19050">
            <a:solidFill>
              <a:schemeClr val="lt1"/>
            </a:solidFill>
          </a:ln>
          <a:effectLst/>
        </c:spPr>
      </c:pivotFmt>
      <c:pivotFmt>
        <c:idx val="9"/>
        <c:spPr>
          <a:solidFill>
            <a:schemeClr val="accent1">
              <a:tint val="65000"/>
            </a:schemeClr>
          </a:solidFill>
          <a:ln w="19050">
            <a:solidFill>
              <a:schemeClr val="lt1"/>
            </a:solidFill>
          </a:ln>
          <a:effectLst/>
        </c:spPr>
      </c:pivotFmt>
    </c:pivotFmts>
    <c:plotArea>
      <c:layout/>
      <c:pieChart>
        <c:varyColors val="1"/>
        <c:ser>
          <c:idx val="0"/>
          <c:order val="0"/>
          <c:tx>
            <c:strRef>
              <c:f>Sheet3!$B$3</c:f>
              <c:strCache>
                <c:ptCount val="1"/>
                <c:pt idx="0">
                  <c:v>Total</c:v>
                </c:pt>
              </c:strCache>
            </c:strRef>
          </c:tx>
          <c:dPt>
            <c:idx val="0"/>
            <c:bubble3D val="0"/>
            <c:spPr>
              <a:solidFill>
                <a:schemeClr val="accent1">
                  <a:shade val="65000"/>
                </a:schemeClr>
              </a:solidFill>
              <a:ln w="19050">
                <a:solidFill>
                  <a:schemeClr val="lt1"/>
                </a:solidFill>
              </a:ln>
              <a:effectLst/>
            </c:spPr>
            <c:extLst>
              <c:ext xmlns:c16="http://schemas.microsoft.com/office/drawing/2014/chart" uri="{C3380CC4-5D6E-409C-BE32-E72D297353CC}">
                <c16:uniqueId val="{00000001-D032-4A95-863C-90B66F9CD021}"/>
              </c:ext>
            </c:extLst>
          </c:dPt>
          <c:dPt>
            <c:idx val="1"/>
            <c:bubble3D val="0"/>
            <c:spPr>
              <a:solidFill>
                <a:schemeClr val="accent1"/>
              </a:solidFill>
              <a:ln w="19050">
                <a:solidFill>
                  <a:schemeClr val="lt1"/>
                </a:solidFill>
              </a:ln>
              <a:effectLst/>
            </c:spPr>
            <c:extLst>
              <c:ext xmlns:c16="http://schemas.microsoft.com/office/drawing/2014/chart" uri="{C3380CC4-5D6E-409C-BE32-E72D297353CC}">
                <c16:uniqueId val="{00000003-D032-4A95-863C-90B66F9CD021}"/>
              </c:ext>
            </c:extLst>
          </c:dPt>
          <c:dPt>
            <c:idx val="2"/>
            <c:bubble3D val="0"/>
            <c:spPr>
              <a:solidFill>
                <a:schemeClr val="accent1">
                  <a:tint val="65000"/>
                </a:schemeClr>
              </a:solidFill>
              <a:ln w="19050">
                <a:solidFill>
                  <a:schemeClr val="lt1"/>
                </a:solidFill>
              </a:ln>
              <a:effectLst/>
            </c:spPr>
            <c:extLst>
              <c:ext xmlns:c16="http://schemas.microsoft.com/office/drawing/2014/chart" uri="{C3380CC4-5D6E-409C-BE32-E72D297353CC}">
                <c16:uniqueId val="{00000005-D032-4A95-863C-90B66F9CD021}"/>
              </c:ext>
            </c:extLst>
          </c:dPt>
          <c:dLbls>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Sheet3!$A$4:$A$7</c:f>
              <c:strCache>
                <c:ptCount val="3"/>
                <c:pt idx="0">
                  <c:v>Female</c:v>
                </c:pt>
                <c:pt idx="1">
                  <c:v>Male</c:v>
                </c:pt>
                <c:pt idx="2">
                  <c:v>(blank)</c:v>
                </c:pt>
              </c:strCache>
            </c:strRef>
          </c:cat>
          <c:val>
            <c:numRef>
              <c:f>Sheet3!$B$4:$B$7</c:f>
              <c:numCache>
                <c:formatCode>General</c:formatCode>
                <c:ptCount val="3"/>
                <c:pt idx="0">
                  <c:v>727</c:v>
                </c:pt>
                <c:pt idx="1">
                  <c:v>519</c:v>
                </c:pt>
              </c:numCache>
            </c:numRef>
          </c:val>
          <c:extLst>
            <c:ext xmlns:c16="http://schemas.microsoft.com/office/drawing/2014/chart" uri="{C3380CC4-5D6E-409C-BE32-E72D297353CC}">
              <c16:uniqueId val="{00000006-D032-4A95-863C-90B66F9CD021}"/>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6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pieChart>
        <c:varyColors val="1"/>
        <c:ser>
          <c:idx val="0"/>
          <c:order val="0"/>
          <c:tx>
            <c:strRef>
              <c:f>Sheet5!$E$3</c:f>
              <c:strCache>
                <c:ptCount val="1"/>
                <c:pt idx="0">
                  <c:v>Age</c:v>
                </c:pt>
              </c:strCache>
            </c:strRef>
          </c:tx>
          <c:dPt>
            <c:idx val="0"/>
            <c:bubble3D val="0"/>
            <c:spPr>
              <a:solidFill>
                <a:schemeClr val="accent1">
                  <a:shade val="44000"/>
                </a:schemeClr>
              </a:solidFill>
              <a:ln w="19050">
                <a:solidFill>
                  <a:schemeClr val="lt1"/>
                </a:solidFill>
              </a:ln>
              <a:effectLst/>
            </c:spPr>
            <c:extLst>
              <c:ext xmlns:c16="http://schemas.microsoft.com/office/drawing/2014/chart" uri="{C3380CC4-5D6E-409C-BE32-E72D297353CC}">
                <c16:uniqueId val="{00000001-EE70-460D-898B-48C534F4AD27}"/>
              </c:ext>
            </c:extLst>
          </c:dPt>
          <c:dPt>
            <c:idx val="1"/>
            <c:bubble3D val="0"/>
            <c:spPr>
              <a:solidFill>
                <a:schemeClr val="accent1">
                  <a:shade val="58000"/>
                </a:schemeClr>
              </a:solidFill>
              <a:ln w="19050">
                <a:solidFill>
                  <a:schemeClr val="lt1"/>
                </a:solidFill>
              </a:ln>
              <a:effectLst/>
            </c:spPr>
            <c:extLst>
              <c:ext xmlns:c16="http://schemas.microsoft.com/office/drawing/2014/chart" uri="{C3380CC4-5D6E-409C-BE32-E72D297353CC}">
                <c16:uniqueId val="{00000003-EE70-460D-898B-48C534F4AD27}"/>
              </c:ext>
            </c:extLst>
          </c:dPt>
          <c:dPt>
            <c:idx val="2"/>
            <c:bubble3D val="0"/>
            <c:spPr>
              <a:solidFill>
                <a:schemeClr val="accent1">
                  <a:shade val="72000"/>
                </a:schemeClr>
              </a:solidFill>
              <a:ln w="19050">
                <a:solidFill>
                  <a:schemeClr val="lt1"/>
                </a:solidFill>
              </a:ln>
              <a:effectLst/>
            </c:spPr>
            <c:extLst>
              <c:ext xmlns:c16="http://schemas.microsoft.com/office/drawing/2014/chart" uri="{C3380CC4-5D6E-409C-BE32-E72D297353CC}">
                <c16:uniqueId val="{00000005-EE70-460D-898B-48C534F4AD27}"/>
              </c:ext>
            </c:extLst>
          </c:dPt>
          <c:dPt>
            <c:idx val="3"/>
            <c:bubble3D val="0"/>
            <c:spPr>
              <a:solidFill>
                <a:schemeClr val="accent1">
                  <a:shade val="86000"/>
                </a:schemeClr>
              </a:solidFill>
              <a:ln w="19050">
                <a:solidFill>
                  <a:schemeClr val="lt1"/>
                </a:solidFill>
              </a:ln>
              <a:effectLst/>
            </c:spPr>
            <c:extLst>
              <c:ext xmlns:c16="http://schemas.microsoft.com/office/drawing/2014/chart" uri="{C3380CC4-5D6E-409C-BE32-E72D297353CC}">
                <c16:uniqueId val="{00000007-EE70-460D-898B-48C534F4AD27}"/>
              </c:ext>
            </c:extLst>
          </c:dPt>
          <c:dPt>
            <c:idx val="4"/>
            <c:bubble3D val="0"/>
            <c:spPr>
              <a:solidFill>
                <a:schemeClr val="accent1"/>
              </a:solidFill>
              <a:ln w="19050">
                <a:solidFill>
                  <a:schemeClr val="lt1"/>
                </a:solidFill>
              </a:ln>
              <a:effectLst/>
            </c:spPr>
            <c:extLst>
              <c:ext xmlns:c16="http://schemas.microsoft.com/office/drawing/2014/chart" uri="{C3380CC4-5D6E-409C-BE32-E72D297353CC}">
                <c16:uniqueId val="{00000009-EE70-460D-898B-48C534F4AD27}"/>
              </c:ext>
            </c:extLst>
          </c:dPt>
          <c:dPt>
            <c:idx val="5"/>
            <c:bubble3D val="0"/>
            <c:spPr>
              <a:solidFill>
                <a:schemeClr val="accent1">
                  <a:tint val="86000"/>
                </a:schemeClr>
              </a:solidFill>
              <a:ln w="19050">
                <a:solidFill>
                  <a:schemeClr val="lt1"/>
                </a:solidFill>
              </a:ln>
              <a:effectLst/>
            </c:spPr>
            <c:extLst>
              <c:ext xmlns:c16="http://schemas.microsoft.com/office/drawing/2014/chart" uri="{C3380CC4-5D6E-409C-BE32-E72D297353CC}">
                <c16:uniqueId val="{0000000B-EE70-460D-898B-48C534F4AD27}"/>
              </c:ext>
            </c:extLst>
          </c:dPt>
          <c:dPt>
            <c:idx val="6"/>
            <c:bubble3D val="0"/>
            <c:spPr>
              <a:solidFill>
                <a:schemeClr val="accent1">
                  <a:tint val="72000"/>
                </a:schemeClr>
              </a:solidFill>
              <a:ln w="19050">
                <a:solidFill>
                  <a:schemeClr val="lt1"/>
                </a:solidFill>
              </a:ln>
              <a:effectLst/>
            </c:spPr>
            <c:extLst>
              <c:ext xmlns:c16="http://schemas.microsoft.com/office/drawing/2014/chart" uri="{C3380CC4-5D6E-409C-BE32-E72D297353CC}">
                <c16:uniqueId val="{0000000D-EE70-460D-898B-48C534F4AD27}"/>
              </c:ext>
            </c:extLst>
          </c:dPt>
          <c:dPt>
            <c:idx val="7"/>
            <c:bubble3D val="0"/>
            <c:spPr>
              <a:solidFill>
                <a:schemeClr val="accent1">
                  <a:tint val="58000"/>
                </a:schemeClr>
              </a:solidFill>
              <a:ln w="19050">
                <a:solidFill>
                  <a:schemeClr val="lt1"/>
                </a:solidFill>
              </a:ln>
              <a:effectLst/>
            </c:spPr>
            <c:extLst>
              <c:ext xmlns:c16="http://schemas.microsoft.com/office/drawing/2014/chart" uri="{C3380CC4-5D6E-409C-BE32-E72D297353CC}">
                <c16:uniqueId val="{0000000F-EE70-460D-898B-48C534F4AD27}"/>
              </c:ext>
            </c:extLst>
          </c:dPt>
          <c:dPt>
            <c:idx val="8"/>
            <c:bubble3D val="0"/>
            <c:spPr>
              <a:solidFill>
                <a:schemeClr val="accent1">
                  <a:tint val="44000"/>
                </a:schemeClr>
              </a:solidFill>
              <a:ln w="19050">
                <a:solidFill>
                  <a:schemeClr val="lt1"/>
                </a:solidFill>
              </a:ln>
              <a:effectLst/>
            </c:spPr>
            <c:extLst>
              <c:ext xmlns:c16="http://schemas.microsoft.com/office/drawing/2014/chart" uri="{C3380CC4-5D6E-409C-BE32-E72D297353CC}">
                <c16:uniqueId val="{00000011-EE70-460D-898B-48C534F4AD27}"/>
              </c:ext>
            </c:extLst>
          </c:dPt>
          <c:dLbls>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Sheet5!$D$4:$D$12</c:f>
              <c:strCache>
                <c:ptCount val="9"/>
                <c:pt idx="0">
                  <c:v>0-2</c:v>
                </c:pt>
                <c:pt idx="1">
                  <c:v>03-09_</c:v>
                </c:pt>
                <c:pt idx="2">
                  <c:v>10-19_</c:v>
                </c:pt>
                <c:pt idx="3">
                  <c:v>20-29</c:v>
                </c:pt>
                <c:pt idx="4">
                  <c:v>30-39</c:v>
                </c:pt>
                <c:pt idx="5">
                  <c:v>40-49</c:v>
                </c:pt>
                <c:pt idx="6">
                  <c:v>50-59</c:v>
                </c:pt>
                <c:pt idx="7">
                  <c:v>60-69</c:v>
                </c:pt>
                <c:pt idx="8">
                  <c:v>70+</c:v>
                </c:pt>
              </c:strCache>
            </c:strRef>
          </c:cat>
          <c:val>
            <c:numRef>
              <c:f>Sheet5!$E$4:$E$12</c:f>
              <c:numCache>
                <c:formatCode>General</c:formatCode>
                <c:ptCount val="9"/>
                <c:pt idx="0">
                  <c:v>1597</c:v>
                </c:pt>
                <c:pt idx="1">
                  <c:v>10631</c:v>
                </c:pt>
                <c:pt idx="2">
                  <c:v>7040</c:v>
                </c:pt>
                <c:pt idx="3">
                  <c:v>28623</c:v>
                </c:pt>
                <c:pt idx="4">
                  <c:v>17117</c:v>
                </c:pt>
                <c:pt idx="5">
                  <c:v>9142</c:v>
                </c:pt>
                <c:pt idx="6">
                  <c:v>5472</c:v>
                </c:pt>
                <c:pt idx="7">
                  <c:v>2168</c:v>
                </c:pt>
                <c:pt idx="8">
                  <c:v>679</c:v>
                </c:pt>
              </c:numCache>
            </c:numRef>
          </c:val>
          <c:extLst>
            <c:ext xmlns:c16="http://schemas.microsoft.com/office/drawing/2014/chart" uri="{C3380CC4-5D6E-409C-BE32-E72D297353CC}">
              <c16:uniqueId val="{00000012-EE70-460D-898B-48C534F4AD27}"/>
            </c:ext>
          </c:extLst>
        </c:ser>
        <c:dLbls>
          <c:showLegendKey val="0"/>
          <c:showVal val="0"/>
          <c:showCatName val="0"/>
          <c:showSerName val="0"/>
          <c:showPercent val="0"/>
          <c:showBubbleSize val="0"/>
          <c:showLeaderLines val="0"/>
        </c:dLbls>
        <c:firstSliceAng val="0"/>
      </c:pieChart>
      <c:spPr>
        <a:noFill/>
        <a:ln>
          <a:noFill/>
        </a:ln>
        <a:effectLst/>
      </c:spPr>
    </c:plotArea>
    <c:legend>
      <c:legendPos val="r"/>
      <c:layout>
        <c:manualLayout>
          <c:xMode val="edge"/>
          <c:yMode val="edge"/>
          <c:x val="0"/>
          <c:y val="9.5461504811898586E-3"/>
          <c:w val="0.11489326334208223"/>
          <c:h val="0.70312992125984253"/>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6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pieChart>
        <c:varyColors val="1"/>
        <c:ser>
          <c:idx val="0"/>
          <c:order val="0"/>
          <c:tx>
            <c:strRef>
              <c:f>Sheet4!$E$3</c:f>
              <c:strCache>
                <c:ptCount val="1"/>
                <c:pt idx="0">
                  <c:v>Age</c:v>
                </c:pt>
              </c:strCache>
            </c:strRef>
          </c:tx>
          <c:dPt>
            <c:idx val="0"/>
            <c:bubble3D val="0"/>
            <c:spPr>
              <a:solidFill>
                <a:schemeClr val="accent1">
                  <a:shade val="45000"/>
                </a:schemeClr>
              </a:solidFill>
              <a:ln w="19050">
                <a:solidFill>
                  <a:schemeClr val="lt1"/>
                </a:solidFill>
              </a:ln>
              <a:effectLst/>
            </c:spPr>
            <c:extLst>
              <c:ext xmlns:c16="http://schemas.microsoft.com/office/drawing/2014/chart" uri="{C3380CC4-5D6E-409C-BE32-E72D297353CC}">
                <c16:uniqueId val="{00000001-8365-4A03-A44C-E36610A5A10A}"/>
              </c:ext>
            </c:extLst>
          </c:dPt>
          <c:dPt>
            <c:idx val="1"/>
            <c:bubble3D val="0"/>
            <c:spPr>
              <a:solidFill>
                <a:schemeClr val="accent1">
                  <a:shade val="61000"/>
                </a:schemeClr>
              </a:solidFill>
              <a:ln w="19050">
                <a:solidFill>
                  <a:schemeClr val="lt1"/>
                </a:solidFill>
              </a:ln>
              <a:effectLst/>
            </c:spPr>
            <c:extLst>
              <c:ext xmlns:c16="http://schemas.microsoft.com/office/drawing/2014/chart" uri="{C3380CC4-5D6E-409C-BE32-E72D297353CC}">
                <c16:uniqueId val="{00000003-8365-4A03-A44C-E36610A5A10A}"/>
              </c:ext>
            </c:extLst>
          </c:dPt>
          <c:dPt>
            <c:idx val="2"/>
            <c:bubble3D val="0"/>
            <c:spPr>
              <a:solidFill>
                <a:schemeClr val="accent1">
                  <a:shade val="76000"/>
                </a:schemeClr>
              </a:solidFill>
              <a:ln w="19050">
                <a:solidFill>
                  <a:schemeClr val="lt1"/>
                </a:solidFill>
              </a:ln>
              <a:effectLst/>
            </c:spPr>
            <c:extLst>
              <c:ext xmlns:c16="http://schemas.microsoft.com/office/drawing/2014/chart" uri="{C3380CC4-5D6E-409C-BE32-E72D297353CC}">
                <c16:uniqueId val="{00000005-8365-4A03-A44C-E36610A5A10A}"/>
              </c:ext>
            </c:extLst>
          </c:dPt>
          <c:dPt>
            <c:idx val="3"/>
            <c:bubble3D val="0"/>
            <c:spPr>
              <a:solidFill>
                <a:schemeClr val="accent1">
                  <a:shade val="92000"/>
                </a:schemeClr>
              </a:solidFill>
              <a:ln w="19050">
                <a:solidFill>
                  <a:schemeClr val="lt1"/>
                </a:solidFill>
              </a:ln>
              <a:effectLst/>
            </c:spPr>
            <c:extLst>
              <c:ext xmlns:c16="http://schemas.microsoft.com/office/drawing/2014/chart" uri="{C3380CC4-5D6E-409C-BE32-E72D297353CC}">
                <c16:uniqueId val="{00000007-8365-4A03-A44C-E36610A5A10A}"/>
              </c:ext>
            </c:extLst>
          </c:dPt>
          <c:dPt>
            <c:idx val="4"/>
            <c:bubble3D val="0"/>
            <c:spPr>
              <a:solidFill>
                <a:schemeClr val="accent1">
                  <a:tint val="93000"/>
                </a:schemeClr>
              </a:solidFill>
              <a:ln w="19050">
                <a:solidFill>
                  <a:schemeClr val="lt1"/>
                </a:solidFill>
              </a:ln>
              <a:effectLst/>
            </c:spPr>
            <c:extLst>
              <c:ext xmlns:c16="http://schemas.microsoft.com/office/drawing/2014/chart" uri="{C3380CC4-5D6E-409C-BE32-E72D297353CC}">
                <c16:uniqueId val="{00000009-8365-4A03-A44C-E36610A5A10A}"/>
              </c:ext>
            </c:extLst>
          </c:dPt>
          <c:dPt>
            <c:idx val="5"/>
            <c:bubble3D val="0"/>
            <c:spPr>
              <a:solidFill>
                <a:schemeClr val="accent1">
                  <a:tint val="77000"/>
                </a:schemeClr>
              </a:solidFill>
              <a:ln w="19050">
                <a:solidFill>
                  <a:schemeClr val="lt1"/>
                </a:solidFill>
              </a:ln>
              <a:effectLst/>
            </c:spPr>
            <c:extLst>
              <c:ext xmlns:c16="http://schemas.microsoft.com/office/drawing/2014/chart" uri="{C3380CC4-5D6E-409C-BE32-E72D297353CC}">
                <c16:uniqueId val="{0000000B-8365-4A03-A44C-E36610A5A10A}"/>
              </c:ext>
            </c:extLst>
          </c:dPt>
          <c:dPt>
            <c:idx val="6"/>
            <c:bubble3D val="0"/>
            <c:spPr>
              <a:solidFill>
                <a:schemeClr val="accent1">
                  <a:tint val="62000"/>
                </a:schemeClr>
              </a:solidFill>
              <a:ln w="19050">
                <a:solidFill>
                  <a:schemeClr val="lt1"/>
                </a:solidFill>
              </a:ln>
              <a:effectLst/>
            </c:spPr>
            <c:extLst>
              <c:ext xmlns:c16="http://schemas.microsoft.com/office/drawing/2014/chart" uri="{C3380CC4-5D6E-409C-BE32-E72D297353CC}">
                <c16:uniqueId val="{0000000D-8365-4A03-A44C-E36610A5A10A}"/>
              </c:ext>
            </c:extLst>
          </c:dPt>
          <c:dPt>
            <c:idx val="7"/>
            <c:bubble3D val="0"/>
            <c:spPr>
              <a:solidFill>
                <a:schemeClr val="accent1">
                  <a:tint val="46000"/>
                </a:schemeClr>
              </a:solidFill>
              <a:ln w="19050">
                <a:solidFill>
                  <a:schemeClr val="lt1"/>
                </a:solidFill>
              </a:ln>
              <a:effectLst/>
            </c:spPr>
            <c:extLst>
              <c:ext xmlns:c16="http://schemas.microsoft.com/office/drawing/2014/chart" uri="{C3380CC4-5D6E-409C-BE32-E72D297353CC}">
                <c16:uniqueId val="{0000000F-8365-4A03-A44C-E36610A5A10A}"/>
              </c:ext>
            </c:extLst>
          </c:dPt>
          <c:dLbls>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Sheet4!$D$4:$D$11</c:f>
              <c:strCache>
                <c:ptCount val="8"/>
                <c:pt idx="0">
                  <c:v>0-2</c:v>
                </c:pt>
                <c:pt idx="1">
                  <c:v>03-09_</c:v>
                </c:pt>
                <c:pt idx="2">
                  <c:v>10-19_</c:v>
                </c:pt>
                <c:pt idx="3">
                  <c:v>20-29</c:v>
                </c:pt>
                <c:pt idx="4">
                  <c:v>30-39</c:v>
                </c:pt>
                <c:pt idx="5">
                  <c:v>40-49</c:v>
                </c:pt>
                <c:pt idx="6">
                  <c:v>50-59</c:v>
                </c:pt>
                <c:pt idx="7">
                  <c:v>60-69</c:v>
                </c:pt>
              </c:strCache>
            </c:strRef>
          </c:cat>
          <c:val>
            <c:numRef>
              <c:f>Sheet4!$E$4:$E$11</c:f>
              <c:numCache>
                <c:formatCode>General</c:formatCode>
                <c:ptCount val="8"/>
                <c:pt idx="0">
                  <c:v>13</c:v>
                </c:pt>
                <c:pt idx="1">
                  <c:v>327</c:v>
                </c:pt>
                <c:pt idx="2">
                  <c:v>262</c:v>
                </c:pt>
                <c:pt idx="3">
                  <c:v>1529</c:v>
                </c:pt>
                <c:pt idx="4">
                  <c:v>787</c:v>
                </c:pt>
                <c:pt idx="5">
                  <c:v>175</c:v>
                </c:pt>
                <c:pt idx="6">
                  <c:v>24</c:v>
                </c:pt>
                <c:pt idx="7">
                  <c:v>2</c:v>
                </c:pt>
              </c:numCache>
            </c:numRef>
          </c:val>
          <c:extLst>
            <c:ext xmlns:c16="http://schemas.microsoft.com/office/drawing/2014/chart" uri="{C3380CC4-5D6E-409C-BE32-E72D297353CC}">
              <c16:uniqueId val="{00000010-8365-4A03-A44C-E36610A5A10A}"/>
            </c:ext>
          </c:extLst>
        </c:ser>
        <c:dLbls>
          <c:showLegendKey val="0"/>
          <c:showVal val="0"/>
          <c:showCatName val="0"/>
          <c:showSerName val="0"/>
          <c:showPercent val="0"/>
          <c:showBubbleSize val="0"/>
          <c:showLeaderLines val="0"/>
        </c:dLbls>
        <c:firstSliceAng val="0"/>
      </c:pie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6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pivotSource>
    <c:name>[fairface_gen_ddpm_ema_dlib.xlsx]Sheet4!PivotTable3</c:name>
    <c:fmtId val="6"/>
  </c:pivotSource>
  <c:chart>
    <c:autoTitleDeleted val="1"/>
    <c:pivotFmts>
      <c:pivotFmt>
        <c:idx val="0"/>
        <c:spPr>
          <a:solidFill>
            <a:schemeClr val="accent1"/>
          </a:solidFill>
          <a:ln w="19050">
            <a:solidFill>
              <a:schemeClr val="lt1"/>
            </a:solidFill>
          </a:ln>
          <a:effectLst/>
        </c:spPr>
        <c:marker>
          <c:symbol val="none"/>
        </c:marker>
      </c:pivotFmt>
      <c:pivotFmt>
        <c:idx val="1"/>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2"/>
        <c:spPr>
          <a:solidFill>
            <a:schemeClr val="accent1"/>
          </a:solidFill>
          <a:ln w="19050">
            <a:solidFill>
              <a:schemeClr val="lt1"/>
            </a:solidFill>
          </a:ln>
          <a:effectLst/>
        </c:spPr>
        <c:marker>
          <c:symbol val="none"/>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3"/>
        <c:spPr>
          <a:solidFill>
            <a:schemeClr val="accent1">
              <a:shade val="42000"/>
            </a:schemeClr>
          </a:solidFill>
          <a:ln w="19050">
            <a:solidFill>
              <a:schemeClr val="lt1"/>
            </a:solidFill>
          </a:ln>
          <a:effectLst/>
        </c:spPr>
      </c:pivotFmt>
      <c:pivotFmt>
        <c:idx val="4"/>
        <c:spPr>
          <a:solidFill>
            <a:schemeClr val="accent1">
              <a:shade val="55000"/>
            </a:schemeClr>
          </a:solidFill>
          <a:ln w="19050">
            <a:solidFill>
              <a:schemeClr val="lt1"/>
            </a:solidFill>
          </a:ln>
          <a:effectLst/>
        </c:spPr>
      </c:pivotFmt>
      <c:pivotFmt>
        <c:idx val="5"/>
        <c:spPr>
          <a:solidFill>
            <a:schemeClr val="accent1">
              <a:shade val="68000"/>
            </a:schemeClr>
          </a:solidFill>
          <a:ln w="19050">
            <a:solidFill>
              <a:schemeClr val="lt1"/>
            </a:solidFill>
          </a:ln>
          <a:effectLst/>
        </c:spPr>
      </c:pivotFmt>
      <c:pivotFmt>
        <c:idx val="6"/>
        <c:spPr>
          <a:solidFill>
            <a:schemeClr val="accent1">
              <a:shade val="80000"/>
            </a:schemeClr>
          </a:solidFill>
          <a:ln w="19050">
            <a:solidFill>
              <a:schemeClr val="lt1"/>
            </a:solidFill>
          </a:ln>
          <a:effectLst/>
        </c:spPr>
      </c:pivotFmt>
      <c:pivotFmt>
        <c:idx val="7"/>
        <c:spPr>
          <a:solidFill>
            <a:schemeClr val="accent1">
              <a:shade val="93000"/>
            </a:schemeClr>
          </a:solidFill>
          <a:ln w="19050">
            <a:solidFill>
              <a:schemeClr val="lt1"/>
            </a:solidFill>
          </a:ln>
          <a:effectLst/>
        </c:spPr>
      </c:pivotFmt>
      <c:pivotFmt>
        <c:idx val="8"/>
        <c:spPr>
          <a:solidFill>
            <a:schemeClr val="accent1">
              <a:tint val="94000"/>
            </a:schemeClr>
          </a:solidFill>
          <a:ln w="19050">
            <a:solidFill>
              <a:schemeClr val="lt1"/>
            </a:solidFill>
          </a:ln>
          <a:effectLst/>
        </c:spPr>
      </c:pivotFmt>
      <c:pivotFmt>
        <c:idx val="9"/>
        <c:spPr>
          <a:solidFill>
            <a:schemeClr val="accent1">
              <a:tint val="81000"/>
            </a:schemeClr>
          </a:solidFill>
          <a:ln w="19050">
            <a:solidFill>
              <a:schemeClr val="lt1"/>
            </a:solidFill>
          </a:ln>
          <a:effectLst/>
        </c:spPr>
      </c:pivotFmt>
      <c:pivotFmt>
        <c:idx val="10"/>
        <c:spPr>
          <a:solidFill>
            <a:schemeClr val="accent1">
              <a:tint val="69000"/>
            </a:schemeClr>
          </a:solidFill>
          <a:ln w="19050">
            <a:solidFill>
              <a:schemeClr val="lt1"/>
            </a:solidFill>
          </a:ln>
          <a:effectLst/>
        </c:spPr>
      </c:pivotFmt>
      <c:pivotFmt>
        <c:idx val="11"/>
        <c:spPr>
          <a:solidFill>
            <a:schemeClr val="accent1">
              <a:tint val="56000"/>
            </a:schemeClr>
          </a:solidFill>
          <a:ln w="19050">
            <a:solidFill>
              <a:schemeClr val="lt1"/>
            </a:solidFill>
          </a:ln>
          <a:effectLst/>
        </c:spPr>
      </c:pivotFmt>
      <c:pivotFmt>
        <c:idx val="12"/>
        <c:spPr>
          <a:solidFill>
            <a:schemeClr val="accent1">
              <a:tint val="43000"/>
            </a:schemeClr>
          </a:solidFill>
          <a:ln w="19050">
            <a:solidFill>
              <a:schemeClr val="lt1"/>
            </a:solidFill>
          </a:ln>
          <a:effectLst/>
        </c:spPr>
      </c:pivotFmt>
      <c:pivotFmt>
        <c:idx val="13"/>
        <c:spPr>
          <a:solidFill>
            <a:schemeClr val="accent1"/>
          </a:solidFill>
          <a:ln w="19050">
            <a:solidFill>
              <a:schemeClr val="lt1"/>
            </a:solidFill>
          </a:ln>
          <a:effectLst/>
        </c:spPr>
        <c:marker>
          <c:symbol val="none"/>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14"/>
        <c:spPr>
          <a:solidFill>
            <a:schemeClr val="accent1">
              <a:shade val="42000"/>
            </a:schemeClr>
          </a:solidFill>
          <a:ln w="19050">
            <a:solidFill>
              <a:schemeClr val="lt1"/>
            </a:solidFill>
          </a:ln>
          <a:effectLst/>
        </c:spPr>
      </c:pivotFmt>
      <c:pivotFmt>
        <c:idx val="15"/>
        <c:spPr>
          <a:solidFill>
            <a:schemeClr val="accent1">
              <a:shade val="55000"/>
            </a:schemeClr>
          </a:solidFill>
          <a:ln w="19050">
            <a:solidFill>
              <a:schemeClr val="lt1"/>
            </a:solidFill>
          </a:ln>
          <a:effectLst/>
        </c:spPr>
      </c:pivotFmt>
      <c:pivotFmt>
        <c:idx val="16"/>
        <c:spPr>
          <a:solidFill>
            <a:schemeClr val="accent1">
              <a:shade val="68000"/>
            </a:schemeClr>
          </a:solidFill>
          <a:ln w="19050">
            <a:solidFill>
              <a:schemeClr val="lt1"/>
            </a:solidFill>
          </a:ln>
          <a:effectLst/>
        </c:spPr>
      </c:pivotFmt>
      <c:pivotFmt>
        <c:idx val="17"/>
        <c:spPr>
          <a:solidFill>
            <a:schemeClr val="accent1">
              <a:shade val="80000"/>
            </a:schemeClr>
          </a:solidFill>
          <a:ln w="19050">
            <a:solidFill>
              <a:schemeClr val="lt1"/>
            </a:solidFill>
          </a:ln>
          <a:effectLst/>
        </c:spPr>
      </c:pivotFmt>
      <c:pivotFmt>
        <c:idx val="18"/>
        <c:spPr>
          <a:solidFill>
            <a:schemeClr val="accent1">
              <a:shade val="93000"/>
            </a:schemeClr>
          </a:solidFill>
          <a:ln w="19050">
            <a:solidFill>
              <a:schemeClr val="lt1"/>
            </a:solidFill>
          </a:ln>
          <a:effectLst/>
        </c:spPr>
      </c:pivotFmt>
      <c:pivotFmt>
        <c:idx val="19"/>
        <c:spPr>
          <a:solidFill>
            <a:schemeClr val="accent1">
              <a:tint val="94000"/>
            </a:schemeClr>
          </a:solidFill>
          <a:ln w="19050">
            <a:solidFill>
              <a:schemeClr val="lt1"/>
            </a:solidFill>
          </a:ln>
          <a:effectLst/>
        </c:spPr>
      </c:pivotFmt>
      <c:pivotFmt>
        <c:idx val="20"/>
        <c:spPr>
          <a:solidFill>
            <a:schemeClr val="accent1">
              <a:tint val="81000"/>
            </a:schemeClr>
          </a:solidFill>
          <a:ln w="19050">
            <a:solidFill>
              <a:schemeClr val="lt1"/>
            </a:solidFill>
          </a:ln>
          <a:effectLst/>
        </c:spPr>
      </c:pivotFmt>
      <c:pivotFmt>
        <c:idx val="21"/>
        <c:spPr>
          <a:solidFill>
            <a:schemeClr val="accent1">
              <a:tint val="69000"/>
            </a:schemeClr>
          </a:solidFill>
          <a:ln w="19050">
            <a:solidFill>
              <a:schemeClr val="lt1"/>
            </a:solidFill>
          </a:ln>
          <a:effectLst/>
        </c:spPr>
      </c:pivotFmt>
      <c:pivotFmt>
        <c:idx val="22"/>
        <c:spPr>
          <a:solidFill>
            <a:schemeClr val="accent1">
              <a:tint val="56000"/>
            </a:schemeClr>
          </a:solidFill>
          <a:ln w="19050">
            <a:solidFill>
              <a:schemeClr val="lt1"/>
            </a:solidFill>
          </a:ln>
          <a:effectLst/>
        </c:spPr>
      </c:pivotFmt>
      <c:pivotFmt>
        <c:idx val="23"/>
        <c:spPr>
          <a:solidFill>
            <a:schemeClr val="accent1">
              <a:tint val="43000"/>
            </a:schemeClr>
          </a:solidFill>
          <a:ln w="19050">
            <a:solidFill>
              <a:schemeClr val="lt1"/>
            </a:solidFill>
          </a:ln>
          <a:effectLst/>
        </c:spPr>
      </c:pivotFmt>
    </c:pivotFmts>
    <c:plotArea>
      <c:layout/>
      <c:pieChart>
        <c:varyColors val="1"/>
        <c:ser>
          <c:idx val="0"/>
          <c:order val="0"/>
          <c:tx>
            <c:strRef>
              <c:f>Sheet4!$B$3</c:f>
              <c:strCache>
                <c:ptCount val="1"/>
                <c:pt idx="0">
                  <c:v>Total</c:v>
                </c:pt>
              </c:strCache>
            </c:strRef>
          </c:tx>
          <c:dPt>
            <c:idx val="0"/>
            <c:bubble3D val="0"/>
            <c:spPr>
              <a:solidFill>
                <a:schemeClr val="accent1">
                  <a:shade val="42000"/>
                </a:schemeClr>
              </a:solidFill>
              <a:ln w="19050">
                <a:solidFill>
                  <a:schemeClr val="lt1"/>
                </a:solidFill>
              </a:ln>
              <a:effectLst/>
            </c:spPr>
            <c:extLst>
              <c:ext xmlns:c16="http://schemas.microsoft.com/office/drawing/2014/chart" uri="{C3380CC4-5D6E-409C-BE32-E72D297353CC}">
                <c16:uniqueId val="{00000001-A9DA-4849-92D5-1627F1CEFA4E}"/>
              </c:ext>
            </c:extLst>
          </c:dPt>
          <c:dPt>
            <c:idx val="1"/>
            <c:bubble3D val="0"/>
            <c:spPr>
              <a:solidFill>
                <a:schemeClr val="accent1">
                  <a:shade val="55000"/>
                </a:schemeClr>
              </a:solidFill>
              <a:ln w="19050">
                <a:solidFill>
                  <a:schemeClr val="lt1"/>
                </a:solidFill>
              </a:ln>
              <a:effectLst/>
            </c:spPr>
            <c:extLst>
              <c:ext xmlns:c16="http://schemas.microsoft.com/office/drawing/2014/chart" uri="{C3380CC4-5D6E-409C-BE32-E72D297353CC}">
                <c16:uniqueId val="{00000003-A9DA-4849-92D5-1627F1CEFA4E}"/>
              </c:ext>
            </c:extLst>
          </c:dPt>
          <c:dPt>
            <c:idx val="2"/>
            <c:bubble3D val="0"/>
            <c:spPr>
              <a:solidFill>
                <a:schemeClr val="accent1">
                  <a:shade val="68000"/>
                </a:schemeClr>
              </a:solidFill>
              <a:ln w="19050">
                <a:solidFill>
                  <a:schemeClr val="lt1"/>
                </a:solidFill>
              </a:ln>
              <a:effectLst/>
            </c:spPr>
            <c:extLst>
              <c:ext xmlns:c16="http://schemas.microsoft.com/office/drawing/2014/chart" uri="{C3380CC4-5D6E-409C-BE32-E72D297353CC}">
                <c16:uniqueId val="{00000005-A9DA-4849-92D5-1627F1CEFA4E}"/>
              </c:ext>
            </c:extLst>
          </c:dPt>
          <c:dPt>
            <c:idx val="3"/>
            <c:bubble3D val="0"/>
            <c:spPr>
              <a:solidFill>
                <a:schemeClr val="accent1">
                  <a:shade val="80000"/>
                </a:schemeClr>
              </a:solidFill>
              <a:ln w="19050">
                <a:solidFill>
                  <a:schemeClr val="lt1"/>
                </a:solidFill>
              </a:ln>
              <a:effectLst/>
            </c:spPr>
            <c:extLst>
              <c:ext xmlns:c16="http://schemas.microsoft.com/office/drawing/2014/chart" uri="{C3380CC4-5D6E-409C-BE32-E72D297353CC}">
                <c16:uniqueId val="{00000007-A9DA-4849-92D5-1627F1CEFA4E}"/>
              </c:ext>
            </c:extLst>
          </c:dPt>
          <c:dPt>
            <c:idx val="4"/>
            <c:bubble3D val="0"/>
            <c:spPr>
              <a:solidFill>
                <a:schemeClr val="accent1">
                  <a:shade val="93000"/>
                </a:schemeClr>
              </a:solidFill>
              <a:ln w="19050">
                <a:solidFill>
                  <a:schemeClr val="lt1"/>
                </a:solidFill>
              </a:ln>
              <a:effectLst/>
            </c:spPr>
            <c:extLst>
              <c:ext xmlns:c16="http://schemas.microsoft.com/office/drawing/2014/chart" uri="{C3380CC4-5D6E-409C-BE32-E72D297353CC}">
                <c16:uniqueId val="{00000009-A9DA-4849-92D5-1627F1CEFA4E}"/>
              </c:ext>
            </c:extLst>
          </c:dPt>
          <c:dPt>
            <c:idx val="5"/>
            <c:bubble3D val="0"/>
            <c:spPr>
              <a:solidFill>
                <a:schemeClr val="accent1">
                  <a:tint val="94000"/>
                </a:schemeClr>
              </a:solidFill>
              <a:ln w="19050">
                <a:solidFill>
                  <a:schemeClr val="lt1"/>
                </a:solidFill>
              </a:ln>
              <a:effectLst/>
            </c:spPr>
            <c:extLst>
              <c:ext xmlns:c16="http://schemas.microsoft.com/office/drawing/2014/chart" uri="{C3380CC4-5D6E-409C-BE32-E72D297353CC}">
                <c16:uniqueId val="{0000000B-A9DA-4849-92D5-1627F1CEFA4E}"/>
              </c:ext>
            </c:extLst>
          </c:dPt>
          <c:dPt>
            <c:idx val="6"/>
            <c:bubble3D val="0"/>
            <c:spPr>
              <a:solidFill>
                <a:schemeClr val="accent1">
                  <a:tint val="81000"/>
                </a:schemeClr>
              </a:solidFill>
              <a:ln w="19050">
                <a:solidFill>
                  <a:schemeClr val="lt1"/>
                </a:solidFill>
              </a:ln>
              <a:effectLst/>
            </c:spPr>
            <c:extLst>
              <c:ext xmlns:c16="http://schemas.microsoft.com/office/drawing/2014/chart" uri="{C3380CC4-5D6E-409C-BE32-E72D297353CC}">
                <c16:uniqueId val="{0000000D-A9DA-4849-92D5-1627F1CEFA4E}"/>
              </c:ext>
            </c:extLst>
          </c:dPt>
          <c:dPt>
            <c:idx val="7"/>
            <c:bubble3D val="0"/>
            <c:spPr>
              <a:solidFill>
                <a:schemeClr val="accent1">
                  <a:tint val="69000"/>
                </a:schemeClr>
              </a:solidFill>
              <a:ln w="19050">
                <a:solidFill>
                  <a:schemeClr val="lt1"/>
                </a:solidFill>
              </a:ln>
              <a:effectLst/>
            </c:spPr>
            <c:extLst>
              <c:ext xmlns:c16="http://schemas.microsoft.com/office/drawing/2014/chart" uri="{C3380CC4-5D6E-409C-BE32-E72D297353CC}">
                <c16:uniqueId val="{0000000F-A9DA-4849-92D5-1627F1CEFA4E}"/>
              </c:ext>
            </c:extLst>
          </c:dPt>
          <c:dPt>
            <c:idx val="8"/>
            <c:bubble3D val="0"/>
            <c:spPr>
              <a:solidFill>
                <a:schemeClr val="accent1">
                  <a:tint val="56000"/>
                </a:schemeClr>
              </a:solidFill>
              <a:ln w="19050">
                <a:solidFill>
                  <a:schemeClr val="lt1"/>
                </a:solidFill>
              </a:ln>
              <a:effectLst/>
            </c:spPr>
            <c:extLst>
              <c:ext xmlns:c16="http://schemas.microsoft.com/office/drawing/2014/chart" uri="{C3380CC4-5D6E-409C-BE32-E72D297353CC}">
                <c16:uniqueId val="{00000011-A9DA-4849-92D5-1627F1CEFA4E}"/>
              </c:ext>
            </c:extLst>
          </c:dPt>
          <c:dPt>
            <c:idx val="9"/>
            <c:bubble3D val="0"/>
            <c:spPr>
              <a:solidFill>
                <a:schemeClr val="accent1">
                  <a:tint val="43000"/>
                </a:schemeClr>
              </a:solidFill>
              <a:ln w="19050">
                <a:solidFill>
                  <a:schemeClr val="lt1"/>
                </a:solidFill>
              </a:ln>
              <a:effectLst/>
            </c:spPr>
            <c:extLst>
              <c:ext xmlns:c16="http://schemas.microsoft.com/office/drawing/2014/chart" uri="{C3380CC4-5D6E-409C-BE32-E72D297353CC}">
                <c16:uniqueId val="{00000013-A9DA-4849-92D5-1627F1CEFA4E}"/>
              </c:ext>
            </c:extLst>
          </c:dPt>
          <c:dLbls>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Sheet4!$A$4:$A$14</c:f>
              <c:strCache>
                <c:ptCount val="10"/>
                <c:pt idx="0">
                  <c:v>0-2</c:v>
                </c:pt>
                <c:pt idx="1">
                  <c:v>10-19</c:v>
                </c:pt>
                <c:pt idx="2">
                  <c:v>20-29</c:v>
                </c:pt>
                <c:pt idx="3">
                  <c:v>30-39</c:v>
                </c:pt>
                <c:pt idx="4">
                  <c:v>3-9</c:v>
                </c:pt>
                <c:pt idx="5">
                  <c:v>40-49</c:v>
                </c:pt>
                <c:pt idx="6">
                  <c:v>50-59</c:v>
                </c:pt>
                <c:pt idx="7">
                  <c:v>60-69</c:v>
                </c:pt>
                <c:pt idx="8">
                  <c:v>70+</c:v>
                </c:pt>
                <c:pt idx="9">
                  <c:v>(blank)</c:v>
                </c:pt>
              </c:strCache>
            </c:strRef>
          </c:cat>
          <c:val>
            <c:numRef>
              <c:f>Sheet4!$B$4:$B$14</c:f>
              <c:numCache>
                <c:formatCode>General</c:formatCode>
                <c:ptCount val="10"/>
                <c:pt idx="0">
                  <c:v>9</c:v>
                </c:pt>
                <c:pt idx="1">
                  <c:v>230</c:v>
                </c:pt>
                <c:pt idx="2">
                  <c:v>563</c:v>
                </c:pt>
                <c:pt idx="3">
                  <c:v>202</c:v>
                </c:pt>
                <c:pt idx="4">
                  <c:v>145</c:v>
                </c:pt>
                <c:pt idx="5">
                  <c:v>73</c:v>
                </c:pt>
                <c:pt idx="6">
                  <c:v>18</c:v>
                </c:pt>
                <c:pt idx="7">
                  <c:v>5</c:v>
                </c:pt>
                <c:pt idx="8">
                  <c:v>1</c:v>
                </c:pt>
              </c:numCache>
            </c:numRef>
          </c:val>
          <c:extLst>
            <c:ext xmlns:c16="http://schemas.microsoft.com/office/drawing/2014/chart" uri="{C3380CC4-5D6E-409C-BE32-E72D297353CC}">
              <c16:uniqueId val="{00000014-A9DA-4849-92D5-1627F1CEFA4E}"/>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7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[fairface_trndata_dlib.xlsx]Sheet7!PivotTable18</c:name>
    <c:fmtId val="7"/>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Sheet7!$B$3</c:f>
              <c:strCache>
                <c:ptCount val="1"/>
                <c:pt idx="0">
                  <c:v>Total</c:v>
                </c:pt>
              </c:strCache>
            </c:strRef>
          </c:tx>
          <c:spPr>
            <a:solidFill>
              <a:schemeClr val="accent1"/>
            </a:solidFill>
            <a:ln>
              <a:noFill/>
            </a:ln>
            <a:effectLst/>
          </c:spPr>
          <c:invertIfNegative val="0"/>
          <c:cat>
            <c:multiLvlStrRef>
              <c:f>Sheet7!$A$4:$A$14</c:f>
              <c:multiLvlStrCache>
                <c:ptCount val="8"/>
                <c:lvl>
                  <c:pt idx="0">
                    <c:v>Asian</c:v>
                  </c:pt>
                  <c:pt idx="1">
                    <c:v>Black</c:v>
                  </c:pt>
                  <c:pt idx="2">
                    <c:v>Indian</c:v>
                  </c:pt>
                  <c:pt idx="3">
                    <c:v>White</c:v>
                  </c:pt>
                  <c:pt idx="4">
                    <c:v>Asian</c:v>
                  </c:pt>
                  <c:pt idx="5">
                    <c:v>Black</c:v>
                  </c:pt>
                  <c:pt idx="6">
                    <c:v>Indian</c:v>
                  </c:pt>
                  <c:pt idx="7">
                    <c:v>White</c:v>
                  </c:pt>
                </c:lvl>
                <c:lvl>
                  <c:pt idx="0">
                    <c:v>Female</c:v>
                  </c:pt>
                  <c:pt idx="4">
                    <c:v>Male</c:v>
                  </c:pt>
                </c:lvl>
              </c:multiLvlStrCache>
            </c:multiLvlStrRef>
          </c:cat>
          <c:val>
            <c:numRef>
              <c:f>Sheet7!$B$4:$B$14</c:f>
              <c:numCache>
                <c:formatCode>General</c:formatCode>
                <c:ptCount val="8"/>
                <c:pt idx="0">
                  <c:v>12266</c:v>
                </c:pt>
                <c:pt idx="1">
                  <c:v>6263</c:v>
                </c:pt>
                <c:pt idx="2">
                  <c:v>7389</c:v>
                </c:pt>
                <c:pt idx="3">
                  <c:v>12331</c:v>
                </c:pt>
                <c:pt idx="4">
                  <c:v>13153</c:v>
                </c:pt>
                <c:pt idx="5">
                  <c:v>6177</c:v>
                </c:pt>
                <c:pt idx="6">
                  <c:v>9344</c:v>
                </c:pt>
                <c:pt idx="7">
                  <c:v>15546</c:v>
                </c:pt>
              </c:numCache>
            </c:numRef>
          </c:val>
          <c:extLst>
            <c:ext xmlns:c16="http://schemas.microsoft.com/office/drawing/2014/chart" uri="{C3380CC4-5D6E-409C-BE32-E72D297353CC}">
              <c16:uniqueId val="{00000000-248C-46F2-94B8-12357C73E440}"/>
            </c:ext>
          </c:extLst>
        </c:ser>
        <c:dLbls>
          <c:showLegendKey val="0"/>
          <c:showVal val="0"/>
          <c:showCatName val="0"/>
          <c:showSerName val="0"/>
          <c:showPercent val="0"/>
          <c:showBubbleSize val="0"/>
        </c:dLbls>
        <c:gapWidth val="219"/>
        <c:overlap val="-27"/>
        <c:axId val="1856877936"/>
        <c:axId val="1894317440"/>
      </c:barChart>
      <c:catAx>
        <c:axId val="185687793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894317440"/>
        <c:crosses val="autoZero"/>
        <c:auto val="1"/>
        <c:lblAlgn val="ctr"/>
        <c:lblOffset val="100"/>
        <c:noMultiLvlLbl val="0"/>
      </c:catAx>
      <c:valAx>
        <c:axId val="189431744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856877936"/>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7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[fairface_gen_ddgan_5k_dlib.xlsx]Sheet6!PivotTable5</c:name>
    <c:fmtId val="5"/>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Sheet6!$B$3</c:f>
              <c:strCache>
                <c:ptCount val="1"/>
                <c:pt idx="0">
                  <c:v>Total</c:v>
                </c:pt>
              </c:strCache>
            </c:strRef>
          </c:tx>
          <c:spPr>
            <a:solidFill>
              <a:schemeClr val="accent1"/>
            </a:solidFill>
            <a:ln>
              <a:noFill/>
            </a:ln>
            <a:effectLst/>
          </c:spPr>
          <c:invertIfNegative val="0"/>
          <c:cat>
            <c:multiLvlStrRef>
              <c:f>Sheet6!$A$4:$A$14</c:f>
              <c:multiLvlStrCache>
                <c:ptCount val="8"/>
                <c:lvl>
                  <c:pt idx="0">
                    <c:v>Asian</c:v>
                  </c:pt>
                  <c:pt idx="1">
                    <c:v>Black</c:v>
                  </c:pt>
                  <c:pt idx="2">
                    <c:v>Indian</c:v>
                  </c:pt>
                  <c:pt idx="3">
                    <c:v>White</c:v>
                  </c:pt>
                  <c:pt idx="4">
                    <c:v>Asian</c:v>
                  </c:pt>
                  <c:pt idx="5">
                    <c:v>Black</c:v>
                  </c:pt>
                  <c:pt idx="6">
                    <c:v>Indian</c:v>
                  </c:pt>
                  <c:pt idx="7">
                    <c:v>White</c:v>
                  </c:pt>
                </c:lvl>
                <c:lvl>
                  <c:pt idx="0">
                    <c:v>Female</c:v>
                  </c:pt>
                  <c:pt idx="4">
                    <c:v>Male</c:v>
                  </c:pt>
                </c:lvl>
              </c:multiLvlStrCache>
            </c:multiLvlStrRef>
          </c:cat>
          <c:val>
            <c:numRef>
              <c:f>Sheet6!$B$4:$B$14</c:f>
              <c:numCache>
                <c:formatCode>General</c:formatCode>
                <c:ptCount val="8"/>
                <c:pt idx="0">
                  <c:v>405</c:v>
                </c:pt>
                <c:pt idx="1">
                  <c:v>244</c:v>
                </c:pt>
                <c:pt idx="2">
                  <c:v>703</c:v>
                </c:pt>
                <c:pt idx="3">
                  <c:v>387</c:v>
                </c:pt>
                <c:pt idx="4">
                  <c:v>203</c:v>
                </c:pt>
                <c:pt idx="5">
                  <c:v>171</c:v>
                </c:pt>
                <c:pt idx="6">
                  <c:v>657</c:v>
                </c:pt>
                <c:pt idx="7">
                  <c:v>349</c:v>
                </c:pt>
              </c:numCache>
            </c:numRef>
          </c:val>
          <c:extLst>
            <c:ext xmlns:c16="http://schemas.microsoft.com/office/drawing/2014/chart" uri="{C3380CC4-5D6E-409C-BE32-E72D297353CC}">
              <c16:uniqueId val="{00000000-8E43-47AC-9D04-7EC37821DD62}"/>
            </c:ext>
          </c:extLst>
        </c:ser>
        <c:dLbls>
          <c:showLegendKey val="0"/>
          <c:showVal val="0"/>
          <c:showCatName val="0"/>
          <c:showSerName val="0"/>
          <c:showPercent val="0"/>
          <c:showBubbleSize val="0"/>
        </c:dLbls>
        <c:gapWidth val="219"/>
        <c:overlap val="-27"/>
        <c:axId val="1760969248"/>
        <c:axId val="1802069568"/>
      </c:barChart>
      <c:catAx>
        <c:axId val="176096924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802069568"/>
        <c:crosses val="autoZero"/>
        <c:auto val="1"/>
        <c:lblAlgn val="ctr"/>
        <c:lblOffset val="100"/>
        <c:noMultiLvlLbl val="0"/>
      </c:catAx>
      <c:valAx>
        <c:axId val="180206956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760969248"/>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7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[fairface_gen_ddpm_ema_dlib.xlsx]Sheet6!PivotTable5</c:name>
    <c:fmtId val="-1"/>
  </c:pivotSource>
  <c:chart>
    <c:autoTitleDeleted val="1"/>
    <c:pivotFmts>
      <c:pivotFmt>
        <c:idx val="0"/>
        <c:spPr>
          <a:solidFill>
            <a:schemeClr val="accent1"/>
          </a:solidFill>
          <a:ln>
            <a:noFill/>
          </a:ln>
          <a:effectLst/>
        </c:spPr>
        <c:marker>
          <c:symbol val="none"/>
        </c:marker>
      </c:pivotFmt>
      <c:pivotFmt>
        <c:idx val="1"/>
        <c:spPr>
          <a:solidFill>
            <a:schemeClr val="accent1"/>
          </a:solidFill>
          <a:ln>
            <a:noFill/>
          </a:ln>
          <a:effectLst/>
        </c:spPr>
        <c:marker>
          <c:symbol val="none"/>
        </c:marker>
      </c:pivotFmt>
      <c:pivotFmt>
        <c:idx val="2"/>
        <c:spPr>
          <a:solidFill>
            <a:schemeClr val="accent1"/>
          </a:solidFill>
          <a:ln>
            <a:noFill/>
          </a:ln>
          <a:effectLst/>
        </c:spPr>
        <c:marker>
          <c:symbol val="none"/>
        </c:marker>
      </c:pivotFmt>
    </c:pivotFmts>
    <c:plotArea>
      <c:layout/>
      <c:barChart>
        <c:barDir val="col"/>
        <c:grouping val="clustered"/>
        <c:varyColors val="0"/>
        <c:ser>
          <c:idx val="0"/>
          <c:order val="0"/>
          <c:tx>
            <c:strRef>
              <c:f>Sheet6!$B$3</c:f>
              <c:strCache>
                <c:ptCount val="1"/>
                <c:pt idx="0">
                  <c:v>Total</c:v>
                </c:pt>
              </c:strCache>
            </c:strRef>
          </c:tx>
          <c:spPr>
            <a:solidFill>
              <a:schemeClr val="accent1"/>
            </a:solidFill>
            <a:ln>
              <a:noFill/>
            </a:ln>
            <a:effectLst/>
          </c:spPr>
          <c:invertIfNegative val="0"/>
          <c:cat>
            <c:multiLvlStrRef>
              <c:f>Sheet6!$A$4:$A$14</c:f>
              <c:multiLvlStrCache>
                <c:ptCount val="8"/>
                <c:lvl>
                  <c:pt idx="0">
                    <c:v>Asian</c:v>
                  </c:pt>
                  <c:pt idx="1">
                    <c:v>Black</c:v>
                  </c:pt>
                  <c:pt idx="2">
                    <c:v>Indian</c:v>
                  </c:pt>
                  <c:pt idx="3">
                    <c:v>White</c:v>
                  </c:pt>
                  <c:pt idx="4">
                    <c:v>Asian</c:v>
                  </c:pt>
                  <c:pt idx="5">
                    <c:v>Black</c:v>
                  </c:pt>
                  <c:pt idx="6">
                    <c:v>Indian</c:v>
                  </c:pt>
                  <c:pt idx="7">
                    <c:v>White</c:v>
                  </c:pt>
                </c:lvl>
                <c:lvl>
                  <c:pt idx="0">
                    <c:v>Female</c:v>
                  </c:pt>
                  <c:pt idx="4">
                    <c:v>Male</c:v>
                  </c:pt>
                </c:lvl>
              </c:multiLvlStrCache>
            </c:multiLvlStrRef>
          </c:cat>
          <c:val>
            <c:numRef>
              <c:f>Sheet6!$B$4:$B$14</c:f>
              <c:numCache>
                <c:formatCode>General</c:formatCode>
                <c:ptCount val="8"/>
                <c:pt idx="0">
                  <c:v>246</c:v>
                </c:pt>
                <c:pt idx="1">
                  <c:v>60</c:v>
                </c:pt>
                <c:pt idx="2">
                  <c:v>58</c:v>
                </c:pt>
                <c:pt idx="3">
                  <c:v>363</c:v>
                </c:pt>
                <c:pt idx="4">
                  <c:v>169</c:v>
                </c:pt>
                <c:pt idx="5">
                  <c:v>32</c:v>
                </c:pt>
                <c:pt idx="6">
                  <c:v>49</c:v>
                </c:pt>
                <c:pt idx="7">
                  <c:v>269</c:v>
                </c:pt>
              </c:numCache>
            </c:numRef>
          </c:val>
          <c:extLst>
            <c:ext xmlns:c16="http://schemas.microsoft.com/office/drawing/2014/chart" uri="{C3380CC4-5D6E-409C-BE32-E72D297353CC}">
              <c16:uniqueId val="{00000000-4E78-44B7-A2D8-65866475CC45}"/>
            </c:ext>
          </c:extLst>
        </c:ser>
        <c:dLbls>
          <c:showLegendKey val="0"/>
          <c:showVal val="0"/>
          <c:showCatName val="0"/>
          <c:showSerName val="0"/>
          <c:showPercent val="0"/>
          <c:showBubbleSize val="0"/>
        </c:dLbls>
        <c:gapWidth val="219"/>
        <c:overlap val="-27"/>
        <c:axId val="159561664"/>
        <c:axId val="159563328"/>
      </c:barChart>
      <c:catAx>
        <c:axId val="15956166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59563328"/>
        <c:crosses val="autoZero"/>
        <c:auto val="1"/>
        <c:lblAlgn val="ctr"/>
        <c:lblOffset val="100"/>
        <c:noMultiLvlLbl val="0"/>
      </c:catAx>
      <c:valAx>
        <c:axId val="15956332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59561664"/>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7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[fairface_trndata_dlib.xlsx]Sheet6!PivotTable17</c:name>
    <c:fmtId val="15"/>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Sheet6!$B$3</c:f>
              <c:strCache>
                <c:ptCount val="1"/>
                <c:pt idx="0">
                  <c:v>Total</c:v>
                </c:pt>
              </c:strCache>
            </c:strRef>
          </c:tx>
          <c:spPr>
            <a:solidFill>
              <a:schemeClr val="accent6">
                <a:lumMod val="75000"/>
              </a:schemeClr>
            </a:solidFill>
            <a:ln>
              <a:noFill/>
            </a:ln>
            <a:effectLst/>
          </c:spPr>
          <c:invertIfNegative val="0"/>
          <c:cat>
            <c:multiLvlStrRef>
              <c:f>Sheet6!$A$4:$A$16</c:f>
              <c:multiLvlStrCache>
                <c:ptCount val="8"/>
                <c:lvl>
                  <c:pt idx="0">
                    <c:v>Female</c:v>
                  </c:pt>
                  <c:pt idx="1">
                    <c:v>Male</c:v>
                  </c:pt>
                  <c:pt idx="2">
                    <c:v>Female</c:v>
                  </c:pt>
                  <c:pt idx="3">
                    <c:v>Male</c:v>
                  </c:pt>
                  <c:pt idx="4">
                    <c:v>Female</c:v>
                  </c:pt>
                  <c:pt idx="5">
                    <c:v>Male</c:v>
                  </c:pt>
                  <c:pt idx="6">
                    <c:v>Female</c:v>
                  </c:pt>
                  <c:pt idx="7">
                    <c:v>Male</c:v>
                  </c:pt>
                </c:lvl>
                <c:lvl>
                  <c:pt idx="0">
                    <c:v>Asian</c:v>
                  </c:pt>
                  <c:pt idx="2">
                    <c:v>Black</c:v>
                  </c:pt>
                  <c:pt idx="4">
                    <c:v>Indian</c:v>
                  </c:pt>
                  <c:pt idx="6">
                    <c:v>White</c:v>
                  </c:pt>
                </c:lvl>
              </c:multiLvlStrCache>
            </c:multiLvlStrRef>
          </c:cat>
          <c:val>
            <c:numRef>
              <c:f>Sheet6!$B$4:$B$16</c:f>
              <c:numCache>
                <c:formatCode>General</c:formatCode>
                <c:ptCount val="8"/>
                <c:pt idx="0">
                  <c:v>12266</c:v>
                </c:pt>
                <c:pt idx="1">
                  <c:v>13153</c:v>
                </c:pt>
                <c:pt idx="2">
                  <c:v>6263</c:v>
                </c:pt>
                <c:pt idx="3">
                  <c:v>6177</c:v>
                </c:pt>
                <c:pt idx="4">
                  <c:v>7389</c:v>
                </c:pt>
                <c:pt idx="5">
                  <c:v>9344</c:v>
                </c:pt>
                <c:pt idx="6">
                  <c:v>12331</c:v>
                </c:pt>
                <c:pt idx="7">
                  <c:v>15546</c:v>
                </c:pt>
              </c:numCache>
            </c:numRef>
          </c:val>
          <c:extLst>
            <c:ext xmlns:c16="http://schemas.microsoft.com/office/drawing/2014/chart" uri="{C3380CC4-5D6E-409C-BE32-E72D297353CC}">
              <c16:uniqueId val="{00000000-5BBE-407D-A506-7C662E3114EC}"/>
            </c:ext>
          </c:extLst>
        </c:ser>
        <c:dLbls>
          <c:showLegendKey val="0"/>
          <c:showVal val="0"/>
          <c:showCatName val="0"/>
          <c:showSerName val="0"/>
          <c:showPercent val="0"/>
          <c:showBubbleSize val="0"/>
        </c:dLbls>
        <c:gapWidth val="219"/>
        <c:overlap val="-27"/>
        <c:axId val="1856876016"/>
        <c:axId val="1855444640"/>
      </c:barChart>
      <c:catAx>
        <c:axId val="185687601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855444640"/>
        <c:crosses val="autoZero"/>
        <c:auto val="1"/>
        <c:lblAlgn val="ctr"/>
        <c:lblOffset val="100"/>
        <c:noMultiLvlLbl val="0"/>
      </c:catAx>
      <c:valAx>
        <c:axId val="185544464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856876016"/>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7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[fairface_gen_ddgan_5k_dlib.xlsx]Sheet5!PivotTable4</c:name>
    <c:fmtId val="7"/>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Sheet5!$B$3</c:f>
              <c:strCache>
                <c:ptCount val="1"/>
                <c:pt idx="0">
                  <c:v>Total</c:v>
                </c:pt>
              </c:strCache>
            </c:strRef>
          </c:tx>
          <c:spPr>
            <a:solidFill>
              <a:schemeClr val="accent6">
                <a:lumMod val="75000"/>
              </a:schemeClr>
            </a:solidFill>
            <a:ln>
              <a:noFill/>
            </a:ln>
            <a:effectLst/>
          </c:spPr>
          <c:invertIfNegative val="0"/>
          <c:cat>
            <c:multiLvlStrRef>
              <c:f>Sheet5!$A$4:$A$16</c:f>
              <c:multiLvlStrCache>
                <c:ptCount val="8"/>
                <c:lvl>
                  <c:pt idx="0">
                    <c:v>Female</c:v>
                  </c:pt>
                  <c:pt idx="1">
                    <c:v>Male</c:v>
                  </c:pt>
                  <c:pt idx="2">
                    <c:v>Female</c:v>
                  </c:pt>
                  <c:pt idx="3">
                    <c:v>Male</c:v>
                  </c:pt>
                  <c:pt idx="4">
                    <c:v>Female</c:v>
                  </c:pt>
                  <c:pt idx="5">
                    <c:v>Male</c:v>
                  </c:pt>
                  <c:pt idx="6">
                    <c:v>Female</c:v>
                  </c:pt>
                  <c:pt idx="7">
                    <c:v>Male</c:v>
                  </c:pt>
                </c:lvl>
                <c:lvl>
                  <c:pt idx="0">
                    <c:v>Asian</c:v>
                  </c:pt>
                  <c:pt idx="2">
                    <c:v>Black</c:v>
                  </c:pt>
                  <c:pt idx="4">
                    <c:v>Indian</c:v>
                  </c:pt>
                  <c:pt idx="6">
                    <c:v>White</c:v>
                  </c:pt>
                </c:lvl>
              </c:multiLvlStrCache>
            </c:multiLvlStrRef>
          </c:cat>
          <c:val>
            <c:numRef>
              <c:f>Sheet5!$B$4:$B$16</c:f>
              <c:numCache>
                <c:formatCode>General</c:formatCode>
                <c:ptCount val="8"/>
                <c:pt idx="0">
                  <c:v>405</c:v>
                </c:pt>
                <c:pt idx="1">
                  <c:v>203</c:v>
                </c:pt>
                <c:pt idx="2">
                  <c:v>244</c:v>
                </c:pt>
                <c:pt idx="3">
                  <c:v>171</c:v>
                </c:pt>
                <c:pt idx="4">
                  <c:v>703</c:v>
                </c:pt>
                <c:pt idx="5">
                  <c:v>657</c:v>
                </c:pt>
                <c:pt idx="6">
                  <c:v>387</c:v>
                </c:pt>
                <c:pt idx="7">
                  <c:v>349</c:v>
                </c:pt>
              </c:numCache>
            </c:numRef>
          </c:val>
          <c:extLst>
            <c:ext xmlns:c16="http://schemas.microsoft.com/office/drawing/2014/chart" uri="{C3380CC4-5D6E-409C-BE32-E72D297353CC}">
              <c16:uniqueId val="{00000000-F275-4C0C-BDC7-D66671DB747E}"/>
            </c:ext>
          </c:extLst>
        </c:ser>
        <c:dLbls>
          <c:showLegendKey val="0"/>
          <c:showVal val="0"/>
          <c:showCatName val="0"/>
          <c:showSerName val="0"/>
          <c:showPercent val="0"/>
          <c:showBubbleSize val="0"/>
        </c:dLbls>
        <c:gapWidth val="219"/>
        <c:overlap val="-27"/>
        <c:axId val="1565326960"/>
        <c:axId val="1660870192"/>
      </c:barChart>
      <c:catAx>
        <c:axId val="156532696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660870192"/>
        <c:crosses val="autoZero"/>
        <c:auto val="1"/>
        <c:lblAlgn val="ctr"/>
        <c:lblOffset val="100"/>
        <c:noMultiLvlLbl val="0"/>
      </c:catAx>
      <c:valAx>
        <c:axId val="166087019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565326960"/>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7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[fairface_gen_ddpm_ema_dlib.xlsx]Sheet5!PivotTable4</c:name>
    <c:fmtId val="-1"/>
  </c:pivotSource>
  <c:chart>
    <c:autoTitleDeleted val="1"/>
    <c:pivotFmts>
      <c:pivotFmt>
        <c:idx val="0"/>
        <c:spPr>
          <a:solidFill>
            <a:schemeClr val="accent1"/>
          </a:solidFill>
          <a:ln>
            <a:noFill/>
          </a:ln>
          <a:effectLst/>
        </c:spPr>
        <c:marker>
          <c:symbol val="none"/>
        </c:marker>
      </c:pivotFmt>
      <c:pivotFmt>
        <c:idx val="1"/>
        <c:spPr>
          <a:solidFill>
            <a:schemeClr val="accent1"/>
          </a:solidFill>
          <a:ln>
            <a:noFill/>
          </a:ln>
          <a:effectLst/>
        </c:spPr>
        <c:marker>
          <c:symbol val="none"/>
        </c:marker>
      </c:pivotFmt>
      <c:pivotFmt>
        <c:idx val="2"/>
        <c:spPr>
          <a:solidFill>
            <a:schemeClr val="accent1"/>
          </a:solidFill>
          <a:ln>
            <a:noFill/>
          </a:ln>
          <a:effectLst/>
        </c:spPr>
        <c:marker>
          <c:symbol val="none"/>
        </c:marker>
      </c:pivotFmt>
    </c:pivotFmts>
    <c:plotArea>
      <c:layout/>
      <c:barChart>
        <c:barDir val="col"/>
        <c:grouping val="clustered"/>
        <c:varyColors val="0"/>
        <c:ser>
          <c:idx val="0"/>
          <c:order val="0"/>
          <c:tx>
            <c:strRef>
              <c:f>Sheet5!$B$3</c:f>
              <c:strCache>
                <c:ptCount val="1"/>
                <c:pt idx="0">
                  <c:v>Total</c:v>
                </c:pt>
              </c:strCache>
            </c:strRef>
          </c:tx>
          <c:spPr>
            <a:solidFill>
              <a:schemeClr val="accent6">
                <a:lumMod val="75000"/>
              </a:schemeClr>
            </a:solidFill>
            <a:ln>
              <a:noFill/>
            </a:ln>
            <a:effectLst/>
          </c:spPr>
          <c:invertIfNegative val="0"/>
          <c:cat>
            <c:multiLvlStrRef>
              <c:f>Sheet5!$A$4:$A$16</c:f>
              <c:multiLvlStrCache>
                <c:ptCount val="8"/>
                <c:lvl>
                  <c:pt idx="0">
                    <c:v>Female</c:v>
                  </c:pt>
                  <c:pt idx="1">
                    <c:v>Male</c:v>
                  </c:pt>
                  <c:pt idx="2">
                    <c:v>Female</c:v>
                  </c:pt>
                  <c:pt idx="3">
                    <c:v>Male</c:v>
                  </c:pt>
                  <c:pt idx="4">
                    <c:v>Female</c:v>
                  </c:pt>
                  <c:pt idx="5">
                    <c:v>Male</c:v>
                  </c:pt>
                  <c:pt idx="6">
                    <c:v>Female</c:v>
                  </c:pt>
                  <c:pt idx="7">
                    <c:v>Male</c:v>
                  </c:pt>
                </c:lvl>
                <c:lvl>
                  <c:pt idx="0">
                    <c:v>Asian</c:v>
                  </c:pt>
                  <c:pt idx="2">
                    <c:v>Black</c:v>
                  </c:pt>
                  <c:pt idx="4">
                    <c:v>Indian</c:v>
                  </c:pt>
                  <c:pt idx="6">
                    <c:v>White</c:v>
                  </c:pt>
                </c:lvl>
              </c:multiLvlStrCache>
            </c:multiLvlStrRef>
          </c:cat>
          <c:val>
            <c:numRef>
              <c:f>Sheet5!$B$4:$B$16</c:f>
              <c:numCache>
                <c:formatCode>General</c:formatCode>
                <c:ptCount val="8"/>
                <c:pt idx="0">
                  <c:v>246</c:v>
                </c:pt>
                <c:pt idx="1">
                  <c:v>169</c:v>
                </c:pt>
                <c:pt idx="2">
                  <c:v>60</c:v>
                </c:pt>
                <c:pt idx="3">
                  <c:v>32</c:v>
                </c:pt>
                <c:pt idx="4">
                  <c:v>58</c:v>
                </c:pt>
                <c:pt idx="5">
                  <c:v>49</c:v>
                </c:pt>
                <c:pt idx="6">
                  <c:v>363</c:v>
                </c:pt>
                <c:pt idx="7">
                  <c:v>269</c:v>
                </c:pt>
              </c:numCache>
            </c:numRef>
          </c:val>
          <c:extLst>
            <c:ext xmlns:c16="http://schemas.microsoft.com/office/drawing/2014/chart" uri="{C3380CC4-5D6E-409C-BE32-E72D297353CC}">
              <c16:uniqueId val="{00000000-3B44-4798-9C01-106625E2FA20}"/>
            </c:ext>
          </c:extLst>
        </c:ser>
        <c:dLbls>
          <c:showLegendKey val="0"/>
          <c:showVal val="0"/>
          <c:showCatName val="0"/>
          <c:showSerName val="0"/>
          <c:showPercent val="0"/>
          <c:showBubbleSize val="0"/>
        </c:dLbls>
        <c:gapWidth val="219"/>
        <c:overlap val="-27"/>
        <c:axId val="87567920"/>
        <c:axId val="87577072"/>
      </c:barChart>
      <c:catAx>
        <c:axId val="875679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7577072"/>
        <c:crosses val="autoZero"/>
        <c:auto val="1"/>
        <c:lblAlgn val="ctr"/>
        <c:lblOffset val="100"/>
        <c:noMultiLvlLbl val="0"/>
      </c:catAx>
      <c:valAx>
        <c:axId val="8757707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7567920"/>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7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pieChart>
        <c:varyColors val="1"/>
        <c:ser>
          <c:idx val="0"/>
          <c:order val="0"/>
          <c:tx>
            <c:strRef>
              <c:f>Sheet2!$E$3</c:f>
              <c:strCache>
                <c:ptCount val="1"/>
                <c:pt idx="0">
                  <c:v>Race4</c:v>
                </c:pt>
              </c:strCache>
            </c:strRef>
          </c:tx>
          <c:dPt>
            <c:idx val="0"/>
            <c:bubble3D val="0"/>
            <c:spPr>
              <a:solidFill>
                <a:schemeClr val="accent1">
                  <a:shade val="58000"/>
                </a:schemeClr>
              </a:solidFill>
              <a:ln w="19050">
                <a:solidFill>
                  <a:schemeClr val="lt1"/>
                </a:solidFill>
              </a:ln>
              <a:effectLst/>
            </c:spPr>
            <c:extLst>
              <c:ext xmlns:c16="http://schemas.microsoft.com/office/drawing/2014/chart" uri="{C3380CC4-5D6E-409C-BE32-E72D297353CC}">
                <c16:uniqueId val="{00000001-BD94-404F-AF54-5AC669F84D93}"/>
              </c:ext>
            </c:extLst>
          </c:dPt>
          <c:dPt>
            <c:idx val="1"/>
            <c:bubble3D val="0"/>
            <c:spPr>
              <a:solidFill>
                <a:schemeClr val="accent1">
                  <a:shade val="86000"/>
                </a:schemeClr>
              </a:solidFill>
              <a:ln w="19050">
                <a:solidFill>
                  <a:schemeClr val="lt1"/>
                </a:solidFill>
              </a:ln>
              <a:effectLst/>
            </c:spPr>
            <c:extLst>
              <c:ext xmlns:c16="http://schemas.microsoft.com/office/drawing/2014/chart" uri="{C3380CC4-5D6E-409C-BE32-E72D297353CC}">
                <c16:uniqueId val="{00000003-BD94-404F-AF54-5AC669F84D93}"/>
              </c:ext>
            </c:extLst>
          </c:dPt>
          <c:dPt>
            <c:idx val="2"/>
            <c:bubble3D val="0"/>
            <c:spPr>
              <a:solidFill>
                <a:schemeClr val="accent1">
                  <a:tint val="86000"/>
                </a:schemeClr>
              </a:solidFill>
              <a:ln w="19050">
                <a:solidFill>
                  <a:schemeClr val="lt1"/>
                </a:solidFill>
              </a:ln>
              <a:effectLst/>
            </c:spPr>
            <c:extLst>
              <c:ext xmlns:c16="http://schemas.microsoft.com/office/drawing/2014/chart" uri="{C3380CC4-5D6E-409C-BE32-E72D297353CC}">
                <c16:uniqueId val="{00000005-BD94-404F-AF54-5AC669F84D93}"/>
              </c:ext>
            </c:extLst>
          </c:dPt>
          <c:dPt>
            <c:idx val="3"/>
            <c:bubble3D val="0"/>
            <c:spPr>
              <a:solidFill>
                <a:schemeClr val="accent1">
                  <a:tint val="58000"/>
                </a:schemeClr>
              </a:solidFill>
              <a:ln w="19050">
                <a:solidFill>
                  <a:schemeClr val="lt1"/>
                </a:solidFill>
              </a:ln>
              <a:effectLst/>
            </c:spPr>
            <c:extLst>
              <c:ext xmlns:c16="http://schemas.microsoft.com/office/drawing/2014/chart" uri="{C3380CC4-5D6E-409C-BE32-E72D297353CC}">
                <c16:uniqueId val="{00000007-BD94-404F-AF54-5AC669F84D93}"/>
              </c:ext>
            </c:extLst>
          </c:dPt>
          <c:dLbls>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Sheet2!$D$4:$D$7</c:f>
              <c:strCache>
                <c:ptCount val="4"/>
                <c:pt idx="0">
                  <c:v>Asian</c:v>
                </c:pt>
                <c:pt idx="1">
                  <c:v>Black</c:v>
                </c:pt>
                <c:pt idx="2">
                  <c:v>Indian</c:v>
                </c:pt>
                <c:pt idx="3">
                  <c:v>White</c:v>
                </c:pt>
              </c:strCache>
            </c:strRef>
          </c:cat>
          <c:val>
            <c:numRef>
              <c:f>Sheet2!$E$4:$E$7</c:f>
              <c:numCache>
                <c:formatCode>General</c:formatCode>
                <c:ptCount val="4"/>
                <c:pt idx="0">
                  <c:v>12000</c:v>
                </c:pt>
                <c:pt idx="1">
                  <c:v>11997</c:v>
                </c:pt>
                <c:pt idx="2">
                  <c:v>12000</c:v>
                </c:pt>
                <c:pt idx="3">
                  <c:v>12000</c:v>
                </c:pt>
              </c:numCache>
            </c:numRef>
          </c:val>
          <c:extLst>
            <c:ext xmlns:c16="http://schemas.microsoft.com/office/drawing/2014/chart" uri="{C3380CC4-5D6E-409C-BE32-E72D297353CC}">
              <c16:uniqueId val="{00000008-BD94-404F-AF54-5AC669F84D93}"/>
            </c:ext>
          </c:extLst>
        </c:ser>
        <c:dLbls>
          <c:showLegendKey val="0"/>
          <c:showVal val="0"/>
          <c:showCatName val="0"/>
          <c:showSerName val="0"/>
          <c:showPercent val="0"/>
          <c:showBubbleSize val="0"/>
          <c:showLeaderLines val="0"/>
        </c:dLbls>
        <c:firstSliceAng val="0"/>
      </c:pieChart>
      <c:spPr>
        <a:noFill/>
        <a:ln>
          <a:noFill/>
        </a:ln>
        <a:effectLst/>
      </c:spPr>
    </c:plotArea>
    <c:legend>
      <c:legendPos val="r"/>
      <c:layout>
        <c:manualLayout>
          <c:xMode val="edge"/>
          <c:yMode val="edge"/>
          <c:x val="9.1067366579177626E-3"/>
          <c:y val="1.3644648585593444E-3"/>
          <c:w val="0.1075599300087489"/>
          <c:h val="0.31250218722659667"/>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7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pieChart>
        <c:varyColors val="1"/>
        <c:ser>
          <c:idx val="0"/>
          <c:order val="0"/>
          <c:tx>
            <c:strRef>
              <c:f>Sheet3!$E$3</c:f>
              <c:strCache>
                <c:ptCount val="1"/>
                <c:pt idx="0">
                  <c:v>Race4</c:v>
                </c:pt>
              </c:strCache>
            </c:strRef>
          </c:tx>
          <c:dPt>
            <c:idx val="0"/>
            <c:bubble3D val="0"/>
            <c:spPr>
              <a:solidFill>
                <a:schemeClr val="accent1">
                  <a:shade val="58000"/>
                </a:schemeClr>
              </a:solidFill>
              <a:ln w="19050">
                <a:solidFill>
                  <a:schemeClr val="lt1"/>
                </a:solidFill>
              </a:ln>
              <a:effectLst/>
            </c:spPr>
            <c:extLst>
              <c:ext xmlns:c16="http://schemas.microsoft.com/office/drawing/2014/chart" uri="{C3380CC4-5D6E-409C-BE32-E72D297353CC}">
                <c16:uniqueId val="{00000001-ACA3-4311-B676-941D56FDCA69}"/>
              </c:ext>
            </c:extLst>
          </c:dPt>
          <c:dPt>
            <c:idx val="1"/>
            <c:bubble3D val="0"/>
            <c:spPr>
              <a:solidFill>
                <a:schemeClr val="accent1">
                  <a:shade val="86000"/>
                </a:schemeClr>
              </a:solidFill>
              <a:ln w="19050">
                <a:solidFill>
                  <a:schemeClr val="lt1"/>
                </a:solidFill>
              </a:ln>
              <a:effectLst/>
            </c:spPr>
            <c:extLst>
              <c:ext xmlns:c16="http://schemas.microsoft.com/office/drawing/2014/chart" uri="{C3380CC4-5D6E-409C-BE32-E72D297353CC}">
                <c16:uniqueId val="{00000003-ACA3-4311-B676-941D56FDCA69}"/>
              </c:ext>
            </c:extLst>
          </c:dPt>
          <c:dPt>
            <c:idx val="2"/>
            <c:bubble3D val="0"/>
            <c:spPr>
              <a:solidFill>
                <a:schemeClr val="accent1">
                  <a:tint val="86000"/>
                </a:schemeClr>
              </a:solidFill>
              <a:ln w="19050">
                <a:solidFill>
                  <a:schemeClr val="lt1"/>
                </a:solidFill>
              </a:ln>
              <a:effectLst/>
            </c:spPr>
            <c:extLst>
              <c:ext xmlns:c16="http://schemas.microsoft.com/office/drawing/2014/chart" uri="{C3380CC4-5D6E-409C-BE32-E72D297353CC}">
                <c16:uniqueId val="{00000005-ACA3-4311-B676-941D56FDCA69}"/>
              </c:ext>
            </c:extLst>
          </c:dPt>
          <c:dPt>
            <c:idx val="3"/>
            <c:bubble3D val="0"/>
            <c:spPr>
              <a:solidFill>
                <a:schemeClr val="accent1">
                  <a:tint val="58000"/>
                </a:schemeClr>
              </a:solidFill>
              <a:ln w="19050">
                <a:solidFill>
                  <a:schemeClr val="lt1"/>
                </a:solidFill>
              </a:ln>
              <a:effectLst/>
            </c:spPr>
            <c:extLst>
              <c:ext xmlns:c16="http://schemas.microsoft.com/office/drawing/2014/chart" uri="{C3380CC4-5D6E-409C-BE32-E72D297353CC}">
                <c16:uniqueId val="{00000007-ACA3-4311-B676-941D56FDCA69}"/>
              </c:ext>
            </c:extLst>
          </c:dPt>
          <c:dLbls>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Sheet3!$D$4:$D$7</c:f>
              <c:strCache>
                <c:ptCount val="4"/>
                <c:pt idx="0">
                  <c:v>Asian</c:v>
                </c:pt>
                <c:pt idx="1">
                  <c:v>Black</c:v>
                </c:pt>
                <c:pt idx="2">
                  <c:v>Indian</c:v>
                </c:pt>
                <c:pt idx="3">
                  <c:v>White</c:v>
                </c:pt>
              </c:strCache>
            </c:strRef>
          </c:cat>
          <c:val>
            <c:numRef>
              <c:f>Sheet3!$E$4:$E$7</c:f>
              <c:numCache>
                <c:formatCode>General</c:formatCode>
                <c:ptCount val="4"/>
                <c:pt idx="0">
                  <c:v>706</c:v>
                </c:pt>
                <c:pt idx="1">
                  <c:v>554</c:v>
                </c:pt>
                <c:pt idx="2">
                  <c:v>1003</c:v>
                </c:pt>
                <c:pt idx="3">
                  <c:v>634</c:v>
                </c:pt>
              </c:numCache>
            </c:numRef>
          </c:val>
          <c:extLst>
            <c:ext xmlns:c16="http://schemas.microsoft.com/office/drawing/2014/chart" uri="{C3380CC4-5D6E-409C-BE32-E72D297353CC}">
              <c16:uniqueId val="{00000008-ACA3-4311-B676-941D56FDCA69}"/>
            </c:ext>
          </c:extLst>
        </c:ser>
        <c:dLbls>
          <c:showLegendKey val="0"/>
          <c:showVal val="0"/>
          <c:showCatName val="0"/>
          <c:showSerName val="0"/>
          <c:showPercent val="0"/>
          <c:showBubbleSize val="0"/>
          <c:showLeaderLines val="0"/>
        </c:dLbls>
        <c:firstSliceAng val="0"/>
      </c:pie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7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pieChart>
        <c:varyColors val="1"/>
        <c:ser>
          <c:idx val="0"/>
          <c:order val="0"/>
          <c:tx>
            <c:strRef>
              <c:f>Sheet3!$E$3</c:f>
              <c:strCache>
                <c:ptCount val="1"/>
                <c:pt idx="0">
                  <c:v>Race4</c:v>
                </c:pt>
              </c:strCache>
            </c:strRef>
          </c:tx>
          <c:dPt>
            <c:idx val="0"/>
            <c:bubble3D val="0"/>
            <c:spPr>
              <a:solidFill>
                <a:schemeClr val="accent1">
                  <a:shade val="58000"/>
                </a:schemeClr>
              </a:solidFill>
              <a:ln w="19050">
                <a:solidFill>
                  <a:schemeClr val="lt1"/>
                </a:solidFill>
              </a:ln>
              <a:effectLst/>
            </c:spPr>
            <c:extLst>
              <c:ext xmlns:c16="http://schemas.microsoft.com/office/drawing/2014/chart" uri="{C3380CC4-5D6E-409C-BE32-E72D297353CC}">
                <c16:uniqueId val="{00000001-ACEB-4E3B-A4E1-E721F3E317B1}"/>
              </c:ext>
            </c:extLst>
          </c:dPt>
          <c:dPt>
            <c:idx val="1"/>
            <c:bubble3D val="0"/>
            <c:spPr>
              <a:solidFill>
                <a:schemeClr val="accent1">
                  <a:shade val="86000"/>
                </a:schemeClr>
              </a:solidFill>
              <a:ln w="19050">
                <a:solidFill>
                  <a:schemeClr val="lt1"/>
                </a:solidFill>
              </a:ln>
              <a:effectLst/>
            </c:spPr>
            <c:extLst>
              <c:ext xmlns:c16="http://schemas.microsoft.com/office/drawing/2014/chart" uri="{C3380CC4-5D6E-409C-BE32-E72D297353CC}">
                <c16:uniqueId val="{00000003-ACEB-4E3B-A4E1-E721F3E317B1}"/>
              </c:ext>
            </c:extLst>
          </c:dPt>
          <c:dPt>
            <c:idx val="2"/>
            <c:bubble3D val="0"/>
            <c:spPr>
              <a:solidFill>
                <a:schemeClr val="accent1">
                  <a:tint val="86000"/>
                </a:schemeClr>
              </a:solidFill>
              <a:ln w="19050">
                <a:solidFill>
                  <a:schemeClr val="lt1"/>
                </a:solidFill>
              </a:ln>
              <a:effectLst/>
            </c:spPr>
            <c:extLst>
              <c:ext xmlns:c16="http://schemas.microsoft.com/office/drawing/2014/chart" uri="{C3380CC4-5D6E-409C-BE32-E72D297353CC}">
                <c16:uniqueId val="{00000005-ACEB-4E3B-A4E1-E721F3E317B1}"/>
              </c:ext>
            </c:extLst>
          </c:dPt>
          <c:dPt>
            <c:idx val="3"/>
            <c:bubble3D val="0"/>
            <c:spPr>
              <a:solidFill>
                <a:schemeClr val="accent1">
                  <a:tint val="58000"/>
                </a:schemeClr>
              </a:solidFill>
              <a:ln w="19050">
                <a:solidFill>
                  <a:schemeClr val="lt1"/>
                </a:solidFill>
              </a:ln>
              <a:effectLst/>
            </c:spPr>
            <c:extLst>
              <c:ext xmlns:c16="http://schemas.microsoft.com/office/drawing/2014/chart" uri="{C3380CC4-5D6E-409C-BE32-E72D297353CC}">
                <c16:uniqueId val="{00000007-ACEB-4E3B-A4E1-E721F3E317B1}"/>
              </c:ext>
            </c:extLst>
          </c:dPt>
          <c:dLbls>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Sheet3!$D$4:$D$7</c:f>
              <c:strCache>
                <c:ptCount val="4"/>
                <c:pt idx="0">
                  <c:v>Asian</c:v>
                </c:pt>
                <c:pt idx="1">
                  <c:v>Black</c:v>
                </c:pt>
                <c:pt idx="2">
                  <c:v>Indian</c:v>
                </c:pt>
                <c:pt idx="3">
                  <c:v>White</c:v>
                </c:pt>
              </c:strCache>
            </c:strRef>
          </c:cat>
          <c:val>
            <c:numRef>
              <c:f>Sheet3!$E$4:$E$7</c:f>
              <c:numCache>
                <c:formatCode>General</c:formatCode>
                <c:ptCount val="4"/>
                <c:pt idx="0">
                  <c:v>466</c:v>
                </c:pt>
                <c:pt idx="1">
                  <c:v>246</c:v>
                </c:pt>
                <c:pt idx="2">
                  <c:v>286</c:v>
                </c:pt>
                <c:pt idx="3">
                  <c:v>1099</c:v>
                </c:pt>
              </c:numCache>
            </c:numRef>
          </c:val>
          <c:extLst>
            <c:ext xmlns:c16="http://schemas.microsoft.com/office/drawing/2014/chart" uri="{C3380CC4-5D6E-409C-BE32-E72D297353CC}">
              <c16:uniqueId val="{00000008-ACEB-4E3B-A4E1-E721F3E317B1}"/>
            </c:ext>
          </c:extLst>
        </c:ser>
        <c:dLbls>
          <c:showLegendKey val="0"/>
          <c:showVal val="0"/>
          <c:showCatName val="0"/>
          <c:showSerName val="0"/>
          <c:showPercent val="0"/>
          <c:showBubbleSize val="0"/>
          <c:showLeaderLines val="0"/>
        </c:dLbls>
        <c:firstSliceAng val="0"/>
      </c:pie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7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pivotSource>
    <c:name>[fairface_bal_gen_ddpm_ema_dlib.xlsx]Sheet2!PivotTable4</c:name>
    <c:fmtId val="6"/>
  </c:pivotSource>
  <c:chart>
    <c:autoTitleDeleted val="1"/>
    <c:pivotFmts>
      <c:pivotFmt>
        <c:idx val="0"/>
        <c:spPr>
          <a:solidFill>
            <a:schemeClr val="accent1"/>
          </a:solidFill>
          <a:ln w="19050">
            <a:solidFill>
              <a:schemeClr val="lt1"/>
            </a:solidFill>
          </a:ln>
          <a:effectLst/>
        </c:spPr>
        <c:marker>
          <c:symbol val="none"/>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1"/>
        <c:spPr>
          <a:solidFill>
            <a:schemeClr val="accent1"/>
          </a:solidFill>
          <a:ln w="19050">
            <a:solidFill>
              <a:schemeClr val="lt1"/>
            </a:solidFill>
          </a:ln>
          <a:effectLst/>
        </c:spPr>
        <c:marker>
          <c:symbol val="none"/>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2"/>
        <c:spPr>
          <a:solidFill>
            <a:schemeClr val="accent1">
              <a:shade val="58000"/>
            </a:schemeClr>
          </a:solidFill>
          <a:ln w="19050">
            <a:solidFill>
              <a:schemeClr val="lt1"/>
            </a:solidFill>
          </a:ln>
          <a:effectLst/>
        </c:spPr>
      </c:pivotFmt>
      <c:pivotFmt>
        <c:idx val="3"/>
        <c:spPr>
          <a:solidFill>
            <a:schemeClr val="accent1">
              <a:shade val="86000"/>
            </a:schemeClr>
          </a:solidFill>
          <a:ln w="19050">
            <a:solidFill>
              <a:schemeClr val="lt1"/>
            </a:solidFill>
          </a:ln>
          <a:effectLst/>
        </c:spPr>
      </c:pivotFmt>
      <c:pivotFmt>
        <c:idx val="4"/>
        <c:spPr>
          <a:solidFill>
            <a:schemeClr val="accent1">
              <a:tint val="86000"/>
            </a:schemeClr>
          </a:solidFill>
          <a:ln w="19050">
            <a:solidFill>
              <a:schemeClr val="lt1"/>
            </a:solidFill>
          </a:ln>
          <a:effectLst/>
        </c:spPr>
      </c:pivotFmt>
      <c:pivotFmt>
        <c:idx val="5"/>
        <c:spPr>
          <a:solidFill>
            <a:schemeClr val="accent1">
              <a:tint val="58000"/>
            </a:schemeClr>
          </a:solidFill>
          <a:ln w="19050">
            <a:solidFill>
              <a:schemeClr val="lt1"/>
            </a:solidFill>
          </a:ln>
          <a:effectLst/>
        </c:spPr>
      </c:pivotFmt>
      <c:pivotFmt>
        <c:idx val="6"/>
        <c:spPr>
          <a:solidFill>
            <a:schemeClr val="accent1"/>
          </a:solidFill>
          <a:ln w="19050">
            <a:solidFill>
              <a:schemeClr val="lt1"/>
            </a:solidFill>
          </a:ln>
          <a:effectLst/>
        </c:spPr>
        <c:marker>
          <c:symbol val="none"/>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7"/>
        <c:spPr>
          <a:solidFill>
            <a:schemeClr val="accent1">
              <a:shade val="58000"/>
            </a:schemeClr>
          </a:solidFill>
          <a:ln w="19050">
            <a:solidFill>
              <a:schemeClr val="lt1"/>
            </a:solidFill>
          </a:ln>
          <a:effectLst/>
        </c:spPr>
      </c:pivotFmt>
      <c:pivotFmt>
        <c:idx val="8"/>
        <c:spPr>
          <a:solidFill>
            <a:schemeClr val="accent1">
              <a:shade val="86000"/>
            </a:schemeClr>
          </a:solidFill>
          <a:ln w="19050">
            <a:solidFill>
              <a:schemeClr val="lt1"/>
            </a:solidFill>
          </a:ln>
          <a:effectLst/>
        </c:spPr>
      </c:pivotFmt>
      <c:pivotFmt>
        <c:idx val="9"/>
        <c:spPr>
          <a:solidFill>
            <a:schemeClr val="accent1">
              <a:tint val="86000"/>
            </a:schemeClr>
          </a:solidFill>
          <a:ln w="19050">
            <a:solidFill>
              <a:schemeClr val="lt1"/>
            </a:solidFill>
          </a:ln>
          <a:effectLst/>
        </c:spPr>
      </c:pivotFmt>
      <c:pivotFmt>
        <c:idx val="10"/>
        <c:spPr>
          <a:solidFill>
            <a:schemeClr val="accent1">
              <a:tint val="58000"/>
            </a:schemeClr>
          </a:solidFill>
          <a:ln w="19050">
            <a:solidFill>
              <a:schemeClr val="lt1"/>
            </a:solidFill>
          </a:ln>
          <a:effectLst/>
        </c:spPr>
      </c:pivotFmt>
    </c:pivotFmts>
    <c:plotArea>
      <c:layout/>
      <c:pieChart>
        <c:varyColors val="1"/>
        <c:ser>
          <c:idx val="0"/>
          <c:order val="0"/>
          <c:tx>
            <c:strRef>
              <c:f>Sheet2!$B$3</c:f>
              <c:strCache>
                <c:ptCount val="1"/>
                <c:pt idx="0">
                  <c:v>Total</c:v>
                </c:pt>
              </c:strCache>
            </c:strRef>
          </c:tx>
          <c:dPt>
            <c:idx val="0"/>
            <c:bubble3D val="0"/>
            <c:spPr>
              <a:solidFill>
                <a:schemeClr val="accent1">
                  <a:shade val="58000"/>
                </a:schemeClr>
              </a:solidFill>
              <a:ln w="19050">
                <a:solidFill>
                  <a:schemeClr val="lt1"/>
                </a:solidFill>
              </a:ln>
              <a:effectLst/>
            </c:spPr>
            <c:extLst>
              <c:ext xmlns:c16="http://schemas.microsoft.com/office/drawing/2014/chart" uri="{C3380CC4-5D6E-409C-BE32-E72D297353CC}">
                <c16:uniqueId val="{00000001-11E2-4003-8328-D6D3E3823DF7}"/>
              </c:ext>
            </c:extLst>
          </c:dPt>
          <c:dPt>
            <c:idx val="1"/>
            <c:bubble3D val="0"/>
            <c:spPr>
              <a:solidFill>
                <a:schemeClr val="accent1">
                  <a:shade val="86000"/>
                </a:schemeClr>
              </a:solidFill>
              <a:ln w="19050">
                <a:solidFill>
                  <a:schemeClr val="lt1"/>
                </a:solidFill>
              </a:ln>
              <a:effectLst/>
            </c:spPr>
            <c:extLst>
              <c:ext xmlns:c16="http://schemas.microsoft.com/office/drawing/2014/chart" uri="{C3380CC4-5D6E-409C-BE32-E72D297353CC}">
                <c16:uniqueId val="{00000003-11E2-4003-8328-D6D3E3823DF7}"/>
              </c:ext>
            </c:extLst>
          </c:dPt>
          <c:dPt>
            <c:idx val="2"/>
            <c:bubble3D val="0"/>
            <c:spPr>
              <a:solidFill>
                <a:schemeClr val="accent1">
                  <a:tint val="86000"/>
                </a:schemeClr>
              </a:solidFill>
              <a:ln w="19050">
                <a:solidFill>
                  <a:schemeClr val="lt1"/>
                </a:solidFill>
              </a:ln>
              <a:effectLst/>
            </c:spPr>
            <c:extLst>
              <c:ext xmlns:c16="http://schemas.microsoft.com/office/drawing/2014/chart" uri="{C3380CC4-5D6E-409C-BE32-E72D297353CC}">
                <c16:uniqueId val="{00000005-11E2-4003-8328-D6D3E3823DF7}"/>
              </c:ext>
            </c:extLst>
          </c:dPt>
          <c:dPt>
            <c:idx val="3"/>
            <c:bubble3D val="0"/>
            <c:spPr>
              <a:solidFill>
                <a:schemeClr val="accent1">
                  <a:tint val="58000"/>
                </a:schemeClr>
              </a:solidFill>
              <a:ln w="19050">
                <a:solidFill>
                  <a:schemeClr val="lt1"/>
                </a:solidFill>
              </a:ln>
              <a:effectLst/>
            </c:spPr>
            <c:extLst>
              <c:ext xmlns:c16="http://schemas.microsoft.com/office/drawing/2014/chart" uri="{C3380CC4-5D6E-409C-BE32-E72D297353CC}">
                <c16:uniqueId val="{00000007-11E2-4003-8328-D6D3E3823DF7}"/>
              </c:ext>
            </c:extLst>
          </c:dPt>
          <c:dLbls>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Sheet2!$A$4:$A$8</c:f>
              <c:strCache>
                <c:ptCount val="4"/>
                <c:pt idx="0">
                  <c:v>Asian</c:v>
                </c:pt>
                <c:pt idx="1">
                  <c:v>Black</c:v>
                </c:pt>
                <c:pt idx="2">
                  <c:v>Indian</c:v>
                </c:pt>
                <c:pt idx="3">
                  <c:v>White</c:v>
                </c:pt>
              </c:strCache>
            </c:strRef>
          </c:cat>
          <c:val>
            <c:numRef>
              <c:f>Sheet2!$B$4:$B$8</c:f>
              <c:numCache>
                <c:formatCode>General</c:formatCode>
                <c:ptCount val="4"/>
                <c:pt idx="0">
                  <c:v>418</c:v>
                </c:pt>
                <c:pt idx="1">
                  <c:v>238</c:v>
                </c:pt>
                <c:pt idx="2">
                  <c:v>250</c:v>
                </c:pt>
                <c:pt idx="3">
                  <c:v>649</c:v>
                </c:pt>
              </c:numCache>
            </c:numRef>
          </c:val>
          <c:extLst>
            <c:ext xmlns:c16="http://schemas.microsoft.com/office/drawing/2014/chart" uri="{C3380CC4-5D6E-409C-BE32-E72D297353CC}">
              <c16:uniqueId val="{00000008-11E2-4003-8328-D6D3E3823DF7}"/>
            </c:ext>
          </c:extLst>
        </c:ser>
        <c:dLbls>
          <c:showLegendKey val="0"/>
          <c:showVal val="0"/>
          <c:showCatName val="0"/>
          <c:showSerName val="0"/>
          <c:showPercent val="0"/>
          <c:showBubbleSize val="0"/>
          <c:showLeaderLines val="0"/>
        </c:dLbls>
        <c:firstSliceAng val="0"/>
      </c:pie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8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pieChart>
        <c:varyColors val="1"/>
        <c:ser>
          <c:idx val="0"/>
          <c:order val="0"/>
          <c:tx>
            <c:strRef>
              <c:f>Sheet3!$E$3</c:f>
              <c:strCache>
                <c:ptCount val="1"/>
                <c:pt idx="0">
                  <c:v>Gender</c:v>
                </c:pt>
              </c:strCache>
            </c:strRef>
          </c:tx>
          <c:dPt>
            <c:idx val="0"/>
            <c:bubble3D val="0"/>
            <c:spPr>
              <a:solidFill>
                <a:schemeClr val="accent1">
                  <a:shade val="76000"/>
                </a:schemeClr>
              </a:solidFill>
              <a:ln w="19050">
                <a:solidFill>
                  <a:schemeClr val="lt1"/>
                </a:solidFill>
              </a:ln>
              <a:effectLst/>
            </c:spPr>
            <c:extLst>
              <c:ext xmlns:c16="http://schemas.microsoft.com/office/drawing/2014/chart" uri="{C3380CC4-5D6E-409C-BE32-E72D297353CC}">
                <c16:uniqueId val="{00000001-0956-48CA-90D7-44F6D36C194C}"/>
              </c:ext>
            </c:extLst>
          </c:dPt>
          <c:dPt>
            <c:idx val="1"/>
            <c:bubble3D val="0"/>
            <c:spPr>
              <a:solidFill>
                <a:schemeClr val="accent1">
                  <a:tint val="77000"/>
                </a:schemeClr>
              </a:solidFill>
              <a:ln w="19050">
                <a:solidFill>
                  <a:schemeClr val="lt1"/>
                </a:solidFill>
              </a:ln>
              <a:effectLst/>
            </c:spPr>
            <c:extLst>
              <c:ext xmlns:c16="http://schemas.microsoft.com/office/drawing/2014/chart" uri="{C3380CC4-5D6E-409C-BE32-E72D297353CC}">
                <c16:uniqueId val="{00000003-0956-48CA-90D7-44F6D36C194C}"/>
              </c:ext>
            </c:extLst>
          </c:dPt>
          <c:dLbls>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Sheet3!$D$4:$D$5</c:f>
              <c:strCache>
                <c:ptCount val="2"/>
                <c:pt idx="0">
                  <c:v>Female</c:v>
                </c:pt>
                <c:pt idx="1">
                  <c:v>Male</c:v>
                </c:pt>
              </c:strCache>
            </c:strRef>
          </c:cat>
          <c:val>
            <c:numRef>
              <c:f>Sheet3!$E$4:$E$5</c:f>
              <c:numCache>
                <c:formatCode>General</c:formatCode>
                <c:ptCount val="2"/>
                <c:pt idx="0">
                  <c:v>23999</c:v>
                </c:pt>
                <c:pt idx="1">
                  <c:v>23998</c:v>
                </c:pt>
              </c:numCache>
            </c:numRef>
          </c:val>
          <c:extLst>
            <c:ext xmlns:c16="http://schemas.microsoft.com/office/drawing/2014/chart" uri="{C3380CC4-5D6E-409C-BE32-E72D297353CC}">
              <c16:uniqueId val="{00000004-0956-48CA-90D7-44F6D36C194C}"/>
            </c:ext>
          </c:extLst>
        </c:ser>
        <c:dLbls>
          <c:showLegendKey val="0"/>
          <c:showVal val="0"/>
          <c:showCatName val="0"/>
          <c:showSerName val="0"/>
          <c:showPercent val="0"/>
          <c:showBubbleSize val="0"/>
          <c:showLeaderLines val="0"/>
        </c:dLbls>
        <c:firstSliceAng val="0"/>
      </c:pieChart>
      <c:spPr>
        <a:noFill/>
        <a:ln>
          <a:noFill/>
        </a:ln>
        <a:effectLst/>
      </c:spPr>
    </c:plotArea>
    <c:legend>
      <c:legendPos val="r"/>
      <c:layout>
        <c:manualLayout>
          <c:xMode val="edge"/>
          <c:yMode val="edge"/>
          <c:x val="9.5927384076989908E-3"/>
          <c:y val="1.4467045785943447E-2"/>
          <c:w val="0.11818503937007874"/>
          <c:h val="0.15625109361329834"/>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8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pieChart>
        <c:varyColors val="1"/>
        <c:ser>
          <c:idx val="0"/>
          <c:order val="0"/>
          <c:tx>
            <c:strRef>
              <c:f>Sheet4!$E$3</c:f>
              <c:strCache>
                <c:ptCount val="1"/>
                <c:pt idx="0">
                  <c:v>Gender</c:v>
                </c:pt>
              </c:strCache>
            </c:strRef>
          </c:tx>
          <c:dPt>
            <c:idx val="0"/>
            <c:bubble3D val="0"/>
            <c:spPr>
              <a:solidFill>
                <a:schemeClr val="accent1">
                  <a:shade val="76000"/>
                </a:schemeClr>
              </a:solidFill>
              <a:ln w="19050">
                <a:solidFill>
                  <a:schemeClr val="lt1"/>
                </a:solidFill>
              </a:ln>
              <a:effectLst/>
            </c:spPr>
            <c:extLst>
              <c:ext xmlns:c16="http://schemas.microsoft.com/office/drawing/2014/chart" uri="{C3380CC4-5D6E-409C-BE32-E72D297353CC}">
                <c16:uniqueId val="{00000001-D4B5-4B19-A80B-48D1C0A807F4}"/>
              </c:ext>
            </c:extLst>
          </c:dPt>
          <c:dPt>
            <c:idx val="1"/>
            <c:bubble3D val="0"/>
            <c:spPr>
              <a:solidFill>
                <a:schemeClr val="accent1">
                  <a:tint val="77000"/>
                </a:schemeClr>
              </a:solidFill>
              <a:ln w="19050">
                <a:solidFill>
                  <a:schemeClr val="lt1"/>
                </a:solidFill>
              </a:ln>
              <a:effectLst/>
            </c:spPr>
            <c:extLst>
              <c:ext xmlns:c16="http://schemas.microsoft.com/office/drawing/2014/chart" uri="{C3380CC4-5D6E-409C-BE32-E72D297353CC}">
                <c16:uniqueId val="{00000003-D4B5-4B19-A80B-48D1C0A807F4}"/>
              </c:ext>
            </c:extLst>
          </c:dPt>
          <c:dLbls>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Sheet4!$D$4:$D$5</c:f>
              <c:strCache>
                <c:ptCount val="2"/>
                <c:pt idx="0">
                  <c:v>Female</c:v>
                </c:pt>
                <c:pt idx="1">
                  <c:v>Male</c:v>
                </c:pt>
              </c:strCache>
            </c:strRef>
          </c:cat>
          <c:val>
            <c:numRef>
              <c:f>Sheet4!$E$4:$E$5</c:f>
              <c:numCache>
                <c:formatCode>General</c:formatCode>
                <c:ptCount val="2"/>
                <c:pt idx="0">
                  <c:v>1658</c:v>
                </c:pt>
                <c:pt idx="1">
                  <c:v>1239</c:v>
                </c:pt>
              </c:numCache>
            </c:numRef>
          </c:val>
          <c:extLst>
            <c:ext xmlns:c16="http://schemas.microsoft.com/office/drawing/2014/chart" uri="{C3380CC4-5D6E-409C-BE32-E72D297353CC}">
              <c16:uniqueId val="{00000004-D4B5-4B19-A80B-48D1C0A807F4}"/>
            </c:ext>
          </c:extLst>
        </c:ser>
        <c:dLbls>
          <c:showLegendKey val="0"/>
          <c:showVal val="0"/>
          <c:showCatName val="0"/>
          <c:showSerName val="0"/>
          <c:showPercent val="0"/>
          <c:showBubbleSize val="0"/>
          <c:showLeaderLines val="0"/>
        </c:dLbls>
        <c:firstSliceAng val="0"/>
      </c:pie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8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pieChart>
        <c:varyColors val="1"/>
        <c:ser>
          <c:idx val="0"/>
          <c:order val="0"/>
          <c:tx>
            <c:strRef>
              <c:f>Sheet4!$E$3</c:f>
              <c:strCache>
                <c:ptCount val="1"/>
                <c:pt idx="0">
                  <c:v>Gender</c:v>
                </c:pt>
              </c:strCache>
            </c:strRef>
          </c:tx>
          <c:dPt>
            <c:idx val="0"/>
            <c:bubble3D val="0"/>
            <c:spPr>
              <a:solidFill>
                <a:schemeClr val="accent1">
                  <a:shade val="76000"/>
                </a:schemeClr>
              </a:solidFill>
              <a:ln w="19050">
                <a:solidFill>
                  <a:schemeClr val="lt1"/>
                </a:solidFill>
              </a:ln>
              <a:effectLst/>
            </c:spPr>
            <c:extLst>
              <c:ext xmlns:c16="http://schemas.microsoft.com/office/drawing/2014/chart" uri="{C3380CC4-5D6E-409C-BE32-E72D297353CC}">
                <c16:uniqueId val="{00000001-8E5F-41A7-9139-CE7233C7C8B8}"/>
              </c:ext>
            </c:extLst>
          </c:dPt>
          <c:dPt>
            <c:idx val="1"/>
            <c:bubble3D val="0"/>
            <c:spPr>
              <a:solidFill>
                <a:schemeClr val="accent1">
                  <a:tint val="77000"/>
                </a:schemeClr>
              </a:solidFill>
              <a:ln w="19050">
                <a:solidFill>
                  <a:schemeClr val="lt1"/>
                </a:solidFill>
              </a:ln>
              <a:effectLst/>
            </c:spPr>
            <c:extLst>
              <c:ext xmlns:c16="http://schemas.microsoft.com/office/drawing/2014/chart" uri="{C3380CC4-5D6E-409C-BE32-E72D297353CC}">
                <c16:uniqueId val="{00000003-8E5F-41A7-9139-CE7233C7C8B8}"/>
              </c:ext>
            </c:extLst>
          </c:dPt>
          <c:dLbls>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Sheet4!$D$4:$D$5</c:f>
              <c:strCache>
                <c:ptCount val="2"/>
                <c:pt idx="0">
                  <c:v>Female</c:v>
                </c:pt>
                <c:pt idx="1">
                  <c:v>Male</c:v>
                </c:pt>
              </c:strCache>
            </c:strRef>
          </c:cat>
          <c:val>
            <c:numRef>
              <c:f>Sheet4!$E$4:$E$5</c:f>
              <c:numCache>
                <c:formatCode>General</c:formatCode>
                <c:ptCount val="2"/>
                <c:pt idx="0">
                  <c:v>1101</c:v>
                </c:pt>
                <c:pt idx="1">
                  <c:v>996</c:v>
                </c:pt>
              </c:numCache>
            </c:numRef>
          </c:val>
          <c:extLst>
            <c:ext xmlns:c16="http://schemas.microsoft.com/office/drawing/2014/chart" uri="{C3380CC4-5D6E-409C-BE32-E72D297353CC}">
              <c16:uniqueId val="{00000004-8E5F-41A7-9139-CE7233C7C8B8}"/>
            </c:ext>
          </c:extLst>
        </c:ser>
        <c:dLbls>
          <c:showLegendKey val="0"/>
          <c:showVal val="0"/>
          <c:showCatName val="0"/>
          <c:showSerName val="0"/>
          <c:showPercent val="0"/>
          <c:showBubbleSize val="0"/>
          <c:showLeaderLines val="0"/>
        </c:dLbls>
        <c:firstSliceAng val="0"/>
      </c:pie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8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pivotSource>
    <c:name>[fairface_bal_gen_ddpm_ema_dlib.xlsx]Sheet3!PivotTable5</c:name>
    <c:fmtId val="4"/>
  </c:pivotSource>
  <c:chart>
    <c:autoTitleDeleted val="1"/>
    <c:pivotFmts>
      <c:pivotFmt>
        <c:idx val="0"/>
        <c:spPr>
          <a:solidFill>
            <a:schemeClr val="accent1"/>
          </a:solidFill>
          <a:ln w="19050">
            <a:solidFill>
              <a:schemeClr val="lt1"/>
            </a:solidFill>
          </a:ln>
          <a:effectLst/>
        </c:spPr>
        <c:marker>
          <c:symbol val="none"/>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1"/>
        <c:spPr>
          <a:solidFill>
            <a:schemeClr val="accent1"/>
          </a:solidFill>
          <a:ln w="19050">
            <a:solidFill>
              <a:schemeClr val="lt1"/>
            </a:solidFill>
          </a:ln>
          <a:effectLst/>
        </c:spPr>
        <c:marker>
          <c:symbol val="none"/>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2"/>
        <c:spPr>
          <a:solidFill>
            <a:schemeClr val="accent1">
              <a:shade val="76000"/>
            </a:schemeClr>
          </a:solidFill>
          <a:ln w="19050">
            <a:solidFill>
              <a:schemeClr val="lt1"/>
            </a:solidFill>
          </a:ln>
          <a:effectLst/>
        </c:spPr>
      </c:pivotFmt>
      <c:pivotFmt>
        <c:idx val="3"/>
        <c:spPr>
          <a:solidFill>
            <a:schemeClr val="accent1">
              <a:tint val="77000"/>
            </a:schemeClr>
          </a:solidFill>
          <a:ln w="19050">
            <a:solidFill>
              <a:schemeClr val="lt1"/>
            </a:solidFill>
          </a:ln>
          <a:effectLst/>
        </c:spPr>
      </c:pivotFmt>
      <c:pivotFmt>
        <c:idx val="4"/>
        <c:spPr>
          <a:solidFill>
            <a:schemeClr val="accent1"/>
          </a:solidFill>
          <a:ln w="19050">
            <a:solidFill>
              <a:schemeClr val="lt1"/>
            </a:solidFill>
          </a:ln>
          <a:effectLst/>
        </c:spPr>
        <c:marker>
          <c:symbol val="none"/>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5"/>
        <c:spPr>
          <a:solidFill>
            <a:schemeClr val="accent1">
              <a:shade val="76000"/>
            </a:schemeClr>
          </a:solidFill>
          <a:ln w="19050">
            <a:solidFill>
              <a:schemeClr val="lt1"/>
            </a:solidFill>
          </a:ln>
          <a:effectLst/>
        </c:spPr>
      </c:pivotFmt>
      <c:pivotFmt>
        <c:idx val="6"/>
        <c:spPr>
          <a:solidFill>
            <a:schemeClr val="accent1">
              <a:tint val="77000"/>
            </a:schemeClr>
          </a:solidFill>
          <a:ln w="19050">
            <a:solidFill>
              <a:schemeClr val="lt1"/>
            </a:solidFill>
          </a:ln>
          <a:effectLst/>
        </c:spPr>
      </c:pivotFmt>
    </c:pivotFmts>
    <c:plotArea>
      <c:layout/>
      <c:pieChart>
        <c:varyColors val="1"/>
        <c:ser>
          <c:idx val="0"/>
          <c:order val="0"/>
          <c:tx>
            <c:strRef>
              <c:f>Sheet3!$B$3</c:f>
              <c:strCache>
                <c:ptCount val="1"/>
                <c:pt idx="0">
                  <c:v>Total</c:v>
                </c:pt>
              </c:strCache>
            </c:strRef>
          </c:tx>
          <c:dPt>
            <c:idx val="0"/>
            <c:bubble3D val="0"/>
            <c:spPr>
              <a:solidFill>
                <a:schemeClr val="accent1">
                  <a:shade val="76000"/>
                </a:schemeClr>
              </a:solidFill>
              <a:ln w="19050">
                <a:solidFill>
                  <a:schemeClr val="lt1"/>
                </a:solidFill>
              </a:ln>
              <a:effectLst/>
            </c:spPr>
            <c:extLst>
              <c:ext xmlns:c16="http://schemas.microsoft.com/office/drawing/2014/chart" uri="{C3380CC4-5D6E-409C-BE32-E72D297353CC}">
                <c16:uniqueId val="{00000001-F148-431F-B71E-269807FEDFF0}"/>
              </c:ext>
            </c:extLst>
          </c:dPt>
          <c:dPt>
            <c:idx val="1"/>
            <c:bubble3D val="0"/>
            <c:spPr>
              <a:solidFill>
                <a:schemeClr val="accent1">
                  <a:tint val="77000"/>
                </a:schemeClr>
              </a:solidFill>
              <a:ln w="19050">
                <a:solidFill>
                  <a:schemeClr val="lt1"/>
                </a:solidFill>
              </a:ln>
              <a:effectLst/>
            </c:spPr>
            <c:extLst>
              <c:ext xmlns:c16="http://schemas.microsoft.com/office/drawing/2014/chart" uri="{C3380CC4-5D6E-409C-BE32-E72D297353CC}">
                <c16:uniqueId val="{00000003-F148-431F-B71E-269807FEDFF0}"/>
              </c:ext>
            </c:extLst>
          </c:dPt>
          <c:dLbls>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Sheet3!$A$4:$A$6</c:f>
              <c:strCache>
                <c:ptCount val="2"/>
                <c:pt idx="0">
                  <c:v>Female</c:v>
                </c:pt>
                <c:pt idx="1">
                  <c:v>Male</c:v>
                </c:pt>
              </c:strCache>
            </c:strRef>
          </c:cat>
          <c:val>
            <c:numRef>
              <c:f>Sheet3!$B$4:$B$6</c:f>
              <c:numCache>
                <c:formatCode>General</c:formatCode>
                <c:ptCount val="2"/>
                <c:pt idx="0">
                  <c:v>889</c:v>
                </c:pt>
                <c:pt idx="1">
                  <c:v>666</c:v>
                </c:pt>
              </c:numCache>
            </c:numRef>
          </c:val>
          <c:extLst>
            <c:ext xmlns:c16="http://schemas.microsoft.com/office/drawing/2014/chart" uri="{C3380CC4-5D6E-409C-BE32-E72D297353CC}">
              <c16:uniqueId val="{00000004-F148-431F-B71E-269807FEDFF0}"/>
            </c:ext>
          </c:extLst>
        </c:ser>
        <c:dLbls>
          <c:showLegendKey val="0"/>
          <c:showVal val="0"/>
          <c:showCatName val="0"/>
          <c:showSerName val="0"/>
          <c:showPercent val="0"/>
          <c:showBubbleSize val="0"/>
          <c:showLeaderLines val="0"/>
        </c:dLbls>
        <c:firstSliceAng val="0"/>
      </c:pie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8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pieChart>
        <c:varyColors val="1"/>
        <c:ser>
          <c:idx val="0"/>
          <c:order val="0"/>
          <c:tx>
            <c:strRef>
              <c:f>[fairface_trndata_dlib_balanced.xlsx]Sheet4!$E$3</c:f>
              <c:strCache>
                <c:ptCount val="1"/>
                <c:pt idx="0">
                  <c:v>Age</c:v>
                </c:pt>
              </c:strCache>
            </c:strRef>
          </c:tx>
          <c:dPt>
            <c:idx val="0"/>
            <c:bubble3D val="0"/>
            <c:spPr>
              <a:solidFill>
                <a:schemeClr val="accent1">
                  <a:shade val="44000"/>
                </a:schemeClr>
              </a:solidFill>
              <a:ln w="19050">
                <a:solidFill>
                  <a:schemeClr val="lt1"/>
                </a:solidFill>
              </a:ln>
              <a:effectLst/>
            </c:spPr>
            <c:extLst>
              <c:ext xmlns:c16="http://schemas.microsoft.com/office/drawing/2014/chart" uri="{C3380CC4-5D6E-409C-BE32-E72D297353CC}">
                <c16:uniqueId val="{00000001-DD81-47BA-9CFC-64E030C99F4A}"/>
              </c:ext>
            </c:extLst>
          </c:dPt>
          <c:dPt>
            <c:idx val="1"/>
            <c:bubble3D val="0"/>
            <c:spPr>
              <a:solidFill>
                <a:schemeClr val="accent1">
                  <a:shade val="58000"/>
                </a:schemeClr>
              </a:solidFill>
              <a:ln w="19050">
                <a:solidFill>
                  <a:schemeClr val="lt1"/>
                </a:solidFill>
              </a:ln>
              <a:effectLst/>
            </c:spPr>
            <c:extLst>
              <c:ext xmlns:c16="http://schemas.microsoft.com/office/drawing/2014/chart" uri="{C3380CC4-5D6E-409C-BE32-E72D297353CC}">
                <c16:uniqueId val="{00000003-DD81-47BA-9CFC-64E030C99F4A}"/>
              </c:ext>
            </c:extLst>
          </c:dPt>
          <c:dPt>
            <c:idx val="2"/>
            <c:bubble3D val="0"/>
            <c:spPr>
              <a:solidFill>
                <a:schemeClr val="accent1">
                  <a:shade val="72000"/>
                </a:schemeClr>
              </a:solidFill>
              <a:ln w="19050">
                <a:solidFill>
                  <a:schemeClr val="lt1"/>
                </a:solidFill>
              </a:ln>
              <a:effectLst/>
            </c:spPr>
            <c:extLst>
              <c:ext xmlns:c16="http://schemas.microsoft.com/office/drawing/2014/chart" uri="{C3380CC4-5D6E-409C-BE32-E72D297353CC}">
                <c16:uniqueId val="{00000005-DD81-47BA-9CFC-64E030C99F4A}"/>
              </c:ext>
            </c:extLst>
          </c:dPt>
          <c:dPt>
            <c:idx val="3"/>
            <c:bubble3D val="0"/>
            <c:spPr>
              <a:solidFill>
                <a:schemeClr val="accent1">
                  <a:shade val="86000"/>
                </a:schemeClr>
              </a:solidFill>
              <a:ln w="19050">
                <a:solidFill>
                  <a:schemeClr val="lt1"/>
                </a:solidFill>
              </a:ln>
              <a:effectLst/>
            </c:spPr>
            <c:extLst>
              <c:ext xmlns:c16="http://schemas.microsoft.com/office/drawing/2014/chart" uri="{C3380CC4-5D6E-409C-BE32-E72D297353CC}">
                <c16:uniqueId val="{00000007-DD81-47BA-9CFC-64E030C99F4A}"/>
              </c:ext>
            </c:extLst>
          </c:dPt>
          <c:dPt>
            <c:idx val="4"/>
            <c:bubble3D val="0"/>
            <c:spPr>
              <a:solidFill>
                <a:schemeClr val="accent1"/>
              </a:solidFill>
              <a:ln w="19050">
                <a:solidFill>
                  <a:schemeClr val="lt1"/>
                </a:solidFill>
              </a:ln>
              <a:effectLst/>
            </c:spPr>
            <c:extLst>
              <c:ext xmlns:c16="http://schemas.microsoft.com/office/drawing/2014/chart" uri="{C3380CC4-5D6E-409C-BE32-E72D297353CC}">
                <c16:uniqueId val="{00000009-DD81-47BA-9CFC-64E030C99F4A}"/>
              </c:ext>
            </c:extLst>
          </c:dPt>
          <c:dPt>
            <c:idx val="5"/>
            <c:bubble3D val="0"/>
            <c:spPr>
              <a:solidFill>
                <a:schemeClr val="accent1">
                  <a:tint val="86000"/>
                </a:schemeClr>
              </a:solidFill>
              <a:ln w="19050">
                <a:solidFill>
                  <a:schemeClr val="lt1"/>
                </a:solidFill>
              </a:ln>
              <a:effectLst/>
            </c:spPr>
            <c:extLst>
              <c:ext xmlns:c16="http://schemas.microsoft.com/office/drawing/2014/chart" uri="{C3380CC4-5D6E-409C-BE32-E72D297353CC}">
                <c16:uniqueId val="{0000000B-DD81-47BA-9CFC-64E030C99F4A}"/>
              </c:ext>
            </c:extLst>
          </c:dPt>
          <c:dPt>
            <c:idx val="6"/>
            <c:bubble3D val="0"/>
            <c:spPr>
              <a:solidFill>
                <a:schemeClr val="accent1">
                  <a:tint val="72000"/>
                </a:schemeClr>
              </a:solidFill>
              <a:ln w="19050">
                <a:solidFill>
                  <a:schemeClr val="lt1"/>
                </a:solidFill>
              </a:ln>
              <a:effectLst/>
            </c:spPr>
            <c:extLst>
              <c:ext xmlns:c16="http://schemas.microsoft.com/office/drawing/2014/chart" uri="{C3380CC4-5D6E-409C-BE32-E72D297353CC}">
                <c16:uniqueId val="{0000000D-DD81-47BA-9CFC-64E030C99F4A}"/>
              </c:ext>
            </c:extLst>
          </c:dPt>
          <c:dPt>
            <c:idx val="7"/>
            <c:bubble3D val="0"/>
            <c:spPr>
              <a:solidFill>
                <a:schemeClr val="accent1">
                  <a:tint val="58000"/>
                </a:schemeClr>
              </a:solidFill>
              <a:ln w="19050">
                <a:solidFill>
                  <a:schemeClr val="lt1"/>
                </a:solidFill>
              </a:ln>
              <a:effectLst/>
            </c:spPr>
            <c:extLst>
              <c:ext xmlns:c16="http://schemas.microsoft.com/office/drawing/2014/chart" uri="{C3380CC4-5D6E-409C-BE32-E72D297353CC}">
                <c16:uniqueId val="{0000000F-DD81-47BA-9CFC-64E030C99F4A}"/>
              </c:ext>
            </c:extLst>
          </c:dPt>
          <c:dPt>
            <c:idx val="8"/>
            <c:bubble3D val="0"/>
            <c:spPr>
              <a:solidFill>
                <a:schemeClr val="accent1">
                  <a:tint val="44000"/>
                </a:schemeClr>
              </a:solidFill>
              <a:ln w="19050">
                <a:solidFill>
                  <a:schemeClr val="lt1"/>
                </a:solidFill>
              </a:ln>
              <a:effectLst/>
            </c:spPr>
            <c:extLst>
              <c:ext xmlns:c16="http://schemas.microsoft.com/office/drawing/2014/chart" uri="{C3380CC4-5D6E-409C-BE32-E72D297353CC}">
                <c16:uniqueId val="{00000011-DD81-47BA-9CFC-64E030C99F4A}"/>
              </c:ext>
            </c:extLst>
          </c:dPt>
          <c:dLbls>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[fairface_trndata_dlib_balanced.xlsx]Sheet4!$D$4:$D$12</c:f>
              <c:strCache>
                <c:ptCount val="9"/>
                <c:pt idx="0">
                  <c:v>0-2</c:v>
                </c:pt>
                <c:pt idx="1">
                  <c:v>03-09_</c:v>
                </c:pt>
                <c:pt idx="2">
                  <c:v>10-19_</c:v>
                </c:pt>
                <c:pt idx="3">
                  <c:v>20-29</c:v>
                </c:pt>
                <c:pt idx="4">
                  <c:v>30-39</c:v>
                </c:pt>
                <c:pt idx="5">
                  <c:v>40-49</c:v>
                </c:pt>
                <c:pt idx="6">
                  <c:v>50-59</c:v>
                </c:pt>
                <c:pt idx="7">
                  <c:v>60-69</c:v>
                </c:pt>
                <c:pt idx="8">
                  <c:v>70+</c:v>
                </c:pt>
              </c:strCache>
            </c:strRef>
          </c:cat>
          <c:val>
            <c:numRef>
              <c:f>[fairface_trndata_dlib_balanced.xlsx]Sheet4!$E$4:$E$12</c:f>
              <c:numCache>
                <c:formatCode>General</c:formatCode>
                <c:ptCount val="9"/>
                <c:pt idx="0">
                  <c:v>907</c:v>
                </c:pt>
                <c:pt idx="1">
                  <c:v>6596</c:v>
                </c:pt>
                <c:pt idx="2">
                  <c:v>4475</c:v>
                </c:pt>
                <c:pt idx="3">
                  <c:v>16241</c:v>
                </c:pt>
                <c:pt idx="4">
                  <c:v>9937</c:v>
                </c:pt>
                <c:pt idx="5">
                  <c:v>5268</c:v>
                </c:pt>
                <c:pt idx="6">
                  <c:v>3037</c:v>
                </c:pt>
                <c:pt idx="7">
                  <c:v>1167</c:v>
                </c:pt>
                <c:pt idx="8">
                  <c:v>369</c:v>
                </c:pt>
              </c:numCache>
            </c:numRef>
          </c:val>
          <c:extLst>
            <c:ext xmlns:c16="http://schemas.microsoft.com/office/drawing/2014/chart" uri="{C3380CC4-5D6E-409C-BE32-E72D297353CC}">
              <c16:uniqueId val="{00000012-DD81-47BA-9CFC-64E030C99F4A}"/>
            </c:ext>
          </c:extLst>
        </c:ser>
        <c:dLbls>
          <c:showLegendKey val="0"/>
          <c:showVal val="0"/>
          <c:showCatName val="0"/>
          <c:showSerName val="0"/>
          <c:showPercent val="0"/>
          <c:showBubbleSize val="0"/>
          <c:showLeaderLines val="0"/>
        </c:dLbls>
        <c:firstSliceAng val="0"/>
      </c:pieChart>
      <c:spPr>
        <a:noFill/>
        <a:ln>
          <a:noFill/>
        </a:ln>
        <a:effectLst/>
      </c:spPr>
    </c:plotArea>
    <c:legend>
      <c:legendPos val="r"/>
      <c:layout>
        <c:manualLayout>
          <c:xMode val="edge"/>
          <c:yMode val="edge"/>
          <c:x val="1.7734033245844216E-3"/>
          <c:y val="4.9165208515602301E-3"/>
          <c:w val="0.11489326334208223"/>
          <c:h val="0.70312992125984253"/>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8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pieChart>
        <c:varyColors val="1"/>
        <c:ser>
          <c:idx val="0"/>
          <c:order val="0"/>
          <c:tx>
            <c:strRef>
              <c:f>Sheet7!$E$4</c:f>
              <c:strCache>
                <c:ptCount val="1"/>
                <c:pt idx="0">
                  <c:v>Age</c:v>
                </c:pt>
              </c:strCache>
            </c:strRef>
          </c:tx>
          <c:dPt>
            <c:idx val="0"/>
            <c:bubble3D val="0"/>
            <c:spPr>
              <a:solidFill>
                <a:schemeClr val="accent1">
                  <a:shade val="44000"/>
                </a:schemeClr>
              </a:solidFill>
              <a:ln w="19050">
                <a:solidFill>
                  <a:schemeClr val="lt1"/>
                </a:solidFill>
              </a:ln>
              <a:effectLst/>
            </c:spPr>
            <c:extLst>
              <c:ext xmlns:c16="http://schemas.microsoft.com/office/drawing/2014/chart" uri="{C3380CC4-5D6E-409C-BE32-E72D297353CC}">
                <c16:uniqueId val="{00000001-73D5-436D-9BFB-B6CF349349A7}"/>
              </c:ext>
            </c:extLst>
          </c:dPt>
          <c:dPt>
            <c:idx val="1"/>
            <c:bubble3D val="0"/>
            <c:spPr>
              <a:solidFill>
                <a:schemeClr val="accent1">
                  <a:shade val="58000"/>
                </a:schemeClr>
              </a:solidFill>
              <a:ln w="19050">
                <a:solidFill>
                  <a:schemeClr val="lt1"/>
                </a:solidFill>
              </a:ln>
              <a:effectLst/>
            </c:spPr>
            <c:extLst>
              <c:ext xmlns:c16="http://schemas.microsoft.com/office/drawing/2014/chart" uri="{C3380CC4-5D6E-409C-BE32-E72D297353CC}">
                <c16:uniqueId val="{00000003-73D5-436D-9BFB-B6CF349349A7}"/>
              </c:ext>
            </c:extLst>
          </c:dPt>
          <c:dPt>
            <c:idx val="2"/>
            <c:bubble3D val="0"/>
            <c:spPr>
              <a:solidFill>
                <a:schemeClr val="accent1">
                  <a:shade val="72000"/>
                </a:schemeClr>
              </a:solidFill>
              <a:ln w="19050">
                <a:solidFill>
                  <a:schemeClr val="lt1"/>
                </a:solidFill>
              </a:ln>
              <a:effectLst/>
            </c:spPr>
            <c:extLst>
              <c:ext xmlns:c16="http://schemas.microsoft.com/office/drawing/2014/chart" uri="{C3380CC4-5D6E-409C-BE32-E72D297353CC}">
                <c16:uniqueId val="{00000005-73D5-436D-9BFB-B6CF349349A7}"/>
              </c:ext>
            </c:extLst>
          </c:dPt>
          <c:dPt>
            <c:idx val="3"/>
            <c:bubble3D val="0"/>
            <c:spPr>
              <a:solidFill>
                <a:schemeClr val="accent1">
                  <a:shade val="86000"/>
                </a:schemeClr>
              </a:solidFill>
              <a:ln w="19050">
                <a:solidFill>
                  <a:schemeClr val="lt1"/>
                </a:solidFill>
              </a:ln>
              <a:effectLst/>
            </c:spPr>
            <c:extLst>
              <c:ext xmlns:c16="http://schemas.microsoft.com/office/drawing/2014/chart" uri="{C3380CC4-5D6E-409C-BE32-E72D297353CC}">
                <c16:uniqueId val="{00000007-73D5-436D-9BFB-B6CF349349A7}"/>
              </c:ext>
            </c:extLst>
          </c:dPt>
          <c:dPt>
            <c:idx val="4"/>
            <c:bubble3D val="0"/>
            <c:spPr>
              <a:solidFill>
                <a:schemeClr val="accent1"/>
              </a:solidFill>
              <a:ln w="19050">
                <a:solidFill>
                  <a:schemeClr val="lt1"/>
                </a:solidFill>
              </a:ln>
              <a:effectLst/>
            </c:spPr>
            <c:extLst>
              <c:ext xmlns:c16="http://schemas.microsoft.com/office/drawing/2014/chart" uri="{C3380CC4-5D6E-409C-BE32-E72D297353CC}">
                <c16:uniqueId val="{00000009-73D5-436D-9BFB-B6CF349349A7}"/>
              </c:ext>
            </c:extLst>
          </c:dPt>
          <c:dPt>
            <c:idx val="5"/>
            <c:bubble3D val="0"/>
            <c:spPr>
              <a:solidFill>
                <a:schemeClr val="accent1">
                  <a:tint val="86000"/>
                </a:schemeClr>
              </a:solidFill>
              <a:ln w="19050">
                <a:solidFill>
                  <a:schemeClr val="lt1"/>
                </a:solidFill>
              </a:ln>
              <a:effectLst/>
            </c:spPr>
            <c:extLst>
              <c:ext xmlns:c16="http://schemas.microsoft.com/office/drawing/2014/chart" uri="{C3380CC4-5D6E-409C-BE32-E72D297353CC}">
                <c16:uniqueId val="{0000000B-73D5-436D-9BFB-B6CF349349A7}"/>
              </c:ext>
            </c:extLst>
          </c:dPt>
          <c:dPt>
            <c:idx val="6"/>
            <c:bubble3D val="0"/>
            <c:spPr>
              <a:solidFill>
                <a:schemeClr val="accent1">
                  <a:tint val="72000"/>
                </a:schemeClr>
              </a:solidFill>
              <a:ln w="19050">
                <a:solidFill>
                  <a:schemeClr val="lt1"/>
                </a:solidFill>
              </a:ln>
              <a:effectLst/>
            </c:spPr>
            <c:extLst>
              <c:ext xmlns:c16="http://schemas.microsoft.com/office/drawing/2014/chart" uri="{C3380CC4-5D6E-409C-BE32-E72D297353CC}">
                <c16:uniqueId val="{0000000D-73D5-436D-9BFB-B6CF349349A7}"/>
              </c:ext>
            </c:extLst>
          </c:dPt>
          <c:dPt>
            <c:idx val="7"/>
            <c:bubble3D val="0"/>
            <c:spPr>
              <a:solidFill>
                <a:schemeClr val="accent1">
                  <a:tint val="58000"/>
                </a:schemeClr>
              </a:solidFill>
              <a:ln w="19050">
                <a:solidFill>
                  <a:schemeClr val="lt1"/>
                </a:solidFill>
              </a:ln>
              <a:effectLst/>
            </c:spPr>
            <c:extLst>
              <c:ext xmlns:c16="http://schemas.microsoft.com/office/drawing/2014/chart" uri="{C3380CC4-5D6E-409C-BE32-E72D297353CC}">
                <c16:uniqueId val="{0000000F-73D5-436D-9BFB-B6CF349349A7}"/>
              </c:ext>
            </c:extLst>
          </c:dPt>
          <c:dPt>
            <c:idx val="8"/>
            <c:bubble3D val="0"/>
            <c:spPr>
              <a:solidFill>
                <a:schemeClr val="accent1">
                  <a:tint val="44000"/>
                </a:schemeClr>
              </a:solidFill>
              <a:ln w="19050">
                <a:solidFill>
                  <a:schemeClr val="lt1"/>
                </a:solidFill>
              </a:ln>
              <a:effectLst/>
            </c:spPr>
            <c:extLst>
              <c:ext xmlns:c16="http://schemas.microsoft.com/office/drawing/2014/chart" uri="{C3380CC4-5D6E-409C-BE32-E72D297353CC}">
                <c16:uniqueId val="{00000011-73D5-436D-9BFB-B6CF349349A7}"/>
              </c:ext>
            </c:extLst>
          </c:dPt>
          <c:dLbls>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Sheet7!$D$5:$D$13</c:f>
              <c:strCache>
                <c:ptCount val="9"/>
                <c:pt idx="0">
                  <c:v>0-2</c:v>
                </c:pt>
                <c:pt idx="1">
                  <c:v>03-09_</c:v>
                </c:pt>
                <c:pt idx="2">
                  <c:v>10-19_</c:v>
                </c:pt>
                <c:pt idx="3">
                  <c:v>20-29</c:v>
                </c:pt>
                <c:pt idx="4">
                  <c:v>30-39</c:v>
                </c:pt>
                <c:pt idx="5">
                  <c:v>40-49</c:v>
                </c:pt>
                <c:pt idx="6">
                  <c:v>50-59</c:v>
                </c:pt>
                <c:pt idx="7">
                  <c:v>60-69</c:v>
                </c:pt>
                <c:pt idx="8">
                  <c:v>70+</c:v>
                </c:pt>
              </c:strCache>
            </c:strRef>
          </c:cat>
          <c:val>
            <c:numRef>
              <c:f>Sheet7!$E$5:$E$13</c:f>
              <c:numCache>
                <c:formatCode>General</c:formatCode>
                <c:ptCount val="9"/>
                <c:pt idx="0">
                  <c:v>52</c:v>
                </c:pt>
                <c:pt idx="1">
                  <c:v>377</c:v>
                </c:pt>
                <c:pt idx="2">
                  <c:v>243</c:v>
                </c:pt>
                <c:pt idx="3">
                  <c:v>1131</c:v>
                </c:pt>
                <c:pt idx="4">
                  <c:v>734</c:v>
                </c:pt>
                <c:pt idx="5">
                  <c:v>255</c:v>
                </c:pt>
                <c:pt idx="6">
                  <c:v>88</c:v>
                </c:pt>
                <c:pt idx="7">
                  <c:v>15</c:v>
                </c:pt>
                <c:pt idx="8">
                  <c:v>2</c:v>
                </c:pt>
              </c:numCache>
            </c:numRef>
          </c:val>
          <c:extLst>
            <c:ext xmlns:c16="http://schemas.microsoft.com/office/drawing/2014/chart" uri="{C3380CC4-5D6E-409C-BE32-E72D297353CC}">
              <c16:uniqueId val="{00000012-73D5-436D-9BFB-B6CF349349A7}"/>
            </c:ext>
          </c:extLst>
        </c:ser>
        <c:dLbls>
          <c:showLegendKey val="0"/>
          <c:showVal val="0"/>
          <c:showCatName val="0"/>
          <c:showSerName val="0"/>
          <c:showPercent val="0"/>
          <c:showBubbleSize val="0"/>
          <c:showLeaderLines val="0"/>
        </c:dLbls>
        <c:firstSliceAng val="0"/>
      </c:pie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8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pivotSource>
    <c:name>[Book1.xlsx]Sheet5!PivotTable4</c:name>
    <c:fmtId val="7"/>
  </c:pivotSource>
  <c:chart>
    <c:autoTitleDeleted val="1"/>
    <c:pivotFmts>
      <c:pivotFmt>
        <c:idx val="0"/>
        <c:spPr>
          <a:solidFill>
            <a:schemeClr val="accent1"/>
          </a:solidFill>
          <a:ln w="19050">
            <a:solidFill>
              <a:schemeClr val="lt1"/>
            </a:solidFill>
          </a:ln>
          <a:effectLst/>
        </c:spPr>
        <c:marker>
          <c:symbol val="none"/>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1"/>
        <c:spPr>
          <a:solidFill>
            <a:schemeClr val="accent1"/>
          </a:solidFill>
          <a:ln w="19050">
            <a:solidFill>
              <a:schemeClr val="lt1"/>
            </a:solidFill>
          </a:ln>
          <a:effectLst/>
        </c:spPr>
        <c:marker>
          <c:symbol val="none"/>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2"/>
        <c:spPr>
          <a:solidFill>
            <a:schemeClr val="accent1">
              <a:shade val="42000"/>
            </a:schemeClr>
          </a:solidFill>
          <a:ln w="19050">
            <a:solidFill>
              <a:schemeClr val="lt1"/>
            </a:solidFill>
          </a:ln>
          <a:effectLst/>
        </c:spPr>
      </c:pivotFmt>
      <c:pivotFmt>
        <c:idx val="3"/>
        <c:spPr>
          <a:solidFill>
            <a:schemeClr val="accent1">
              <a:shade val="55000"/>
            </a:schemeClr>
          </a:solidFill>
          <a:ln w="19050">
            <a:solidFill>
              <a:schemeClr val="lt1"/>
            </a:solidFill>
          </a:ln>
          <a:effectLst/>
        </c:spPr>
      </c:pivotFmt>
      <c:pivotFmt>
        <c:idx val="4"/>
        <c:spPr>
          <a:solidFill>
            <a:schemeClr val="accent1">
              <a:shade val="68000"/>
            </a:schemeClr>
          </a:solidFill>
          <a:ln w="19050">
            <a:solidFill>
              <a:schemeClr val="lt1"/>
            </a:solidFill>
          </a:ln>
          <a:effectLst/>
        </c:spPr>
      </c:pivotFmt>
      <c:pivotFmt>
        <c:idx val="5"/>
        <c:spPr>
          <a:solidFill>
            <a:schemeClr val="accent1">
              <a:shade val="80000"/>
            </a:schemeClr>
          </a:solidFill>
          <a:ln w="19050">
            <a:solidFill>
              <a:schemeClr val="lt1"/>
            </a:solidFill>
          </a:ln>
          <a:effectLst/>
        </c:spPr>
      </c:pivotFmt>
      <c:pivotFmt>
        <c:idx val="6"/>
        <c:spPr>
          <a:solidFill>
            <a:schemeClr val="accent1">
              <a:shade val="93000"/>
            </a:schemeClr>
          </a:solidFill>
          <a:ln w="19050">
            <a:solidFill>
              <a:schemeClr val="lt1"/>
            </a:solidFill>
          </a:ln>
          <a:effectLst/>
        </c:spPr>
      </c:pivotFmt>
      <c:pivotFmt>
        <c:idx val="7"/>
        <c:spPr>
          <a:solidFill>
            <a:schemeClr val="accent1">
              <a:tint val="94000"/>
            </a:schemeClr>
          </a:solidFill>
          <a:ln w="19050">
            <a:solidFill>
              <a:schemeClr val="lt1"/>
            </a:solidFill>
          </a:ln>
          <a:effectLst/>
        </c:spPr>
      </c:pivotFmt>
      <c:pivotFmt>
        <c:idx val="8"/>
        <c:spPr>
          <a:solidFill>
            <a:schemeClr val="accent1">
              <a:tint val="81000"/>
            </a:schemeClr>
          </a:solidFill>
          <a:ln w="19050">
            <a:solidFill>
              <a:schemeClr val="lt1"/>
            </a:solidFill>
          </a:ln>
          <a:effectLst/>
        </c:spPr>
      </c:pivotFmt>
      <c:pivotFmt>
        <c:idx val="9"/>
        <c:spPr>
          <a:solidFill>
            <a:schemeClr val="accent1">
              <a:tint val="69000"/>
            </a:schemeClr>
          </a:solidFill>
          <a:ln w="19050">
            <a:solidFill>
              <a:schemeClr val="lt1"/>
            </a:solidFill>
          </a:ln>
          <a:effectLst/>
        </c:spPr>
      </c:pivotFmt>
      <c:pivotFmt>
        <c:idx val="10"/>
        <c:spPr>
          <a:solidFill>
            <a:schemeClr val="accent1">
              <a:tint val="56000"/>
            </a:schemeClr>
          </a:solidFill>
          <a:ln w="19050">
            <a:solidFill>
              <a:schemeClr val="lt1"/>
            </a:solidFill>
          </a:ln>
          <a:effectLst/>
        </c:spPr>
      </c:pivotFmt>
      <c:pivotFmt>
        <c:idx val="11"/>
        <c:spPr>
          <a:solidFill>
            <a:schemeClr val="accent1">
              <a:tint val="43000"/>
            </a:schemeClr>
          </a:solidFill>
          <a:ln w="19050">
            <a:solidFill>
              <a:schemeClr val="lt1"/>
            </a:solidFill>
          </a:ln>
          <a:effectLst/>
        </c:spPr>
      </c:pivotFmt>
      <c:pivotFmt>
        <c:idx val="12"/>
        <c:spPr>
          <a:solidFill>
            <a:schemeClr val="accent1"/>
          </a:solidFill>
          <a:ln w="19050">
            <a:solidFill>
              <a:schemeClr val="lt1"/>
            </a:solidFill>
          </a:ln>
          <a:effectLst/>
        </c:spPr>
        <c:marker>
          <c:symbol val="none"/>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13"/>
        <c:spPr>
          <a:solidFill>
            <a:schemeClr val="accent1">
              <a:shade val="42000"/>
            </a:schemeClr>
          </a:solidFill>
          <a:ln w="19050">
            <a:solidFill>
              <a:schemeClr val="lt1"/>
            </a:solidFill>
          </a:ln>
          <a:effectLst/>
        </c:spPr>
      </c:pivotFmt>
      <c:pivotFmt>
        <c:idx val="14"/>
        <c:spPr>
          <a:solidFill>
            <a:schemeClr val="accent1">
              <a:shade val="55000"/>
            </a:schemeClr>
          </a:solidFill>
          <a:ln w="19050">
            <a:solidFill>
              <a:schemeClr val="lt1"/>
            </a:solidFill>
          </a:ln>
          <a:effectLst/>
        </c:spPr>
      </c:pivotFmt>
      <c:pivotFmt>
        <c:idx val="15"/>
        <c:spPr>
          <a:solidFill>
            <a:schemeClr val="accent1">
              <a:shade val="68000"/>
            </a:schemeClr>
          </a:solidFill>
          <a:ln w="19050">
            <a:solidFill>
              <a:schemeClr val="lt1"/>
            </a:solidFill>
          </a:ln>
          <a:effectLst/>
        </c:spPr>
      </c:pivotFmt>
      <c:pivotFmt>
        <c:idx val="16"/>
        <c:spPr>
          <a:solidFill>
            <a:schemeClr val="accent1">
              <a:shade val="80000"/>
            </a:schemeClr>
          </a:solidFill>
          <a:ln w="19050">
            <a:solidFill>
              <a:schemeClr val="lt1"/>
            </a:solidFill>
          </a:ln>
          <a:effectLst/>
        </c:spPr>
      </c:pivotFmt>
      <c:pivotFmt>
        <c:idx val="17"/>
        <c:spPr>
          <a:solidFill>
            <a:schemeClr val="accent1">
              <a:shade val="93000"/>
            </a:schemeClr>
          </a:solidFill>
          <a:ln w="19050">
            <a:solidFill>
              <a:schemeClr val="lt1"/>
            </a:solidFill>
          </a:ln>
          <a:effectLst/>
        </c:spPr>
      </c:pivotFmt>
      <c:pivotFmt>
        <c:idx val="18"/>
        <c:spPr>
          <a:solidFill>
            <a:schemeClr val="accent1">
              <a:tint val="94000"/>
            </a:schemeClr>
          </a:solidFill>
          <a:ln w="19050">
            <a:solidFill>
              <a:schemeClr val="lt1"/>
            </a:solidFill>
          </a:ln>
          <a:effectLst/>
        </c:spPr>
      </c:pivotFmt>
      <c:pivotFmt>
        <c:idx val="19"/>
        <c:spPr>
          <a:solidFill>
            <a:schemeClr val="accent1">
              <a:tint val="81000"/>
            </a:schemeClr>
          </a:solidFill>
          <a:ln w="19050">
            <a:solidFill>
              <a:schemeClr val="lt1"/>
            </a:solidFill>
          </a:ln>
          <a:effectLst/>
        </c:spPr>
      </c:pivotFmt>
      <c:pivotFmt>
        <c:idx val="20"/>
        <c:spPr>
          <a:solidFill>
            <a:schemeClr val="accent1">
              <a:tint val="69000"/>
            </a:schemeClr>
          </a:solidFill>
          <a:ln w="19050">
            <a:solidFill>
              <a:schemeClr val="lt1"/>
            </a:solidFill>
          </a:ln>
          <a:effectLst/>
        </c:spPr>
      </c:pivotFmt>
      <c:pivotFmt>
        <c:idx val="21"/>
        <c:spPr>
          <a:solidFill>
            <a:schemeClr val="accent1">
              <a:tint val="56000"/>
            </a:schemeClr>
          </a:solidFill>
          <a:ln w="19050">
            <a:solidFill>
              <a:schemeClr val="lt1"/>
            </a:solidFill>
          </a:ln>
          <a:effectLst/>
        </c:spPr>
      </c:pivotFmt>
      <c:pivotFmt>
        <c:idx val="22"/>
        <c:spPr>
          <a:solidFill>
            <a:schemeClr val="accent1">
              <a:tint val="43000"/>
            </a:schemeClr>
          </a:solidFill>
          <a:ln w="19050">
            <a:solidFill>
              <a:schemeClr val="lt1"/>
            </a:solidFill>
          </a:ln>
          <a:effectLst/>
        </c:spPr>
      </c:pivotFmt>
    </c:pivotFmts>
    <c:plotArea>
      <c:layout/>
      <c:pieChart>
        <c:varyColors val="1"/>
        <c:ser>
          <c:idx val="0"/>
          <c:order val="0"/>
          <c:tx>
            <c:strRef>
              <c:f>Sheet5!$B$3</c:f>
              <c:strCache>
                <c:ptCount val="1"/>
                <c:pt idx="0">
                  <c:v>Total</c:v>
                </c:pt>
              </c:strCache>
            </c:strRef>
          </c:tx>
          <c:dPt>
            <c:idx val="0"/>
            <c:bubble3D val="0"/>
            <c:spPr>
              <a:solidFill>
                <a:schemeClr val="accent1">
                  <a:shade val="42000"/>
                </a:schemeClr>
              </a:solidFill>
              <a:ln w="19050">
                <a:solidFill>
                  <a:schemeClr val="lt1"/>
                </a:solidFill>
              </a:ln>
              <a:effectLst/>
            </c:spPr>
            <c:extLst>
              <c:ext xmlns:c16="http://schemas.microsoft.com/office/drawing/2014/chart" uri="{C3380CC4-5D6E-409C-BE32-E72D297353CC}">
                <c16:uniqueId val="{00000001-3CE7-48D5-A2A8-176FC50A35BC}"/>
              </c:ext>
            </c:extLst>
          </c:dPt>
          <c:dPt>
            <c:idx val="1"/>
            <c:bubble3D val="0"/>
            <c:spPr>
              <a:solidFill>
                <a:schemeClr val="accent1">
                  <a:shade val="55000"/>
                </a:schemeClr>
              </a:solidFill>
              <a:ln w="19050">
                <a:solidFill>
                  <a:schemeClr val="lt1"/>
                </a:solidFill>
              </a:ln>
              <a:effectLst/>
            </c:spPr>
            <c:extLst>
              <c:ext xmlns:c16="http://schemas.microsoft.com/office/drawing/2014/chart" uri="{C3380CC4-5D6E-409C-BE32-E72D297353CC}">
                <c16:uniqueId val="{00000003-3CE7-48D5-A2A8-176FC50A35BC}"/>
              </c:ext>
            </c:extLst>
          </c:dPt>
          <c:dPt>
            <c:idx val="2"/>
            <c:bubble3D val="0"/>
            <c:spPr>
              <a:solidFill>
                <a:schemeClr val="accent1">
                  <a:shade val="68000"/>
                </a:schemeClr>
              </a:solidFill>
              <a:ln w="19050">
                <a:solidFill>
                  <a:schemeClr val="lt1"/>
                </a:solidFill>
              </a:ln>
              <a:effectLst/>
            </c:spPr>
            <c:extLst>
              <c:ext xmlns:c16="http://schemas.microsoft.com/office/drawing/2014/chart" uri="{C3380CC4-5D6E-409C-BE32-E72D297353CC}">
                <c16:uniqueId val="{00000005-3CE7-48D5-A2A8-176FC50A35BC}"/>
              </c:ext>
            </c:extLst>
          </c:dPt>
          <c:dPt>
            <c:idx val="3"/>
            <c:bubble3D val="0"/>
            <c:spPr>
              <a:solidFill>
                <a:schemeClr val="accent1">
                  <a:shade val="80000"/>
                </a:schemeClr>
              </a:solidFill>
              <a:ln w="19050">
                <a:solidFill>
                  <a:schemeClr val="lt1"/>
                </a:solidFill>
              </a:ln>
              <a:effectLst/>
            </c:spPr>
            <c:extLst>
              <c:ext xmlns:c16="http://schemas.microsoft.com/office/drawing/2014/chart" uri="{C3380CC4-5D6E-409C-BE32-E72D297353CC}">
                <c16:uniqueId val="{00000007-3CE7-48D5-A2A8-176FC50A35BC}"/>
              </c:ext>
            </c:extLst>
          </c:dPt>
          <c:dPt>
            <c:idx val="4"/>
            <c:bubble3D val="0"/>
            <c:spPr>
              <a:solidFill>
                <a:schemeClr val="accent1">
                  <a:shade val="93000"/>
                </a:schemeClr>
              </a:solidFill>
              <a:ln w="19050">
                <a:solidFill>
                  <a:schemeClr val="lt1"/>
                </a:solidFill>
              </a:ln>
              <a:effectLst/>
            </c:spPr>
            <c:extLst>
              <c:ext xmlns:c16="http://schemas.microsoft.com/office/drawing/2014/chart" uri="{C3380CC4-5D6E-409C-BE32-E72D297353CC}">
                <c16:uniqueId val="{00000009-3CE7-48D5-A2A8-176FC50A35BC}"/>
              </c:ext>
            </c:extLst>
          </c:dPt>
          <c:dPt>
            <c:idx val="5"/>
            <c:bubble3D val="0"/>
            <c:spPr>
              <a:solidFill>
                <a:schemeClr val="accent1">
                  <a:tint val="94000"/>
                </a:schemeClr>
              </a:solidFill>
              <a:ln w="19050">
                <a:solidFill>
                  <a:schemeClr val="lt1"/>
                </a:solidFill>
              </a:ln>
              <a:effectLst/>
            </c:spPr>
            <c:extLst>
              <c:ext xmlns:c16="http://schemas.microsoft.com/office/drawing/2014/chart" uri="{C3380CC4-5D6E-409C-BE32-E72D297353CC}">
                <c16:uniqueId val="{0000000B-3CE7-48D5-A2A8-176FC50A35BC}"/>
              </c:ext>
            </c:extLst>
          </c:dPt>
          <c:dPt>
            <c:idx val="6"/>
            <c:bubble3D val="0"/>
            <c:spPr>
              <a:solidFill>
                <a:schemeClr val="accent1">
                  <a:tint val="81000"/>
                </a:schemeClr>
              </a:solidFill>
              <a:ln w="19050">
                <a:solidFill>
                  <a:schemeClr val="lt1"/>
                </a:solidFill>
              </a:ln>
              <a:effectLst/>
            </c:spPr>
            <c:extLst>
              <c:ext xmlns:c16="http://schemas.microsoft.com/office/drawing/2014/chart" uri="{C3380CC4-5D6E-409C-BE32-E72D297353CC}">
                <c16:uniqueId val="{0000000D-3CE7-48D5-A2A8-176FC50A35BC}"/>
              </c:ext>
            </c:extLst>
          </c:dPt>
          <c:dPt>
            <c:idx val="7"/>
            <c:bubble3D val="0"/>
            <c:spPr>
              <a:solidFill>
                <a:schemeClr val="accent1">
                  <a:tint val="69000"/>
                </a:schemeClr>
              </a:solidFill>
              <a:ln w="19050">
                <a:solidFill>
                  <a:schemeClr val="lt1"/>
                </a:solidFill>
              </a:ln>
              <a:effectLst/>
            </c:spPr>
            <c:extLst>
              <c:ext xmlns:c16="http://schemas.microsoft.com/office/drawing/2014/chart" uri="{C3380CC4-5D6E-409C-BE32-E72D297353CC}">
                <c16:uniqueId val="{0000000F-3CE7-48D5-A2A8-176FC50A35BC}"/>
              </c:ext>
            </c:extLst>
          </c:dPt>
          <c:dPt>
            <c:idx val="8"/>
            <c:bubble3D val="0"/>
            <c:spPr>
              <a:solidFill>
                <a:schemeClr val="accent1">
                  <a:tint val="56000"/>
                </a:schemeClr>
              </a:solidFill>
              <a:ln w="19050">
                <a:solidFill>
                  <a:schemeClr val="lt1"/>
                </a:solidFill>
              </a:ln>
              <a:effectLst/>
            </c:spPr>
            <c:extLst>
              <c:ext xmlns:c16="http://schemas.microsoft.com/office/drawing/2014/chart" uri="{C3380CC4-5D6E-409C-BE32-E72D297353CC}">
                <c16:uniqueId val="{00000011-3CE7-48D5-A2A8-176FC50A35BC}"/>
              </c:ext>
            </c:extLst>
          </c:dPt>
          <c:dPt>
            <c:idx val="9"/>
            <c:bubble3D val="0"/>
            <c:spPr>
              <a:solidFill>
                <a:schemeClr val="accent1">
                  <a:tint val="43000"/>
                </a:schemeClr>
              </a:solidFill>
              <a:ln w="19050">
                <a:solidFill>
                  <a:schemeClr val="lt1"/>
                </a:solidFill>
              </a:ln>
              <a:effectLst/>
            </c:spPr>
            <c:extLst>
              <c:ext xmlns:c16="http://schemas.microsoft.com/office/drawing/2014/chart" uri="{C3380CC4-5D6E-409C-BE32-E72D297353CC}">
                <c16:uniqueId val="{00000013-3CE7-48D5-A2A8-176FC50A35BC}"/>
              </c:ext>
            </c:extLst>
          </c:dPt>
          <c:dLbls>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Sheet5!$A$4:$A$14</c:f>
              <c:strCache>
                <c:ptCount val="10"/>
                <c:pt idx="0">
                  <c:v>0-2</c:v>
                </c:pt>
                <c:pt idx="1">
                  <c:v>20-29</c:v>
                </c:pt>
                <c:pt idx="2">
                  <c:v>30-39</c:v>
                </c:pt>
                <c:pt idx="3">
                  <c:v>40-49</c:v>
                </c:pt>
                <c:pt idx="4">
                  <c:v>50-59</c:v>
                </c:pt>
                <c:pt idx="5">
                  <c:v>60-69</c:v>
                </c:pt>
                <c:pt idx="6">
                  <c:v>70+</c:v>
                </c:pt>
                <c:pt idx="7">
                  <c:v>01-10-2019</c:v>
                </c:pt>
                <c:pt idx="8">
                  <c:v>03-09-2024</c:v>
                </c:pt>
                <c:pt idx="9">
                  <c:v>(blank)</c:v>
                </c:pt>
              </c:strCache>
            </c:strRef>
          </c:cat>
          <c:val>
            <c:numRef>
              <c:f>Sheet5!$B$4:$B$14</c:f>
              <c:numCache>
                <c:formatCode>General</c:formatCode>
                <c:ptCount val="10"/>
                <c:pt idx="0">
                  <c:v>21</c:v>
                </c:pt>
                <c:pt idx="1">
                  <c:v>715</c:v>
                </c:pt>
                <c:pt idx="2">
                  <c:v>411</c:v>
                </c:pt>
                <c:pt idx="3">
                  <c:v>183</c:v>
                </c:pt>
                <c:pt idx="4">
                  <c:v>94</c:v>
                </c:pt>
                <c:pt idx="5">
                  <c:v>30</c:v>
                </c:pt>
                <c:pt idx="6">
                  <c:v>4</c:v>
                </c:pt>
                <c:pt idx="7">
                  <c:v>357</c:v>
                </c:pt>
                <c:pt idx="8">
                  <c:v>282</c:v>
                </c:pt>
              </c:numCache>
            </c:numRef>
          </c:val>
          <c:extLst>
            <c:ext xmlns:c16="http://schemas.microsoft.com/office/drawing/2014/chart" uri="{C3380CC4-5D6E-409C-BE32-E72D297353CC}">
              <c16:uniqueId val="{00000014-3CE7-48D5-A2A8-176FC50A35BC}"/>
            </c:ext>
          </c:extLst>
        </c:ser>
        <c:dLbls>
          <c:showLegendKey val="0"/>
          <c:showVal val="0"/>
          <c:showCatName val="0"/>
          <c:showSerName val="0"/>
          <c:showPercent val="0"/>
          <c:showBubbleSize val="0"/>
          <c:showLeaderLines val="0"/>
        </c:dLbls>
        <c:firstSliceAng val="0"/>
      </c:pie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8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pivotSource>
    <c:name>[fairface_bal_gen_ddpm_ema_dlib.xlsx]Sheet4!PivotTable6</c:name>
    <c:fmtId val="5"/>
  </c:pivotSource>
  <c:chart>
    <c:autoTitleDeleted val="1"/>
    <c:pivotFmts>
      <c:pivotFmt>
        <c:idx val="0"/>
        <c:spPr>
          <a:solidFill>
            <a:schemeClr val="accent1"/>
          </a:solidFill>
          <a:ln w="19050">
            <a:solidFill>
              <a:schemeClr val="lt1"/>
            </a:solidFill>
          </a:ln>
          <a:effectLst/>
        </c:spPr>
        <c:marker>
          <c:symbol val="none"/>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1"/>
        <c:spPr>
          <a:solidFill>
            <a:schemeClr val="accent1"/>
          </a:solidFill>
          <a:ln w="19050">
            <a:solidFill>
              <a:schemeClr val="lt1"/>
            </a:solidFill>
          </a:ln>
          <a:effectLst/>
        </c:spPr>
        <c:marker>
          <c:symbol val="none"/>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2"/>
        <c:spPr>
          <a:solidFill>
            <a:schemeClr val="accent1">
              <a:shade val="42000"/>
            </a:schemeClr>
          </a:solidFill>
          <a:ln w="19050">
            <a:solidFill>
              <a:schemeClr val="lt1"/>
            </a:solidFill>
          </a:ln>
          <a:effectLst/>
        </c:spPr>
      </c:pivotFmt>
      <c:pivotFmt>
        <c:idx val="3"/>
        <c:spPr>
          <a:solidFill>
            <a:schemeClr val="accent1">
              <a:shade val="55000"/>
            </a:schemeClr>
          </a:solidFill>
          <a:ln w="19050">
            <a:solidFill>
              <a:schemeClr val="lt1"/>
            </a:solidFill>
          </a:ln>
          <a:effectLst/>
        </c:spPr>
      </c:pivotFmt>
      <c:pivotFmt>
        <c:idx val="4"/>
        <c:spPr>
          <a:solidFill>
            <a:schemeClr val="accent1">
              <a:shade val="68000"/>
            </a:schemeClr>
          </a:solidFill>
          <a:ln w="19050">
            <a:solidFill>
              <a:schemeClr val="lt1"/>
            </a:solidFill>
          </a:ln>
          <a:effectLst/>
        </c:spPr>
      </c:pivotFmt>
      <c:pivotFmt>
        <c:idx val="5"/>
        <c:spPr>
          <a:solidFill>
            <a:schemeClr val="accent1">
              <a:shade val="80000"/>
            </a:schemeClr>
          </a:solidFill>
          <a:ln w="19050">
            <a:solidFill>
              <a:schemeClr val="lt1"/>
            </a:solidFill>
          </a:ln>
          <a:effectLst/>
        </c:spPr>
      </c:pivotFmt>
      <c:pivotFmt>
        <c:idx val="6"/>
        <c:spPr>
          <a:solidFill>
            <a:schemeClr val="accent1">
              <a:shade val="93000"/>
            </a:schemeClr>
          </a:solidFill>
          <a:ln w="19050">
            <a:solidFill>
              <a:schemeClr val="lt1"/>
            </a:solidFill>
          </a:ln>
          <a:effectLst/>
        </c:spPr>
      </c:pivotFmt>
      <c:pivotFmt>
        <c:idx val="7"/>
        <c:spPr>
          <a:solidFill>
            <a:schemeClr val="accent1">
              <a:tint val="94000"/>
            </a:schemeClr>
          </a:solidFill>
          <a:ln w="19050">
            <a:solidFill>
              <a:schemeClr val="lt1"/>
            </a:solidFill>
          </a:ln>
          <a:effectLst/>
        </c:spPr>
      </c:pivotFmt>
      <c:pivotFmt>
        <c:idx val="8"/>
        <c:spPr>
          <a:solidFill>
            <a:schemeClr val="accent1">
              <a:tint val="81000"/>
            </a:schemeClr>
          </a:solidFill>
          <a:ln w="19050">
            <a:solidFill>
              <a:schemeClr val="lt1"/>
            </a:solidFill>
          </a:ln>
          <a:effectLst/>
        </c:spPr>
      </c:pivotFmt>
      <c:pivotFmt>
        <c:idx val="9"/>
        <c:spPr>
          <a:solidFill>
            <a:schemeClr val="accent1">
              <a:tint val="69000"/>
            </a:schemeClr>
          </a:solidFill>
          <a:ln w="19050">
            <a:solidFill>
              <a:schemeClr val="lt1"/>
            </a:solidFill>
          </a:ln>
          <a:effectLst/>
        </c:spPr>
      </c:pivotFmt>
      <c:pivotFmt>
        <c:idx val="10"/>
        <c:spPr>
          <a:solidFill>
            <a:schemeClr val="accent1">
              <a:tint val="56000"/>
            </a:schemeClr>
          </a:solidFill>
          <a:ln w="19050">
            <a:solidFill>
              <a:schemeClr val="lt1"/>
            </a:solidFill>
          </a:ln>
          <a:effectLst/>
        </c:spPr>
      </c:pivotFmt>
      <c:pivotFmt>
        <c:idx val="11"/>
        <c:spPr>
          <a:solidFill>
            <a:schemeClr val="accent1">
              <a:tint val="43000"/>
            </a:schemeClr>
          </a:solidFill>
          <a:ln w="19050">
            <a:solidFill>
              <a:schemeClr val="lt1"/>
            </a:solidFill>
          </a:ln>
          <a:effectLst/>
        </c:spPr>
      </c:pivotFmt>
      <c:pivotFmt>
        <c:idx val="12"/>
        <c:spPr>
          <a:solidFill>
            <a:schemeClr val="accent1"/>
          </a:solidFill>
          <a:ln w="19050">
            <a:solidFill>
              <a:schemeClr val="lt1"/>
            </a:solidFill>
          </a:ln>
          <a:effectLst/>
        </c:spPr>
        <c:marker>
          <c:symbol val="none"/>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13"/>
        <c:spPr>
          <a:solidFill>
            <a:schemeClr val="accent1">
              <a:shade val="42000"/>
            </a:schemeClr>
          </a:solidFill>
          <a:ln w="19050">
            <a:solidFill>
              <a:schemeClr val="lt1"/>
            </a:solidFill>
          </a:ln>
          <a:effectLst/>
        </c:spPr>
      </c:pivotFmt>
      <c:pivotFmt>
        <c:idx val="14"/>
        <c:spPr>
          <a:solidFill>
            <a:schemeClr val="accent1">
              <a:shade val="55000"/>
            </a:schemeClr>
          </a:solidFill>
          <a:ln w="19050">
            <a:solidFill>
              <a:schemeClr val="lt1"/>
            </a:solidFill>
          </a:ln>
          <a:effectLst/>
        </c:spPr>
      </c:pivotFmt>
      <c:pivotFmt>
        <c:idx val="15"/>
        <c:spPr>
          <a:solidFill>
            <a:schemeClr val="accent1">
              <a:shade val="68000"/>
            </a:schemeClr>
          </a:solidFill>
          <a:ln w="19050">
            <a:solidFill>
              <a:schemeClr val="lt1"/>
            </a:solidFill>
          </a:ln>
          <a:effectLst/>
        </c:spPr>
      </c:pivotFmt>
      <c:pivotFmt>
        <c:idx val="16"/>
        <c:spPr>
          <a:solidFill>
            <a:schemeClr val="accent1">
              <a:shade val="80000"/>
            </a:schemeClr>
          </a:solidFill>
          <a:ln w="19050">
            <a:solidFill>
              <a:schemeClr val="lt1"/>
            </a:solidFill>
          </a:ln>
          <a:effectLst/>
        </c:spPr>
      </c:pivotFmt>
      <c:pivotFmt>
        <c:idx val="17"/>
        <c:spPr>
          <a:solidFill>
            <a:schemeClr val="accent1">
              <a:shade val="93000"/>
            </a:schemeClr>
          </a:solidFill>
          <a:ln w="19050">
            <a:solidFill>
              <a:schemeClr val="lt1"/>
            </a:solidFill>
          </a:ln>
          <a:effectLst/>
        </c:spPr>
      </c:pivotFmt>
      <c:pivotFmt>
        <c:idx val="18"/>
        <c:spPr>
          <a:solidFill>
            <a:schemeClr val="accent1">
              <a:tint val="94000"/>
            </a:schemeClr>
          </a:solidFill>
          <a:ln w="19050">
            <a:solidFill>
              <a:schemeClr val="lt1"/>
            </a:solidFill>
          </a:ln>
          <a:effectLst/>
        </c:spPr>
      </c:pivotFmt>
      <c:pivotFmt>
        <c:idx val="19"/>
        <c:spPr>
          <a:solidFill>
            <a:schemeClr val="accent1">
              <a:tint val="81000"/>
            </a:schemeClr>
          </a:solidFill>
          <a:ln w="19050">
            <a:solidFill>
              <a:schemeClr val="lt1"/>
            </a:solidFill>
          </a:ln>
          <a:effectLst/>
        </c:spPr>
      </c:pivotFmt>
      <c:pivotFmt>
        <c:idx val="20"/>
        <c:spPr>
          <a:solidFill>
            <a:schemeClr val="accent1">
              <a:tint val="69000"/>
            </a:schemeClr>
          </a:solidFill>
          <a:ln w="19050">
            <a:solidFill>
              <a:schemeClr val="lt1"/>
            </a:solidFill>
          </a:ln>
          <a:effectLst/>
        </c:spPr>
      </c:pivotFmt>
      <c:pivotFmt>
        <c:idx val="21"/>
        <c:spPr>
          <a:solidFill>
            <a:schemeClr val="accent1">
              <a:tint val="56000"/>
            </a:schemeClr>
          </a:solidFill>
          <a:ln w="19050">
            <a:solidFill>
              <a:schemeClr val="lt1"/>
            </a:solidFill>
          </a:ln>
          <a:effectLst/>
        </c:spPr>
      </c:pivotFmt>
      <c:pivotFmt>
        <c:idx val="22"/>
        <c:spPr>
          <a:solidFill>
            <a:schemeClr val="accent1">
              <a:tint val="43000"/>
            </a:schemeClr>
          </a:solidFill>
          <a:ln w="19050">
            <a:solidFill>
              <a:schemeClr val="lt1"/>
            </a:solidFill>
          </a:ln>
          <a:effectLst/>
        </c:spPr>
      </c:pivotFmt>
    </c:pivotFmts>
    <c:plotArea>
      <c:layout/>
      <c:pieChart>
        <c:varyColors val="1"/>
        <c:ser>
          <c:idx val="0"/>
          <c:order val="0"/>
          <c:tx>
            <c:strRef>
              <c:f>Sheet4!$B$3</c:f>
              <c:strCache>
                <c:ptCount val="1"/>
                <c:pt idx="0">
                  <c:v>Total</c:v>
                </c:pt>
              </c:strCache>
            </c:strRef>
          </c:tx>
          <c:dPt>
            <c:idx val="0"/>
            <c:bubble3D val="0"/>
            <c:spPr>
              <a:solidFill>
                <a:schemeClr val="accent1">
                  <a:shade val="42000"/>
                </a:schemeClr>
              </a:solidFill>
              <a:ln w="19050">
                <a:solidFill>
                  <a:schemeClr val="lt1"/>
                </a:solidFill>
              </a:ln>
              <a:effectLst/>
            </c:spPr>
            <c:extLst>
              <c:ext xmlns:c16="http://schemas.microsoft.com/office/drawing/2014/chart" uri="{C3380CC4-5D6E-409C-BE32-E72D297353CC}">
                <c16:uniqueId val="{00000001-7761-4C5E-93A4-6A56E32BF254}"/>
              </c:ext>
            </c:extLst>
          </c:dPt>
          <c:dPt>
            <c:idx val="1"/>
            <c:bubble3D val="0"/>
            <c:spPr>
              <a:solidFill>
                <a:schemeClr val="accent1">
                  <a:shade val="55000"/>
                </a:schemeClr>
              </a:solidFill>
              <a:ln w="19050">
                <a:solidFill>
                  <a:schemeClr val="lt1"/>
                </a:solidFill>
              </a:ln>
              <a:effectLst/>
            </c:spPr>
            <c:extLst>
              <c:ext xmlns:c16="http://schemas.microsoft.com/office/drawing/2014/chart" uri="{C3380CC4-5D6E-409C-BE32-E72D297353CC}">
                <c16:uniqueId val="{00000003-7761-4C5E-93A4-6A56E32BF254}"/>
              </c:ext>
            </c:extLst>
          </c:dPt>
          <c:dPt>
            <c:idx val="2"/>
            <c:bubble3D val="0"/>
            <c:spPr>
              <a:solidFill>
                <a:schemeClr val="accent1">
                  <a:shade val="68000"/>
                </a:schemeClr>
              </a:solidFill>
              <a:ln w="19050">
                <a:solidFill>
                  <a:schemeClr val="lt1"/>
                </a:solidFill>
              </a:ln>
              <a:effectLst/>
            </c:spPr>
            <c:extLst>
              <c:ext xmlns:c16="http://schemas.microsoft.com/office/drawing/2014/chart" uri="{C3380CC4-5D6E-409C-BE32-E72D297353CC}">
                <c16:uniqueId val="{00000005-7761-4C5E-93A4-6A56E32BF254}"/>
              </c:ext>
            </c:extLst>
          </c:dPt>
          <c:dPt>
            <c:idx val="3"/>
            <c:bubble3D val="0"/>
            <c:spPr>
              <a:solidFill>
                <a:schemeClr val="accent1">
                  <a:shade val="80000"/>
                </a:schemeClr>
              </a:solidFill>
              <a:ln w="19050">
                <a:solidFill>
                  <a:schemeClr val="lt1"/>
                </a:solidFill>
              </a:ln>
              <a:effectLst/>
            </c:spPr>
            <c:extLst>
              <c:ext xmlns:c16="http://schemas.microsoft.com/office/drawing/2014/chart" uri="{C3380CC4-5D6E-409C-BE32-E72D297353CC}">
                <c16:uniqueId val="{00000007-7761-4C5E-93A4-6A56E32BF254}"/>
              </c:ext>
            </c:extLst>
          </c:dPt>
          <c:dPt>
            <c:idx val="4"/>
            <c:bubble3D val="0"/>
            <c:spPr>
              <a:solidFill>
                <a:schemeClr val="accent1">
                  <a:shade val="93000"/>
                </a:schemeClr>
              </a:solidFill>
              <a:ln w="19050">
                <a:solidFill>
                  <a:schemeClr val="lt1"/>
                </a:solidFill>
              </a:ln>
              <a:effectLst/>
            </c:spPr>
            <c:extLst>
              <c:ext xmlns:c16="http://schemas.microsoft.com/office/drawing/2014/chart" uri="{C3380CC4-5D6E-409C-BE32-E72D297353CC}">
                <c16:uniqueId val="{00000009-7761-4C5E-93A4-6A56E32BF254}"/>
              </c:ext>
            </c:extLst>
          </c:dPt>
          <c:dPt>
            <c:idx val="5"/>
            <c:bubble3D val="0"/>
            <c:spPr>
              <a:solidFill>
                <a:schemeClr val="accent1">
                  <a:tint val="94000"/>
                </a:schemeClr>
              </a:solidFill>
              <a:ln w="19050">
                <a:solidFill>
                  <a:schemeClr val="lt1"/>
                </a:solidFill>
              </a:ln>
              <a:effectLst/>
            </c:spPr>
            <c:extLst>
              <c:ext xmlns:c16="http://schemas.microsoft.com/office/drawing/2014/chart" uri="{C3380CC4-5D6E-409C-BE32-E72D297353CC}">
                <c16:uniqueId val="{0000000B-7761-4C5E-93A4-6A56E32BF254}"/>
              </c:ext>
            </c:extLst>
          </c:dPt>
          <c:dPt>
            <c:idx val="6"/>
            <c:bubble3D val="0"/>
            <c:spPr>
              <a:solidFill>
                <a:schemeClr val="accent1">
                  <a:tint val="81000"/>
                </a:schemeClr>
              </a:solidFill>
              <a:ln w="19050">
                <a:solidFill>
                  <a:schemeClr val="lt1"/>
                </a:solidFill>
              </a:ln>
              <a:effectLst/>
            </c:spPr>
            <c:extLst>
              <c:ext xmlns:c16="http://schemas.microsoft.com/office/drawing/2014/chart" uri="{C3380CC4-5D6E-409C-BE32-E72D297353CC}">
                <c16:uniqueId val="{0000000D-7761-4C5E-93A4-6A56E32BF254}"/>
              </c:ext>
            </c:extLst>
          </c:dPt>
          <c:dPt>
            <c:idx val="7"/>
            <c:bubble3D val="0"/>
            <c:spPr>
              <a:solidFill>
                <a:schemeClr val="accent1">
                  <a:tint val="69000"/>
                </a:schemeClr>
              </a:solidFill>
              <a:ln w="19050">
                <a:solidFill>
                  <a:schemeClr val="lt1"/>
                </a:solidFill>
              </a:ln>
              <a:effectLst/>
            </c:spPr>
            <c:extLst>
              <c:ext xmlns:c16="http://schemas.microsoft.com/office/drawing/2014/chart" uri="{C3380CC4-5D6E-409C-BE32-E72D297353CC}">
                <c16:uniqueId val="{0000000F-7761-4C5E-93A4-6A56E32BF254}"/>
              </c:ext>
            </c:extLst>
          </c:dPt>
          <c:dPt>
            <c:idx val="8"/>
            <c:bubble3D val="0"/>
            <c:spPr>
              <a:solidFill>
                <a:schemeClr val="accent1">
                  <a:tint val="56000"/>
                </a:schemeClr>
              </a:solidFill>
              <a:ln w="19050">
                <a:solidFill>
                  <a:schemeClr val="lt1"/>
                </a:solidFill>
              </a:ln>
              <a:effectLst/>
            </c:spPr>
            <c:extLst>
              <c:ext xmlns:c16="http://schemas.microsoft.com/office/drawing/2014/chart" uri="{C3380CC4-5D6E-409C-BE32-E72D297353CC}">
                <c16:uniqueId val="{00000011-7761-4C5E-93A4-6A56E32BF254}"/>
              </c:ext>
            </c:extLst>
          </c:dPt>
          <c:dPt>
            <c:idx val="9"/>
            <c:bubble3D val="0"/>
            <c:spPr>
              <a:solidFill>
                <a:schemeClr val="accent1">
                  <a:tint val="43000"/>
                </a:schemeClr>
              </a:solidFill>
              <a:ln w="19050">
                <a:solidFill>
                  <a:schemeClr val="lt1"/>
                </a:solidFill>
              </a:ln>
              <a:effectLst/>
            </c:spPr>
            <c:extLst>
              <c:ext xmlns:c16="http://schemas.microsoft.com/office/drawing/2014/chart" uri="{C3380CC4-5D6E-409C-BE32-E72D297353CC}">
                <c16:uniqueId val="{00000013-7761-4C5E-93A4-6A56E32BF254}"/>
              </c:ext>
            </c:extLst>
          </c:dPt>
          <c:dLbls>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Sheet4!$A$4:$A$14</c:f>
              <c:strCache>
                <c:ptCount val="10"/>
                <c:pt idx="0">
                  <c:v>0-2</c:v>
                </c:pt>
                <c:pt idx="1">
                  <c:v>10-19</c:v>
                </c:pt>
                <c:pt idx="2">
                  <c:v>20-29</c:v>
                </c:pt>
                <c:pt idx="3">
                  <c:v>30-39</c:v>
                </c:pt>
                <c:pt idx="4">
                  <c:v>3-9</c:v>
                </c:pt>
                <c:pt idx="5">
                  <c:v>40-49</c:v>
                </c:pt>
                <c:pt idx="6">
                  <c:v>50-59</c:v>
                </c:pt>
                <c:pt idx="7">
                  <c:v>60-69</c:v>
                </c:pt>
                <c:pt idx="8">
                  <c:v>70+</c:v>
                </c:pt>
                <c:pt idx="9">
                  <c:v>(blank)</c:v>
                </c:pt>
              </c:strCache>
            </c:strRef>
          </c:cat>
          <c:val>
            <c:numRef>
              <c:f>Sheet4!$B$4:$B$14</c:f>
              <c:numCache>
                <c:formatCode>General</c:formatCode>
                <c:ptCount val="10"/>
                <c:pt idx="0">
                  <c:v>15</c:v>
                </c:pt>
                <c:pt idx="1">
                  <c:v>208</c:v>
                </c:pt>
                <c:pt idx="2">
                  <c:v>614</c:v>
                </c:pt>
                <c:pt idx="3">
                  <c:v>339</c:v>
                </c:pt>
                <c:pt idx="4">
                  <c:v>176</c:v>
                </c:pt>
                <c:pt idx="5">
                  <c:v>132</c:v>
                </c:pt>
                <c:pt idx="6">
                  <c:v>59</c:v>
                </c:pt>
                <c:pt idx="7">
                  <c:v>11</c:v>
                </c:pt>
                <c:pt idx="8">
                  <c:v>1</c:v>
                </c:pt>
              </c:numCache>
            </c:numRef>
          </c:val>
          <c:extLst>
            <c:ext xmlns:c16="http://schemas.microsoft.com/office/drawing/2014/chart" uri="{C3380CC4-5D6E-409C-BE32-E72D297353CC}">
              <c16:uniqueId val="{00000014-7761-4C5E-93A4-6A56E32BF254}"/>
            </c:ext>
          </c:extLst>
        </c:ser>
        <c:dLbls>
          <c:showLegendKey val="0"/>
          <c:showVal val="0"/>
          <c:showCatName val="0"/>
          <c:showSerName val="0"/>
          <c:showPercent val="0"/>
          <c:showBubbleSize val="0"/>
          <c:showLeaderLines val="0"/>
        </c:dLbls>
        <c:firstSliceAng val="0"/>
      </c:pie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8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[fairface_trndata_dlib_balanced.xlsx]Sheet6!PivotTable1</c:name>
    <c:fmtId val="-1"/>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Sheet6!$B$3</c:f>
              <c:strCache>
                <c:ptCount val="1"/>
                <c:pt idx="0">
                  <c:v>Total</c:v>
                </c:pt>
              </c:strCache>
            </c:strRef>
          </c:tx>
          <c:spPr>
            <a:solidFill>
              <a:schemeClr val="accent1"/>
            </a:solidFill>
            <a:ln>
              <a:noFill/>
            </a:ln>
            <a:effectLst/>
          </c:spPr>
          <c:invertIfNegative val="0"/>
          <c:cat>
            <c:multiLvlStrRef>
              <c:f>Sheet6!$A$4:$A$14</c:f>
              <c:multiLvlStrCache>
                <c:ptCount val="8"/>
                <c:lvl>
                  <c:pt idx="0">
                    <c:v>Asian</c:v>
                  </c:pt>
                  <c:pt idx="1">
                    <c:v>Black</c:v>
                  </c:pt>
                  <c:pt idx="2">
                    <c:v>Indian</c:v>
                  </c:pt>
                  <c:pt idx="3">
                    <c:v>White</c:v>
                  </c:pt>
                  <c:pt idx="4">
                    <c:v>Asian</c:v>
                  </c:pt>
                  <c:pt idx="5">
                    <c:v>Black</c:v>
                  </c:pt>
                  <c:pt idx="6">
                    <c:v>Indian</c:v>
                  </c:pt>
                  <c:pt idx="7">
                    <c:v>White</c:v>
                  </c:pt>
                </c:lvl>
                <c:lvl>
                  <c:pt idx="0">
                    <c:v>Female</c:v>
                  </c:pt>
                  <c:pt idx="4">
                    <c:v>Male</c:v>
                  </c:pt>
                </c:lvl>
              </c:multiLvlStrCache>
            </c:multiLvlStrRef>
          </c:cat>
          <c:val>
            <c:numRef>
              <c:f>Sheet6!$B$4:$B$14</c:f>
              <c:numCache>
                <c:formatCode>General</c:formatCode>
                <c:ptCount val="8"/>
                <c:pt idx="0">
                  <c:v>6000</c:v>
                </c:pt>
                <c:pt idx="1">
                  <c:v>5999</c:v>
                </c:pt>
                <c:pt idx="2">
                  <c:v>6000</c:v>
                </c:pt>
                <c:pt idx="3">
                  <c:v>6000</c:v>
                </c:pt>
                <c:pt idx="4">
                  <c:v>6000</c:v>
                </c:pt>
                <c:pt idx="5">
                  <c:v>5998</c:v>
                </c:pt>
                <c:pt idx="6">
                  <c:v>6000</c:v>
                </c:pt>
                <c:pt idx="7">
                  <c:v>6000</c:v>
                </c:pt>
              </c:numCache>
            </c:numRef>
          </c:val>
          <c:extLst>
            <c:ext xmlns:c16="http://schemas.microsoft.com/office/drawing/2014/chart" uri="{C3380CC4-5D6E-409C-BE32-E72D297353CC}">
              <c16:uniqueId val="{00000000-AA8E-4693-A85E-22D08DA80A58}"/>
            </c:ext>
          </c:extLst>
        </c:ser>
        <c:dLbls>
          <c:showLegendKey val="0"/>
          <c:showVal val="0"/>
          <c:showCatName val="0"/>
          <c:showSerName val="0"/>
          <c:showPercent val="0"/>
          <c:showBubbleSize val="0"/>
        </c:dLbls>
        <c:gapWidth val="219"/>
        <c:overlap val="-27"/>
        <c:axId val="1238941936"/>
        <c:axId val="1238087584"/>
      </c:barChart>
      <c:catAx>
        <c:axId val="123894193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38087584"/>
        <c:crosses val="autoZero"/>
        <c:auto val="1"/>
        <c:lblAlgn val="ctr"/>
        <c:lblOffset val="100"/>
        <c:noMultiLvlLbl val="0"/>
      </c:catAx>
      <c:valAx>
        <c:axId val="1238087584"/>
        <c:scaling>
          <c:orientation val="minMax"/>
          <c:min val="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38941936"/>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8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[fairface_bal_gen_ddgan_dlib.xlsx]Sheet6!PivotTable5</c:name>
    <c:fmtId val="5"/>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Sheet6!$B$3</c:f>
              <c:strCache>
                <c:ptCount val="1"/>
                <c:pt idx="0">
                  <c:v>Total</c:v>
                </c:pt>
              </c:strCache>
            </c:strRef>
          </c:tx>
          <c:spPr>
            <a:solidFill>
              <a:schemeClr val="accent1"/>
            </a:solidFill>
            <a:ln>
              <a:noFill/>
            </a:ln>
            <a:effectLst/>
          </c:spPr>
          <c:invertIfNegative val="0"/>
          <c:cat>
            <c:multiLvlStrRef>
              <c:f>Sheet6!$A$4:$A$14</c:f>
              <c:multiLvlStrCache>
                <c:ptCount val="8"/>
                <c:lvl>
                  <c:pt idx="0">
                    <c:v>Asian</c:v>
                  </c:pt>
                  <c:pt idx="1">
                    <c:v>Black</c:v>
                  </c:pt>
                  <c:pt idx="2">
                    <c:v>Indian</c:v>
                  </c:pt>
                  <c:pt idx="3">
                    <c:v>White</c:v>
                  </c:pt>
                  <c:pt idx="4">
                    <c:v>Asian</c:v>
                  </c:pt>
                  <c:pt idx="5">
                    <c:v>Black</c:v>
                  </c:pt>
                  <c:pt idx="6">
                    <c:v>Indian</c:v>
                  </c:pt>
                  <c:pt idx="7">
                    <c:v>White</c:v>
                  </c:pt>
                </c:lvl>
                <c:lvl>
                  <c:pt idx="0">
                    <c:v>Female</c:v>
                  </c:pt>
                  <c:pt idx="4">
                    <c:v>Male</c:v>
                  </c:pt>
                </c:lvl>
              </c:multiLvlStrCache>
            </c:multiLvlStrRef>
          </c:cat>
          <c:val>
            <c:numRef>
              <c:f>Sheet6!$B$4:$B$14</c:f>
              <c:numCache>
                <c:formatCode>General</c:formatCode>
                <c:ptCount val="8"/>
                <c:pt idx="0">
                  <c:v>418</c:v>
                </c:pt>
                <c:pt idx="1">
                  <c:v>336</c:v>
                </c:pt>
                <c:pt idx="2">
                  <c:v>559</c:v>
                </c:pt>
                <c:pt idx="3">
                  <c:v>345</c:v>
                </c:pt>
                <c:pt idx="4">
                  <c:v>288</c:v>
                </c:pt>
                <c:pt idx="5">
                  <c:v>218</c:v>
                </c:pt>
                <c:pt idx="6">
                  <c:v>444</c:v>
                </c:pt>
                <c:pt idx="7">
                  <c:v>289</c:v>
                </c:pt>
              </c:numCache>
            </c:numRef>
          </c:val>
          <c:extLst>
            <c:ext xmlns:c16="http://schemas.microsoft.com/office/drawing/2014/chart" uri="{C3380CC4-5D6E-409C-BE32-E72D297353CC}">
              <c16:uniqueId val="{00000000-5A08-4686-8403-320846992C4E}"/>
            </c:ext>
          </c:extLst>
        </c:ser>
        <c:dLbls>
          <c:showLegendKey val="0"/>
          <c:showVal val="0"/>
          <c:showCatName val="0"/>
          <c:showSerName val="0"/>
          <c:showPercent val="0"/>
          <c:showBubbleSize val="0"/>
        </c:dLbls>
        <c:gapWidth val="219"/>
        <c:overlap val="-27"/>
        <c:axId val="1407963711"/>
        <c:axId val="1419132975"/>
      </c:barChart>
      <c:catAx>
        <c:axId val="140796371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19132975"/>
        <c:crosses val="autoZero"/>
        <c:auto val="1"/>
        <c:lblAlgn val="ctr"/>
        <c:lblOffset val="100"/>
        <c:noMultiLvlLbl val="0"/>
      </c:catAx>
      <c:valAx>
        <c:axId val="1419132975"/>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07963711"/>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9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[fairface_trndata_dlib_balanced.xlsx]Sheet7!PivotTable1</c:name>
    <c:fmtId val="-1"/>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Sheet7!$B$3</c:f>
              <c:strCache>
                <c:ptCount val="1"/>
                <c:pt idx="0">
                  <c:v>Total</c:v>
                </c:pt>
              </c:strCache>
            </c:strRef>
          </c:tx>
          <c:spPr>
            <a:solidFill>
              <a:schemeClr val="accent6">
                <a:lumMod val="75000"/>
              </a:schemeClr>
            </a:solidFill>
            <a:ln>
              <a:noFill/>
            </a:ln>
            <a:effectLst/>
          </c:spPr>
          <c:invertIfNegative val="0"/>
          <c:cat>
            <c:multiLvlStrRef>
              <c:f>Sheet7!$A$4:$A$16</c:f>
              <c:multiLvlStrCache>
                <c:ptCount val="8"/>
                <c:lvl>
                  <c:pt idx="0">
                    <c:v>Female</c:v>
                  </c:pt>
                  <c:pt idx="1">
                    <c:v>Male</c:v>
                  </c:pt>
                  <c:pt idx="2">
                    <c:v>Female</c:v>
                  </c:pt>
                  <c:pt idx="3">
                    <c:v>Male</c:v>
                  </c:pt>
                  <c:pt idx="4">
                    <c:v>Female</c:v>
                  </c:pt>
                  <c:pt idx="5">
                    <c:v>Male</c:v>
                  </c:pt>
                  <c:pt idx="6">
                    <c:v>Female</c:v>
                  </c:pt>
                  <c:pt idx="7">
                    <c:v>Male</c:v>
                  </c:pt>
                </c:lvl>
                <c:lvl>
                  <c:pt idx="0">
                    <c:v>Asian</c:v>
                  </c:pt>
                  <c:pt idx="2">
                    <c:v>Black</c:v>
                  </c:pt>
                  <c:pt idx="4">
                    <c:v>Indian</c:v>
                  </c:pt>
                  <c:pt idx="6">
                    <c:v>White</c:v>
                  </c:pt>
                </c:lvl>
              </c:multiLvlStrCache>
            </c:multiLvlStrRef>
          </c:cat>
          <c:val>
            <c:numRef>
              <c:f>Sheet7!$B$4:$B$16</c:f>
              <c:numCache>
                <c:formatCode>General</c:formatCode>
                <c:ptCount val="8"/>
                <c:pt idx="0">
                  <c:v>6000</c:v>
                </c:pt>
                <c:pt idx="1">
                  <c:v>6000</c:v>
                </c:pt>
                <c:pt idx="2">
                  <c:v>5999</c:v>
                </c:pt>
                <c:pt idx="3">
                  <c:v>5998</c:v>
                </c:pt>
                <c:pt idx="4">
                  <c:v>6000</c:v>
                </c:pt>
                <c:pt idx="5">
                  <c:v>6000</c:v>
                </c:pt>
                <c:pt idx="6">
                  <c:v>6000</c:v>
                </c:pt>
                <c:pt idx="7">
                  <c:v>6000</c:v>
                </c:pt>
              </c:numCache>
            </c:numRef>
          </c:val>
          <c:extLst>
            <c:ext xmlns:c16="http://schemas.microsoft.com/office/drawing/2014/chart" uri="{C3380CC4-5D6E-409C-BE32-E72D297353CC}">
              <c16:uniqueId val="{00000000-4659-41EE-9CDB-2EA14F1ED990}"/>
            </c:ext>
          </c:extLst>
        </c:ser>
        <c:dLbls>
          <c:showLegendKey val="0"/>
          <c:showVal val="0"/>
          <c:showCatName val="0"/>
          <c:showSerName val="0"/>
          <c:showPercent val="0"/>
          <c:showBubbleSize val="0"/>
        </c:dLbls>
        <c:gapWidth val="219"/>
        <c:overlap val="-27"/>
        <c:axId val="1174055440"/>
        <c:axId val="1099916368"/>
      </c:barChart>
      <c:catAx>
        <c:axId val="117405544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99916368"/>
        <c:crosses val="autoZero"/>
        <c:auto val="1"/>
        <c:lblAlgn val="ctr"/>
        <c:lblOffset val="100"/>
        <c:noMultiLvlLbl val="0"/>
      </c:catAx>
      <c:valAx>
        <c:axId val="1099916368"/>
        <c:scaling>
          <c:orientation val="minMax"/>
          <c:min val="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74055440"/>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9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[fairface_bal_gen_ddgan_dlib.xlsx]Sheet5!PivotTable4</c:name>
    <c:fmtId val="6"/>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Sheet5!$B$3</c:f>
              <c:strCache>
                <c:ptCount val="1"/>
                <c:pt idx="0">
                  <c:v>Total</c:v>
                </c:pt>
              </c:strCache>
            </c:strRef>
          </c:tx>
          <c:spPr>
            <a:solidFill>
              <a:schemeClr val="accent6">
                <a:lumMod val="75000"/>
              </a:schemeClr>
            </a:solidFill>
            <a:ln>
              <a:noFill/>
            </a:ln>
            <a:effectLst/>
          </c:spPr>
          <c:invertIfNegative val="0"/>
          <c:cat>
            <c:multiLvlStrRef>
              <c:f>Sheet5!$A$4:$A$16</c:f>
              <c:multiLvlStrCache>
                <c:ptCount val="8"/>
                <c:lvl>
                  <c:pt idx="0">
                    <c:v>Female</c:v>
                  </c:pt>
                  <c:pt idx="1">
                    <c:v>Male</c:v>
                  </c:pt>
                  <c:pt idx="2">
                    <c:v>Female</c:v>
                  </c:pt>
                  <c:pt idx="3">
                    <c:v>Male</c:v>
                  </c:pt>
                  <c:pt idx="4">
                    <c:v>Female</c:v>
                  </c:pt>
                  <c:pt idx="5">
                    <c:v>Male</c:v>
                  </c:pt>
                  <c:pt idx="6">
                    <c:v>Female</c:v>
                  </c:pt>
                  <c:pt idx="7">
                    <c:v>Male</c:v>
                  </c:pt>
                </c:lvl>
                <c:lvl>
                  <c:pt idx="0">
                    <c:v>Asian</c:v>
                  </c:pt>
                  <c:pt idx="2">
                    <c:v>Black</c:v>
                  </c:pt>
                  <c:pt idx="4">
                    <c:v>Indian</c:v>
                  </c:pt>
                  <c:pt idx="6">
                    <c:v>White</c:v>
                  </c:pt>
                </c:lvl>
              </c:multiLvlStrCache>
            </c:multiLvlStrRef>
          </c:cat>
          <c:val>
            <c:numRef>
              <c:f>Sheet5!$B$4:$B$16</c:f>
              <c:numCache>
                <c:formatCode>General</c:formatCode>
                <c:ptCount val="8"/>
                <c:pt idx="0">
                  <c:v>418</c:v>
                </c:pt>
                <c:pt idx="1">
                  <c:v>288</c:v>
                </c:pt>
                <c:pt idx="2">
                  <c:v>336</c:v>
                </c:pt>
                <c:pt idx="3">
                  <c:v>218</c:v>
                </c:pt>
                <c:pt idx="4">
                  <c:v>559</c:v>
                </c:pt>
                <c:pt idx="5">
                  <c:v>444</c:v>
                </c:pt>
                <c:pt idx="6">
                  <c:v>345</c:v>
                </c:pt>
                <c:pt idx="7">
                  <c:v>289</c:v>
                </c:pt>
              </c:numCache>
            </c:numRef>
          </c:val>
          <c:extLst>
            <c:ext xmlns:c16="http://schemas.microsoft.com/office/drawing/2014/chart" uri="{C3380CC4-5D6E-409C-BE32-E72D297353CC}">
              <c16:uniqueId val="{00000000-5E15-4249-81A4-4EB1DE880A60}"/>
            </c:ext>
          </c:extLst>
        </c:ser>
        <c:dLbls>
          <c:showLegendKey val="0"/>
          <c:showVal val="0"/>
          <c:showCatName val="0"/>
          <c:showSerName val="0"/>
          <c:showPercent val="0"/>
          <c:showBubbleSize val="0"/>
        </c:dLbls>
        <c:gapWidth val="219"/>
        <c:overlap val="-27"/>
        <c:axId val="1407970431"/>
        <c:axId val="1407998543"/>
      </c:barChart>
      <c:catAx>
        <c:axId val="140797043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07998543"/>
        <c:crosses val="autoZero"/>
        <c:auto val="1"/>
        <c:lblAlgn val="ctr"/>
        <c:lblOffset val="100"/>
        <c:noMultiLvlLbl val="0"/>
      </c:catAx>
      <c:valAx>
        <c:axId val="1407998543"/>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07970431"/>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withinLinearReversed" id="26">
  <a:schemeClr val="accent6"/>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1.xml><?xml version="1.0" encoding="utf-8"?>
<cs:colorStyle xmlns:cs="http://schemas.microsoft.com/office/drawing/2012/chartStyle" xmlns:a="http://schemas.openxmlformats.org/drawingml/2006/main" meth="withinLinear" id="14">
  <a:schemeClr val="accent1"/>
</cs:colorStyle>
</file>

<file path=ppt/charts/colors42.xml><?xml version="1.0" encoding="utf-8"?>
<cs:colorStyle xmlns:cs="http://schemas.microsoft.com/office/drawing/2012/chartStyle" xmlns:a="http://schemas.openxmlformats.org/drawingml/2006/main" meth="withinLinear" id="14">
  <a:schemeClr val="accent1"/>
</cs:colorStyle>
</file>

<file path=ppt/charts/colors43.xml><?xml version="1.0" encoding="utf-8"?>
<cs:colorStyle xmlns:cs="http://schemas.microsoft.com/office/drawing/2012/chartStyle" xmlns:a="http://schemas.openxmlformats.org/drawingml/2006/main" meth="withinLinear" id="14">
  <a:schemeClr val="accent1"/>
</cs:colorStyle>
</file>

<file path=ppt/charts/colors44.xml><?xml version="1.0" encoding="utf-8"?>
<cs:colorStyle xmlns:cs="http://schemas.microsoft.com/office/drawing/2012/chartStyle" xmlns:a="http://schemas.openxmlformats.org/drawingml/2006/main" meth="withinLinear" id="14">
  <a:schemeClr val="accent1"/>
</cs:colorStyle>
</file>

<file path=ppt/charts/colors45.xml><?xml version="1.0" encoding="utf-8"?>
<cs:colorStyle xmlns:cs="http://schemas.microsoft.com/office/drawing/2012/chartStyle" xmlns:a="http://schemas.openxmlformats.org/drawingml/2006/main" meth="withinLinear" id="14">
  <a:schemeClr val="accent1"/>
</cs:colorStyle>
</file>

<file path=ppt/charts/colors46.xml><?xml version="1.0" encoding="utf-8"?>
<cs:colorStyle xmlns:cs="http://schemas.microsoft.com/office/drawing/2012/chartStyle" xmlns:a="http://schemas.openxmlformats.org/drawingml/2006/main" meth="withinLinear" id="14">
  <a:schemeClr val="accent1"/>
</cs:colorStyle>
</file>

<file path=ppt/charts/colors47.xml><?xml version="1.0" encoding="utf-8"?>
<cs:colorStyle xmlns:cs="http://schemas.microsoft.com/office/drawing/2012/chartStyle" xmlns:a="http://schemas.openxmlformats.org/drawingml/2006/main" meth="withinLinear" id="14">
  <a:schemeClr val="accent1"/>
</cs:colorStyle>
</file>

<file path=ppt/charts/colors48.xml><?xml version="1.0" encoding="utf-8"?>
<cs:colorStyle xmlns:cs="http://schemas.microsoft.com/office/drawing/2012/chartStyle" xmlns:a="http://schemas.openxmlformats.org/drawingml/2006/main" meth="withinLinear" id="14">
  <a:schemeClr val="accent1"/>
</cs:colorStyle>
</file>

<file path=ppt/charts/colors49.xml><?xml version="1.0" encoding="utf-8"?>
<cs:colorStyle xmlns:cs="http://schemas.microsoft.com/office/drawing/2012/chartStyle" xmlns:a="http://schemas.openxmlformats.org/drawingml/2006/main" meth="withinLinear" id="14">
  <a:schemeClr val="accent1"/>
</cs:colorStyle>
</file>

<file path=ppt/charts/colors50.xml><?xml version="1.0" encoding="utf-8"?>
<cs:colorStyle xmlns:cs="http://schemas.microsoft.com/office/drawing/2012/chartStyle" xmlns:a="http://schemas.openxmlformats.org/drawingml/2006/main" meth="withinLinear" id="14">
  <a:schemeClr val="accent1"/>
</cs:colorStyle>
</file>

<file path=ppt/charts/colors51.xml><?xml version="1.0" encoding="utf-8"?>
<cs:colorStyle xmlns:cs="http://schemas.microsoft.com/office/drawing/2012/chartStyle" xmlns:a="http://schemas.openxmlformats.org/drawingml/2006/main" meth="withinLinear" id="14">
  <a:schemeClr val="accent1"/>
</cs:colorStyle>
</file>

<file path=ppt/charts/colors52.xml><?xml version="1.0" encoding="utf-8"?>
<cs:colorStyle xmlns:cs="http://schemas.microsoft.com/office/drawing/2012/chartStyle" xmlns:a="http://schemas.openxmlformats.org/drawingml/2006/main" meth="withinLinear" id="14">
  <a:schemeClr val="accent1"/>
</cs:colorStyle>
</file>

<file path=ppt/charts/colors5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7.xml><?xml version="1.0" encoding="utf-8"?>
<cs:colorStyle xmlns:cs="http://schemas.microsoft.com/office/drawing/2012/chartStyle" xmlns:a="http://schemas.openxmlformats.org/drawingml/2006/main" meth="withinLinearReversed" id="26">
  <a:schemeClr val="accent6"/>
</cs:colorStyle>
</file>

<file path=ppt/charts/colors5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1.xml><?xml version="1.0" encoding="utf-8"?>
<cs:colorStyle xmlns:cs="http://schemas.microsoft.com/office/drawing/2012/chartStyle" xmlns:a="http://schemas.openxmlformats.org/drawingml/2006/main" meth="withinLinear" id="14">
  <a:schemeClr val="accent1"/>
</cs:colorStyle>
</file>

<file path=ppt/charts/colors62.xml><?xml version="1.0" encoding="utf-8"?>
<cs:colorStyle xmlns:cs="http://schemas.microsoft.com/office/drawing/2012/chartStyle" xmlns:a="http://schemas.openxmlformats.org/drawingml/2006/main" meth="withinLinear" id="14">
  <a:schemeClr val="accent1"/>
</cs:colorStyle>
</file>

<file path=ppt/charts/colors63.xml><?xml version="1.0" encoding="utf-8"?>
<cs:colorStyle xmlns:cs="http://schemas.microsoft.com/office/drawing/2012/chartStyle" xmlns:a="http://schemas.openxmlformats.org/drawingml/2006/main" meth="withinLinear" id="14">
  <a:schemeClr val="accent1"/>
</cs:colorStyle>
</file>

<file path=ppt/charts/colors64.xml><?xml version="1.0" encoding="utf-8"?>
<cs:colorStyle xmlns:cs="http://schemas.microsoft.com/office/drawing/2012/chartStyle" xmlns:a="http://schemas.openxmlformats.org/drawingml/2006/main" meth="withinLinear" id="14">
  <a:schemeClr val="accent1"/>
</cs:colorStyle>
</file>

<file path=ppt/charts/colors65.xml><?xml version="1.0" encoding="utf-8"?>
<cs:colorStyle xmlns:cs="http://schemas.microsoft.com/office/drawing/2012/chartStyle" xmlns:a="http://schemas.openxmlformats.org/drawingml/2006/main" meth="withinLinear" id="14">
  <a:schemeClr val="accent1"/>
</cs:colorStyle>
</file>

<file path=ppt/charts/colors66.xml><?xml version="1.0" encoding="utf-8"?>
<cs:colorStyle xmlns:cs="http://schemas.microsoft.com/office/drawing/2012/chartStyle" xmlns:a="http://schemas.openxmlformats.org/drawingml/2006/main" meth="withinLinear" id="14">
  <a:schemeClr val="accent1"/>
</cs:colorStyle>
</file>

<file path=ppt/charts/colors67.xml><?xml version="1.0" encoding="utf-8"?>
<cs:colorStyle xmlns:cs="http://schemas.microsoft.com/office/drawing/2012/chartStyle" xmlns:a="http://schemas.openxmlformats.org/drawingml/2006/main" meth="withinLinear" id="14">
  <a:schemeClr val="accent1"/>
</cs:colorStyle>
</file>

<file path=ppt/charts/colors68.xml><?xml version="1.0" encoding="utf-8"?>
<cs:colorStyle xmlns:cs="http://schemas.microsoft.com/office/drawing/2012/chartStyle" xmlns:a="http://schemas.openxmlformats.org/drawingml/2006/main" meth="withinLinear" id="14">
  <a:schemeClr val="accent1"/>
</cs:colorStyle>
</file>

<file path=ppt/charts/colors69.xml><?xml version="1.0" encoding="utf-8"?>
<cs:colorStyle xmlns:cs="http://schemas.microsoft.com/office/drawing/2012/chartStyle" xmlns:a="http://schemas.openxmlformats.org/drawingml/2006/main" meth="withinLinear" id="14">
  <a:schemeClr val="accent1"/>
</cs:colorStyle>
</file>

<file path=ppt/charts/colors7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6.xml><?xml version="1.0" encoding="utf-8"?>
<cs:colorStyle xmlns:cs="http://schemas.microsoft.com/office/drawing/2012/chartStyle" xmlns:a="http://schemas.openxmlformats.org/drawingml/2006/main" meth="withinLinear" id="14">
  <a:schemeClr val="accent1"/>
</cs:colorStyle>
</file>

<file path=ppt/charts/colors77.xml><?xml version="1.0" encoding="utf-8"?>
<cs:colorStyle xmlns:cs="http://schemas.microsoft.com/office/drawing/2012/chartStyle" xmlns:a="http://schemas.openxmlformats.org/drawingml/2006/main" meth="withinLinear" id="14">
  <a:schemeClr val="accent1"/>
</cs:colorStyle>
</file>

<file path=ppt/charts/colors78.xml><?xml version="1.0" encoding="utf-8"?>
<cs:colorStyle xmlns:cs="http://schemas.microsoft.com/office/drawing/2012/chartStyle" xmlns:a="http://schemas.openxmlformats.org/drawingml/2006/main" meth="withinLinear" id="14">
  <a:schemeClr val="accent1"/>
</cs:colorStyle>
</file>

<file path=ppt/charts/colors79.xml><?xml version="1.0" encoding="utf-8"?>
<cs:colorStyle xmlns:cs="http://schemas.microsoft.com/office/drawing/2012/chartStyle" xmlns:a="http://schemas.openxmlformats.org/drawingml/2006/main" meth="withinLinear" id="14">
  <a:schemeClr val="accent1"/>
</cs:colorStyle>
</file>

<file path=ppt/charts/colors80.xml><?xml version="1.0" encoding="utf-8"?>
<cs:colorStyle xmlns:cs="http://schemas.microsoft.com/office/drawing/2012/chartStyle" xmlns:a="http://schemas.openxmlformats.org/drawingml/2006/main" meth="withinLinear" id="14">
  <a:schemeClr val="accent1"/>
</cs:colorStyle>
</file>

<file path=ppt/charts/colors81.xml><?xml version="1.0" encoding="utf-8"?>
<cs:colorStyle xmlns:cs="http://schemas.microsoft.com/office/drawing/2012/chartStyle" xmlns:a="http://schemas.openxmlformats.org/drawingml/2006/main" meth="withinLinear" id="14">
  <a:schemeClr val="accent1"/>
</cs:colorStyle>
</file>

<file path=ppt/charts/colors82.xml><?xml version="1.0" encoding="utf-8"?>
<cs:colorStyle xmlns:cs="http://schemas.microsoft.com/office/drawing/2012/chartStyle" xmlns:a="http://schemas.openxmlformats.org/drawingml/2006/main" meth="withinLinear" id="14">
  <a:schemeClr val="accent1"/>
</cs:colorStyle>
</file>

<file path=ppt/charts/colors83.xml><?xml version="1.0" encoding="utf-8"?>
<cs:colorStyle xmlns:cs="http://schemas.microsoft.com/office/drawing/2012/chartStyle" xmlns:a="http://schemas.openxmlformats.org/drawingml/2006/main" meth="withinLinear" id="14">
  <a:schemeClr val="accent1"/>
</cs:colorStyle>
</file>

<file path=ppt/charts/colors84.xml><?xml version="1.0" encoding="utf-8"?>
<cs:colorStyle xmlns:cs="http://schemas.microsoft.com/office/drawing/2012/chartStyle" xmlns:a="http://schemas.openxmlformats.org/drawingml/2006/main" meth="withinLinear" id="14">
  <a:schemeClr val="accent1"/>
</cs:colorStyle>
</file>

<file path=ppt/charts/colors85.xml><?xml version="1.0" encoding="utf-8"?>
<cs:colorStyle xmlns:cs="http://schemas.microsoft.com/office/drawing/2012/chartStyle" xmlns:a="http://schemas.openxmlformats.org/drawingml/2006/main" meth="withinLinear" id="14">
  <a:schemeClr val="accent1"/>
</cs:colorStyle>
</file>

<file path=ppt/charts/colors86.xml><?xml version="1.0" encoding="utf-8"?>
<cs:colorStyle xmlns:cs="http://schemas.microsoft.com/office/drawing/2012/chartStyle" xmlns:a="http://schemas.openxmlformats.org/drawingml/2006/main" meth="withinLinear" id="14">
  <a:schemeClr val="accent1"/>
</cs:colorStyle>
</file>

<file path=ppt/charts/colors87.xml><?xml version="1.0" encoding="utf-8"?>
<cs:colorStyle xmlns:cs="http://schemas.microsoft.com/office/drawing/2012/chartStyle" xmlns:a="http://schemas.openxmlformats.org/drawingml/2006/main" meth="withinLinear" id="14">
  <a:schemeClr val="accent1"/>
</cs:colorStyle>
</file>

<file path=ppt/charts/colors8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7.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8.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9.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0.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7.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8.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9.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7.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8.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9.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0.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7.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FE9DB346-41A7-4E73-A0DA-000F1C5CB949}" type="datetimeFigureOut">
              <a:rPr lang="en-US" smtClean="0"/>
              <a:t>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092D3-77BC-41A3-AF67-2B908B160195}" type="slidenum">
              <a:rPr lang="en-US" smtClean="0"/>
              <a:t>‹#›</a:t>
            </a:fld>
            <a:endParaRPr lang="en-US"/>
          </a:p>
        </p:txBody>
      </p:sp>
    </p:spTree>
    <p:extLst>
      <p:ext uri="{BB962C8B-B14F-4D97-AF65-F5344CB8AC3E}">
        <p14:creationId xmlns:p14="http://schemas.microsoft.com/office/powerpoint/2010/main" val="24979465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E9DB346-41A7-4E73-A0DA-000F1C5CB949}" type="datetimeFigureOut">
              <a:rPr lang="en-US" smtClean="0"/>
              <a:t>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092D3-77BC-41A3-AF67-2B908B160195}" type="slidenum">
              <a:rPr lang="en-US" smtClean="0"/>
              <a:t>‹#›</a:t>
            </a:fld>
            <a:endParaRPr lang="en-US"/>
          </a:p>
        </p:txBody>
      </p:sp>
    </p:spTree>
    <p:extLst>
      <p:ext uri="{BB962C8B-B14F-4D97-AF65-F5344CB8AC3E}">
        <p14:creationId xmlns:p14="http://schemas.microsoft.com/office/powerpoint/2010/main" val="3806348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E9DB346-41A7-4E73-A0DA-000F1C5CB949}" type="datetimeFigureOut">
              <a:rPr lang="en-US" smtClean="0"/>
              <a:t>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092D3-77BC-41A3-AF67-2B908B160195}" type="slidenum">
              <a:rPr lang="en-US" smtClean="0"/>
              <a:t>‹#›</a:t>
            </a:fld>
            <a:endParaRPr lang="en-US"/>
          </a:p>
        </p:txBody>
      </p:sp>
    </p:spTree>
    <p:extLst>
      <p:ext uri="{BB962C8B-B14F-4D97-AF65-F5344CB8AC3E}">
        <p14:creationId xmlns:p14="http://schemas.microsoft.com/office/powerpoint/2010/main" val="27561171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E9DB346-41A7-4E73-A0DA-000F1C5CB949}" type="datetimeFigureOut">
              <a:rPr lang="en-US" smtClean="0"/>
              <a:t>2/6/2024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092D3-77BC-41A3-AF67-2B908B160195}" type="slidenum">
              <a:rPr lang="en-US" smtClean="0"/>
              <a:t>‹#›</a:t>
            </a:fld>
            <a:endParaRPr lang="en-US"/>
          </a:p>
        </p:txBody>
      </p:sp>
    </p:spTree>
    <p:extLst>
      <p:ext uri="{BB962C8B-B14F-4D97-AF65-F5344CB8AC3E}">
        <p14:creationId xmlns:p14="http://schemas.microsoft.com/office/powerpoint/2010/main" val="1109899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E9DB346-41A7-4E73-A0DA-000F1C5CB949}" type="datetimeFigureOut">
              <a:rPr lang="en-US" smtClean="0"/>
              <a:t>2/6/2024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27092D3-77BC-41A3-AF67-2B908B160195}" type="slidenum">
              <a:rPr lang="en-US" smtClean="0"/>
              <a:t>‹#›</a:t>
            </a:fld>
            <a:endParaRPr lang="en-US"/>
          </a:p>
        </p:txBody>
      </p:sp>
    </p:spTree>
    <p:extLst>
      <p:ext uri="{BB962C8B-B14F-4D97-AF65-F5344CB8AC3E}">
        <p14:creationId xmlns:p14="http://schemas.microsoft.com/office/powerpoint/2010/main" val="21819725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E9DB346-41A7-4E73-A0DA-000F1C5CB949}" type="datetimeFigureOut">
              <a:rPr lang="en-US" smtClean="0"/>
              <a:t>2/6/2024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27092D3-77BC-41A3-AF67-2B908B160195}" type="slidenum">
              <a:rPr lang="en-US" smtClean="0"/>
              <a:t>‹#›</a:t>
            </a:fld>
            <a:endParaRPr lang="en-US"/>
          </a:p>
        </p:txBody>
      </p:sp>
    </p:spTree>
    <p:extLst>
      <p:ext uri="{BB962C8B-B14F-4D97-AF65-F5344CB8AC3E}">
        <p14:creationId xmlns:p14="http://schemas.microsoft.com/office/powerpoint/2010/main" val="32093225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E9DB346-41A7-4E73-A0DA-000F1C5CB949}" type="datetimeFigureOut">
              <a:rPr lang="en-US" smtClean="0"/>
              <a:t>2/6/2024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27092D3-77BC-41A3-AF67-2B908B160195}" type="slidenum">
              <a:rPr lang="en-US" smtClean="0"/>
              <a:t>‹#›</a:t>
            </a:fld>
            <a:endParaRPr lang="en-US"/>
          </a:p>
        </p:txBody>
      </p:sp>
    </p:spTree>
    <p:extLst>
      <p:ext uri="{BB962C8B-B14F-4D97-AF65-F5344CB8AC3E}">
        <p14:creationId xmlns:p14="http://schemas.microsoft.com/office/powerpoint/2010/main" val="23526196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E9DB346-41A7-4E73-A0DA-000F1C5CB949}" type="datetimeFigureOut">
              <a:rPr lang="en-US" smtClean="0"/>
              <a:t>2/6/2024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092D3-77BC-41A3-AF67-2B908B160195}" type="slidenum">
              <a:rPr lang="en-US" smtClean="0"/>
              <a:t>‹#›</a:t>
            </a:fld>
            <a:endParaRPr lang="en-US"/>
          </a:p>
        </p:txBody>
      </p:sp>
    </p:spTree>
    <p:extLst>
      <p:ext uri="{BB962C8B-B14F-4D97-AF65-F5344CB8AC3E}">
        <p14:creationId xmlns:p14="http://schemas.microsoft.com/office/powerpoint/2010/main" val="33560210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E9DB346-41A7-4E73-A0DA-000F1C5CB949}" type="datetimeFigureOut">
              <a:rPr lang="en-US" smtClean="0"/>
              <a:t>2/6/2024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092D3-77BC-41A3-AF67-2B908B160195}" type="slidenum">
              <a:rPr lang="en-US" smtClean="0"/>
              <a:t>‹#›</a:t>
            </a:fld>
            <a:endParaRPr lang="en-US"/>
          </a:p>
        </p:txBody>
      </p:sp>
    </p:spTree>
    <p:extLst>
      <p:ext uri="{BB962C8B-B14F-4D97-AF65-F5344CB8AC3E}">
        <p14:creationId xmlns:p14="http://schemas.microsoft.com/office/powerpoint/2010/main" val="26150017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E9DB346-41A7-4E73-A0DA-000F1C5CB949}" type="datetimeFigureOut">
              <a:rPr lang="en-US" smtClean="0"/>
              <a:t>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092D3-77BC-41A3-AF67-2B908B160195}" type="slidenum">
              <a:rPr lang="en-US" smtClean="0"/>
              <a:t>‹#›</a:t>
            </a:fld>
            <a:endParaRPr lang="en-US"/>
          </a:p>
        </p:txBody>
      </p:sp>
    </p:spTree>
    <p:extLst>
      <p:ext uri="{BB962C8B-B14F-4D97-AF65-F5344CB8AC3E}">
        <p14:creationId xmlns:p14="http://schemas.microsoft.com/office/powerpoint/2010/main" val="25040493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E9DB346-41A7-4E73-A0DA-000F1C5CB949}" type="datetimeFigureOut">
              <a:rPr lang="en-US" smtClean="0"/>
              <a:t>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092D3-77BC-41A3-AF67-2B908B160195}" type="slidenum">
              <a:rPr lang="en-US" smtClean="0"/>
              <a:t>‹#›</a:t>
            </a:fld>
            <a:endParaRPr lang="en-US"/>
          </a:p>
        </p:txBody>
      </p:sp>
    </p:spTree>
    <p:extLst>
      <p:ext uri="{BB962C8B-B14F-4D97-AF65-F5344CB8AC3E}">
        <p14:creationId xmlns:p14="http://schemas.microsoft.com/office/powerpoint/2010/main" val="16553247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E9DB346-41A7-4E73-A0DA-000F1C5CB949}" type="datetimeFigureOut">
              <a:rPr lang="en-US" smtClean="0"/>
              <a:t>2/6/2024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27092D3-77BC-41A3-AF67-2B908B160195}" type="slidenum">
              <a:rPr lang="en-US" smtClean="0"/>
              <a:t>‹#›</a:t>
            </a:fld>
            <a:endParaRPr lang="en-US"/>
          </a:p>
        </p:txBody>
      </p:sp>
    </p:spTree>
    <p:extLst>
      <p:ext uri="{BB962C8B-B14F-4D97-AF65-F5344CB8AC3E}">
        <p14:creationId xmlns:p14="http://schemas.microsoft.com/office/powerpoint/2010/main" val="41045879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7.xml"/><Relationship Id="rId4" Type="http://schemas.openxmlformats.org/officeDocument/2006/relationships/chart" Target="../charts/chart3.xml"/></Relationships>
</file>

<file path=ppt/slides/_rels/slide6.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chart" Target="../charts/chart4.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chart" Target="../charts/chart6.xml"/><Relationship Id="rId1" Type="http://schemas.openxmlformats.org/officeDocument/2006/relationships/slideLayout" Target="../slideLayouts/slideLayout7.xml"/><Relationship Id="rId4" Type="http://schemas.openxmlformats.org/officeDocument/2006/relationships/chart" Target="../charts/chart8.xml"/></Relationships>
</file>

<file path=ppt/slides/_rels/slide8.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chart" Target="../charts/chart9.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chart" Target="../charts/chart12.xml"/><Relationship Id="rId2" Type="http://schemas.openxmlformats.org/officeDocument/2006/relationships/chart" Target="../charts/chart11.xml"/><Relationship Id="rId1" Type="http://schemas.openxmlformats.org/officeDocument/2006/relationships/slideLayout" Target="../slideLayouts/slideLayout7.xml"/><Relationship Id="rId4" Type="http://schemas.openxmlformats.org/officeDocument/2006/relationships/chart" Target="../charts/chart13.xml"/></Relationships>
</file>

<file path=ppt/slides/_rels/slide10.xml.rels><?xml version="1.0" encoding="UTF-8" standalone="yes"?>
<Relationships xmlns="http://schemas.openxmlformats.org/package/2006/relationships"><Relationship Id="rId3" Type="http://schemas.openxmlformats.org/officeDocument/2006/relationships/chart" Target="../charts/chart15.xml"/><Relationship Id="rId2" Type="http://schemas.openxmlformats.org/officeDocument/2006/relationships/chart" Target="../charts/chart14.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chart" Target="../charts/chart17.xml"/><Relationship Id="rId2" Type="http://schemas.openxmlformats.org/officeDocument/2006/relationships/chart" Target="../charts/chart16.xml"/><Relationship Id="rId1" Type="http://schemas.openxmlformats.org/officeDocument/2006/relationships/slideLayout" Target="../slideLayouts/slideLayout7.xml"/><Relationship Id="rId4" Type="http://schemas.openxmlformats.org/officeDocument/2006/relationships/chart" Target="../charts/chart18.xml"/></Relationships>
</file>

<file path=ppt/slides/_rels/slide19.xml.rels><?xml version="1.0" encoding="UTF-8" standalone="yes"?>
<Relationships xmlns="http://schemas.openxmlformats.org/package/2006/relationships"><Relationship Id="rId3" Type="http://schemas.openxmlformats.org/officeDocument/2006/relationships/chart" Target="../charts/chart20.xml"/><Relationship Id="rId2" Type="http://schemas.openxmlformats.org/officeDocument/2006/relationships/chart" Target="../charts/chart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chart" Target="../charts/chart22.xml"/><Relationship Id="rId2" Type="http://schemas.openxmlformats.org/officeDocument/2006/relationships/chart" Target="../charts/chart21.xml"/><Relationship Id="rId1" Type="http://schemas.openxmlformats.org/officeDocument/2006/relationships/slideLayout" Target="../slideLayouts/slideLayout7.xml"/><Relationship Id="rId4" Type="http://schemas.openxmlformats.org/officeDocument/2006/relationships/chart" Target="../charts/chart23.xml"/></Relationships>
</file>

<file path=ppt/slides/_rels/slide21.xml.rels><?xml version="1.0" encoding="UTF-8" standalone="yes"?>
<Relationships xmlns="http://schemas.openxmlformats.org/package/2006/relationships"><Relationship Id="rId3" Type="http://schemas.openxmlformats.org/officeDocument/2006/relationships/chart" Target="../charts/chart25.xml"/><Relationship Id="rId2" Type="http://schemas.openxmlformats.org/officeDocument/2006/relationships/chart" Target="../charts/chart24.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chart" Target="../charts/chart27.xml"/><Relationship Id="rId2" Type="http://schemas.openxmlformats.org/officeDocument/2006/relationships/chart" Target="../charts/chart26.xml"/><Relationship Id="rId1" Type="http://schemas.openxmlformats.org/officeDocument/2006/relationships/slideLayout" Target="../slideLayouts/slideLayout7.xml"/><Relationship Id="rId4" Type="http://schemas.openxmlformats.org/officeDocument/2006/relationships/chart" Target="../charts/chart28.xml"/></Relationships>
</file>

<file path=ppt/slides/_rels/slide25.xml.rels><?xml version="1.0" encoding="UTF-8" standalone="yes"?>
<Relationships xmlns="http://schemas.openxmlformats.org/package/2006/relationships"><Relationship Id="rId3" Type="http://schemas.openxmlformats.org/officeDocument/2006/relationships/chart" Target="../charts/chart30.xml"/><Relationship Id="rId2" Type="http://schemas.openxmlformats.org/officeDocument/2006/relationships/chart" Target="../charts/chart29.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chart" Target="../charts/chart32.xml"/><Relationship Id="rId2" Type="http://schemas.openxmlformats.org/officeDocument/2006/relationships/chart" Target="../charts/chart31.xml"/><Relationship Id="rId1" Type="http://schemas.openxmlformats.org/officeDocument/2006/relationships/slideLayout" Target="../slideLayouts/slideLayout7.xml"/><Relationship Id="rId4" Type="http://schemas.openxmlformats.org/officeDocument/2006/relationships/chart" Target="../charts/chart33.xml"/></Relationships>
</file>

<file path=ppt/slides/_rels/slide31.xml.rels><?xml version="1.0" encoding="UTF-8" standalone="yes"?>
<Relationships xmlns="http://schemas.openxmlformats.org/package/2006/relationships"><Relationship Id="rId3" Type="http://schemas.openxmlformats.org/officeDocument/2006/relationships/chart" Target="../charts/chart35.xml"/><Relationship Id="rId2" Type="http://schemas.openxmlformats.org/officeDocument/2006/relationships/chart" Target="../charts/chart34.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jpg"/><Relationship Id="rId1" Type="http://schemas.openxmlformats.org/officeDocument/2006/relationships/slideLayout" Target="../slideLayouts/slideLayout7.xml"/><Relationship Id="rId4" Type="http://schemas.openxmlformats.org/officeDocument/2006/relationships/image" Target="../media/image9.jpg"/></Relationships>
</file>

<file path=ppt/slides/_rels/slide33.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Layout" Target="../slideLayouts/slideLayout7.xml"/><Relationship Id="rId4" Type="http://schemas.openxmlformats.org/officeDocument/2006/relationships/image" Target="../media/image12.jpg"/></Relationships>
</file>

<file path=ppt/slides/_rels/slide34.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image" Target="../media/image13.jp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chart" Target="../charts/chart37.xml"/><Relationship Id="rId2" Type="http://schemas.openxmlformats.org/officeDocument/2006/relationships/chart" Target="../charts/chart36.xml"/><Relationship Id="rId1" Type="http://schemas.openxmlformats.org/officeDocument/2006/relationships/slideLayout" Target="../slideLayouts/slideLayout7.xml"/><Relationship Id="rId4" Type="http://schemas.openxmlformats.org/officeDocument/2006/relationships/chart" Target="../charts/chart38.xml"/></Relationships>
</file>

<file path=ppt/slides/_rels/slide36.xml.rels><?xml version="1.0" encoding="UTF-8" standalone="yes"?>
<Relationships xmlns="http://schemas.openxmlformats.org/package/2006/relationships"><Relationship Id="rId3" Type="http://schemas.openxmlformats.org/officeDocument/2006/relationships/chart" Target="../charts/chart40.xml"/><Relationship Id="rId2" Type="http://schemas.openxmlformats.org/officeDocument/2006/relationships/chart" Target="../charts/chart39.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chart" Target="../charts/chart42.xml"/><Relationship Id="rId2" Type="http://schemas.openxmlformats.org/officeDocument/2006/relationships/chart" Target="../charts/chart41.xml"/><Relationship Id="rId1" Type="http://schemas.openxmlformats.org/officeDocument/2006/relationships/slideLayout" Target="../slideLayouts/slideLayout7.xml"/><Relationship Id="rId5" Type="http://schemas.openxmlformats.org/officeDocument/2006/relationships/chart" Target="../charts/chart44.xml"/><Relationship Id="rId4" Type="http://schemas.openxmlformats.org/officeDocument/2006/relationships/chart" Target="../charts/chart43.xml"/></Relationships>
</file>

<file path=ppt/slides/_rels/slide39.xml.rels><?xml version="1.0" encoding="UTF-8" standalone="yes"?>
<Relationships xmlns="http://schemas.openxmlformats.org/package/2006/relationships"><Relationship Id="rId3" Type="http://schemas.openxmlformats.org/officeDocument/2006/relationships/chart" Target="../charts/chart46.xml"/><Relationship Id="rId2" Type="http://schemas.openxmlformats.org/officeDocument/2006/relationships/chart" Target="../charts/chart45.xml"/><Relationship Id="rId1" Type="http://schemas.openxmlformats.org/officeDocument/2006/relationships/slideLayout" Target="../slideLayouts/slideLayout7.xml"/><Relationship Id="rId5" Type="http://schemas.openxmlformats.org/officeDocument/2006/relationships/chart" Target="../charts/chart48.xml"/><Relationship Id="rId4" Type="http://schemas.openxmlformats.org/officeDocument/2006/relationships/chart" Target="../charts/chart47.xml"/></Relationships>
</file>

<file path=ppt/slides/_rels/slide40.xml.rels><?xml version="1.0" encoding="UTF-8" standalone="yes"?>
<Relationships xmlns="http://schemas.openxmlformats.org/package/2006/relationships"><Relationship Id="rId3" Type="http://schemas.openxmlformats.org/officeDocument/2006/relationships/chart" Target="../charts/chart50.xml"/><Relationship Id="rId2" Type="http://schemas.openxmlformats.org/officeDocument/2006/relationships/chart" Target="../charts/chart49.xml"/><Relationship Id="rId1" Type="http://schemas.openxmlformats.org/officeDocument/2006/relationships/slideLayout" Target="../slideLayouts/slideLayout7.xml"/><Relationship Id="rId5" Type="http://schemas.openxmlformats.org/officeDocument/2006/relationships/chart" Target="../charts/chart52.xml"/><Relationship Id="rId4" Type="http://schemas.openxmlformats.org/officeDocument/2006/relationships/chart" Target="../charts/chart51.xml"/></Relationships>
</file>

<file path=ppt/slides/_rels/slide41.xml.rels><?xml version="1.0" encoding="UTF-8" standalone="yes"?>
<Relationships xmlns="http://schemas.openxmlformats.org/package/2006/relationships"><Relationship Id="rId3" Type="http://schemas.openxmlformats.org/officeDocument/2006/relationships/chart" Target="../charts/chart54.xml"/><Relationship Id="rId2" Type="http://schemas.openxmlformats.org/officeDocument/2006/relationships/chart" Target="../charts/chart53.xml"/><Relationship Id="rId1" Type="http://schemas.openxmlformats.org/officeDocument/2006/relationships/slideLayout" Target="../slideLayouts/slideLayout7.xml"/><Relationship Id="rId5" Type="http://schemas.openxmlformats.org/officeDocument/2006/relationships/chart" Target="../charts/chart56.xml"/><Relationship Id="rId4" Type="http://schemas.openxmlformats.org/officeDocument/2006/relationships/chart" Target="../charts/chart55.xml"/></Relationships>
</file>

<file path=ppt/slides/_rels/slide42.xml.rels><?xml version="1.0" encoding="UTF-8" standalone="yes"?>
<Relationships xmlns="http://schemas.openxmlformats.org/package/2006/relationships"><Relationship Id="rId3" Type="http://schemas.openxmlformats.org/officeDocument/2006/relationships/chart" Target="../charts/chart58.xml"/><Relationship Id="rId2" Type="http://schemas.openxmlformats.org/officeDocument/2006/relationships/chart" Target="../charts/chart57.xml"/><Relationship Id="rId1" Type="http://schemas.openxmlformats.org/officeDocument/2006/relationships/slideLayout" Target="../slideLayouts/slideLayout7.xml"/><Relationship Id="rId5" Type="http://schemas.openxmlformats.org/officeDocument/2006/relationships/chart" Target="../charts/chart60.xml"/><Relationship Id="rId4" Type="http://schemas.openxmlformats.org/officeDocument/2006/relationships/chart" Target="../charts/chart5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chart" Target="../charts/chart62.xml"/><Relationship Id="rId2" Type="http://schemas.openxmlformats.org/officeDocument/2006/relationships/chart" Target="../charts/chart61.xml"/><Relationship Id="rId1" Type="http://schemas.openxmlformats.org/officeDocument/2006/relationships/slideLayout" Target="../slideLayouts/slideLayout7.xml"/><Relationship Id="rId4" Type="http://schemas.openxmlformats.org/officeDocument/2006/relationships/chart" Target="../charts/chart63.xml"/></Relationships>
</file>

<file path=ppt/slides/_rels/slide45.xml.rels><?xml version="1.0" encoding="UTF-8" standalone="yes"?>
<Relationships xmlns="http://schemas.openxmlformats.org/package/2006/relationships"><Relationship Id="rId3" Type="http://schemas.openxmlformats.org/officeDocument/2006/relationships/chart" Target="../charts/chart65.xml"/><Relationship Id="rId2" Type="http://schemas.openxmlformats.org/officeDocument/2006/relationships/chart" Target="../charts/chart64.xml"/><Relationship Id="rId1" Type="http://schemas.openxmlformats.org/officeDocument/2006/relationships/slideLayout" Target="../slideLayouts/slideLayout7.xml"/><Relationship Id="rId4" Type="http://schemas.openxmlformats.org/officeDocument/2006/relationships/chart" Target="../charts/chart66.xml"/></Relationships>
</file>

<file path=ppt/slides/_rels/slide46.xml.rels><?xml version="1.0" encoding="UTF-8" standalone="yes"?>
<Relationships xmlns="http://schemas.openxmlformats.org/package/2006/relationships"><Relationship Id="rId3" Type="http://schemas.openxmlformats.org/officeDocument/2006/relationships/chart" Target="../charts/chart68.xml"/><Relationship Id="rId2" Type="http://schemas.openxmlformats.org/officeDocument/2006/relationships/chart" Target="../charts/chart67.xml"/><Relationship Id="rId1" Type="http://schemas.openxmlformats.org/officeDocument/2006/relationships/slideLayout" Target="../slideLayouts/slideLayout7.xml"/><Relationship Id="rId4" Type="http://schemas.openxmlformats.org/officeDocument/2006/relationships/chart" Target="../charts/chart69.xml"/></Relationships>
</file>

<file path=ppt/slides/_rels/slide47.xml.rels><?xml version="1.0" encoding="UTF-8" standalone="yes"?>
<Relationships xmlns="http://schemas.openxmlformats.org/package/2006/relationships"><Relationship Id="rId3" Type="http://schemas.openxmlformats.org/officeDocument/2006/relationships/chart" Target="../charts/chart71.xml"/><Relationship Id="rId2" Type="http://schemas.openxmlformats.org/officeDocument/2006/relationships/chart" Target="../charts/chart70.xml"/><Relationship Id="rId1" Type="http://schemas.openxmlformats.org/officeDocument/2006/relationships/slideLayout" Target="../slideLayouts/slideLayout7.xml"/><Relationship Id="rId4" Type="http://schemas.openxmlformats.org/officeDocument/2006/relationships/chart" Target="../charts/chart72.xml"/></Relationships>
</file>

<file path=ppt/slides/_rels/slide48.xml.rels><?xml version="1.0" encoding="UTF-8" standalone="yes"?>
<Relationships xmlns="http://schemas.openxmlformats.org/package/2006/relationships"><Relationship Id="rId3" Type="http://schemas.openxmlformats.org/officeDocument/2006/relationships/chart" Target="../charts/chart74.xml"/><Relationship Id="rId2" Type="http://schemas.openxmlformats.org/officeDocument/2006/relationships/chart" Target="../charts/chart73.xml"/><Relationship Id="rId1" Type="http://schemas.openxmlformats.org/officeDocument/2006/relationships/slideLayout" Target="../slideLayouts/slideLayout7.xml"/><Relationship Id="rId4" Type="http://schemas.openxmlformats.org/officeDocument/2006/relationships/chart" Target="../charts/chart7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3" Type="http://schemas.openxmlformats.org/officeDocument/2006/relationships/chart" Target="../charts/chart77.xml"/><Relationship Id="rId2" Type="http://schemas.openxmlformats.org/officeDocument/2006/relationships/chart" Target="../charts/chart76.xml"/><Relationship Id="rId1" Type="http://schemas.openxmlformats.org/officeDocument/2006/relationships/slideLayout" Target="../slideLayouts/slideLayout7.xml"/><Relationship Id="rId5" Type="http://schemas.openxmlformats.org/officeDocument/2006/relationships/chart" Target="../charts/chart79.xml"/><Relationship Id="rId4" Type="http://schemas.openxmlformats.org/officeDocument/2006/relationships/chart" Target="../charts/chart78.xml"/></Relationships>
</file>

<file path=ppt/slides/_rels/slide51.xml.rels><?xml version="1.0" encoding="UTF-8" standalone="yes"?>
<Relationships xmlns="http://schemas.openxmlformats.org/package/2006/relationships"><Relationship Id="rId3" Type="http://schemas.openxmlformats.org/officeDocument/2006/relationships/chart" Target="../charts/chart81.xml"/><Relationship Id="rId2" Type="http://schemas.openxmlformats.org/officeDocument/2006/relationships/chart" Target="../charts/chart80.xml"/><Relationship Id="rId1" Type="http://schemas.openxmlformats.org/officeDocument/2006/relationships/slideLayout" Target="../slideLayouts/slideLayout7.xml"/><Relationship Id="rId5" Type="http://schemas.openxmlformats.org/officeDocument/2006/relationships/chart" Target="../charts/chart83.xml"/><Relationship Id="rId4" Type="http://schemas.openxmlformats.org/officeDocument/2006/relationships/chart" Target="../charts/chart82.xml"/></Relationships>
</file>

<file path=ppt/slides/_rels/slide52.xml.rels><?xml version="1.0" encoding="UTF-8" standalone="yes"?>
<Relationships xmlns="http://schemas.openxmlformats.org/package/2006/relationships"><Relationship Id="rId3" Type="http://schemas.openxmlformats.org/officeDocument/2006/relationships/chart" Target="../charts/chart85.xml"/><Relationship Id="rId2" Type="http://schemas.openxmlformats.org/officeDocument/2006/relationships/chart" Target="../charts/chart84.xml"/><Relationship Id="rId1" Type="http://schemas.openxmlformats.org/officeDocument/2006/relationships/slideLayout" Target="../slideLayouts/slideLayout7.xml"/><Relationship Id="rId5" Type="http://schemas.openxmlformats.org/officeDocument/2006/relationships/chart" Target="../charts/chart87.xml"/><Relationship Id="rId4" Type="http://schemas.openxmlformats.org/officeDocument/2006/relationships/chart" Target="../charts/chart86.xml"/></Relationships>
</file>

<file path=ppt/slides/_rels/slide53.xml.rels><?xml version="1.0" encoding="UTF-8" standalone="yes"?>
<Relationships xmlns="http://schemas.openxmlformats.org/package/2006/relationships"><Relationship Id="rId3" Type="http://schemas.openxmlformats.org/officeDocument/2006/relationships/chart" Target="../charts/chart89.xml"/><Relationship Id="rId2" Type="http://schemas.openxmlformats.org/officeDocument/2006/relationships/chart" Target="../charts/chart88.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chart" Target="../charts/chart91.xml"/><Relationship Id="rId2" Type="http://schemas.openxmlformats.org/officeDocument/2006/relationships/chart" Target="../charts/chart90.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AAB9B3-EEB2-1593-7229-641E7A961866}"/>
              </a:ext>
            </a:extLst>
          </p:cNvPr>
          <p:cNvSpPr>
            <a:spLocks noGrp="1"/>
          </p:cNvSpPr>
          <p:nvPr>
            <p:ph type="ctrTitle"/>
          </p:nvPr>
        </p:nvSpPr>
        <p:spPr>
          <a:xfrm>
            <a:off x="1524000" y="1971448"/>
            <a:ext cx="9122229" cy="2387600"/>
          </a:xfrm>
        </p:spPr>
        <p:txBody>
          <a:bodyPr>
            <a:normAutofit/>
          </a:bodyPr>
          <a:lstStyle/>
          <a:p>
            <a:r>
              <a:rPr lang="en-IN" dirty="0"/>
              <a:t>Identification of Bias in Diffusion Models	</a:t>
            </a:r>
          </a:p>
        </p:txBody>
      </p:sp>
    </p:spTree>
    <p:extLst>
      <p:ext uri="{BB962C8B-B14F-4D97-AF65-F5344CB8AC3E}">
        <p14:creationId xmlns:p14="http://schemas.microsoft.com/office/powerpoint/2010/main" val="24877885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DD463F7-D779-AD99-8658-63E73DF978AB}"/>
              </a:ext>
            </a:extLst>
          </p:cNvPr>
          <p:cNvSpPr>
            <a:spLocks noGrp="1"/>
          </p:cNvSpPr>
          <p:nvPr>
            <p:ph idx="1"/>
          </p:nvPr>
        </p:nvSpPr>
        <p:spPr>
          <a:xfrm>
            <a:off x="675640" y="1073785"/>
            <a:ext cx="10515600" cy="4351338"/>
          </a:xfrm>
        </p:spPr>
        <p:txBody>
          <a:bodyPr/>
          <a:lstStyle/>
          <a:p>
            <a:pPr algn="just">
              <a:lnSpc>
                <a:spcPct val="150000"/>
              </a:lnSpc>
            </a:pPr>
            <a:r>
              <a:rPr lang="en-IN" dirty="0">
                <a:solidFill>
                  <a:schemeClr val="accent1">
                    <a:lumMod val="50000"/>
                  </a:schemeClr>
                </a:solidFill>
              </a:rPr>
              <a:t>Can we identify bias in Diffusion generative models?</a:t>
            </a:r>
          </a:p>
          <a:p>
            <a:pPr algn="just">
              <a:lnSpc>
                <a:spcPct val="150000"/>
              </a:lnSpc>
            </a:pPr>
            <a:r>
              <a:rPr lang="en-IN" dirty="0">
                <a:solidFill>
                  <a:schemeClr val="accent1">
                    <a:lumMod val="50000"/>
                  </a:schemeClr>
                </a:solidFill>
              </a:rPr>
              <a:t>Why is there bias in the models?</a:t>
            </a:r>
          </a:p>
          <a:p>
            <a:pPr lvl="1" algn="just">
              <a:lnSpc>
                <a:spcPct val="150000"/>
              </a:lnSpc>
            </a:pPr>
            <a:r>
              <a:rPr lang="en-IN" dirty="0">
                <a:solidFill>
                  <a:schemeClr val="accent1">
                    <a:lumMod val="50000"/>
                  </a:schemeClr>
                </a:solidFill>
              </a:rPr>
              <a:t>Data bias, Annotator bias, Model bias</a:t>
            </a:r>
          </a:p>
          <a:p>
            <a:pPr algn="just">
              <a:lnSpc>
                <a:spcPct val="150000"/>
              </a:lnSpc>
            </a:pPr>
            <a:r>
              <a:rPr lang="en-IN" dirty="0">
                <a:solidFill>
                  <a:srgbClr val="FF0000"/>
                </a:solidFill>
              </a:rPr>
              <a:t>What is the metric to measure bias in models?</a:t>
            </a:r>
          </a:p>
          <a:p>
            <a:pPr algn="just">
              <a:lnSpc>
                <a:spcPct val="150000"/>
              </a:lnSpc>
            </a:pPr>
            <a:r>
              <a:rPr lang="en-IN" dirty="0">
                <a:solidFill>
                  <a:srgbClr val="FF0000"/>
                </a:solidFill>
              </a:rPr>
              <a:t>Bias mitigation techniques</a:t>
            </a:r>
          </a:p>
        </p:txBody>
      </p:sp>
      <p:sp>
        <p:nvSpPr>
          <p:cNvPr id="4" name="TextBox 3">
            <a:extLst>
              <a:ext uri="{FF2B5EF4-FFF2-40B4-BE49-F238E27FC236}">
                <a16:creationId xmlns:a16="http://schemas.microsoft.com/office/drawing/2014/main" id="{9BC54237-1D9E-314F-CC70-694CC6C940BD}"/>
              </a:ext>
            </a:extLst>
          </p:cNvPr>
          <p:cNvSpPr txBox="1"/>
          <p:nvPr/>
        </p:nvSpPr>
        <p:spPr>
          <a:xfrm>
            <a:off x="583473" y="269966"/>
            <a:ext cx="9220927" cy="584775"/>
          </a:xfrm>
          <a:prstGeom prst="rect">
            <a:avLst/>
          </a:prstGeom>
          <a:noFill/>
        </p:spPr>
        <p:txBody>
          <a:bodyPr wrap="square" rtlCol="0">
            <a:spAutoFit/>
          </a:bodyPr>
          <a:lstStyle/>
          <a:p>
            <a:r>
              <a:rPr lang="en-US" sz="3200" u="sng" dirty="0">
                <a:solidFill>
                  <a:schemeClr val="accent5">
                    <a:lumMod val="75000"/>
                  </a:schemeClr>
                </a:solidFill>
              </a:rPr>
              <a:t>Structure of Work</a:t>
            </a:r>
          </a:p>
        </p:txBody>
      </p:sp>
    </p:spTree>
    <p:extLst>
      <p:ext uri="{BB962C8B-B14F-4D97-AF65-F5344CB8AC3E}">
        <p14:creationId xmlns:p14="http://schemas.microsoft.com/office/powerpoint/2010/main" val="32721967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DD463F7-D779-AD99-8658-63E73DF978AB}"/>
              </a:ext>
            </a:extLst>
          </p:cNvPr>
          <p:cNvSpPr>
            <a:spLocks noGrp="1"/>
          </p:cNvSpPr>
          <p:nvPr>
            <p:ph idx="1"/>
          </p:nvPr>
        </p:nvSpPr>
        <p:spPr>
          <a:xfrm>
            <a:off x="675640" y="1073785"/>
            <a:ext cx="10515600" cy="4351338"/>
          </a:xfrm>
        </p:spPr>
        <p:txBody>
          <a:bodyPr>
            <a:normAutofit/>
          </a:bodyPr>
          <a:lstStyle/>
          <a:p>
            <a:pPr algn="just">
              <a:lnSpc>
                <a:spcPct val="150000"/>
              </a:lnSpc>
            </a:pPr>
            <a:r>
              <a:rPr lang="en-IN" sz="2400" dirty="0"/>
              <a:t>Method of data collection</a:t>
            </a:r>
          </a:p>
          <a:p>
            <a:pPr algn="just">
              <a:lnSpc>
                <a:spcPct val="150000"/>
              </a:lnSpc>
            </a:pPr>
            <a:r>
              <a:rPr lang="en-IN" sz="2400" dirty="0"/>
              <a:t>Ex:</a:t>
            </a:r>
          </a:p>
        </p:txBody>
      </p:sp>
      <p:sp>
        <p:nvSpPr>
          <p:cNvPr id="4" name="TextBox 3">
            <a:extLst>
              <a:ext uri="{FF2B5EF4-FFF2-40B4-BE49-F238E27FC236}">
                <a16:creationId xmlns:a16="http://schemas.microsoft.com/office/drawing/2014/main" id="{9BC54237-1D9E-314F-CC70-694CC6C940BD}"/>
              </a:ext>
            </a:extLst>
          </p:cNvPr>
          <p:cNvSpPr txBox="1"/>
          <p:nvPr/>
        </p:nvSpPr>
        <p:spPr>
          <a:xfrm>
            <a:off x="583473" y="269966"/>
            <a:ext cx="9220927" cy="584775"/>
          </a:xfrm>
          <a:prstGeom prst="rect">
            <a:avLst/>
          </a:prstGeom>
          <a:noFill/>
        </p:spPr>
        <p:txBody>
          <a:bodyPr wrap="square" rtlCol="0">
            <a:spAutoFit/>
          </a:bodyPr>
          <a:lstStyle/>
          <a:p>
            <a:r>
              <a:rPr lang="en-US" sz="3200" u="sng" dirty="0">
                <a:solidFill>
                  <a:schemeClr val="accent5">
                    <a:lumMod val="75000"/>
                  </a:schemeClr>
                </a:solidFill>
              </a:rPr>
              <a:t>Sources of Bias: Dataset Bias</a:t>
            </a:r>
          </a:p>
        </p:txBody>
      </p:sp>
    </p:spTree>
    <p:extLst>
      <p:ext uri="{BB962C8B-B14F-4D97-AF65-F5344CB8AC3E}">
        <p14:creationId xmlns:p14="http://schemas.microsoft.com/office/powerpoint/2010/main" val="2686479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DD463F7-D779-AD99-8658-63E73DF978AB}"/>
              </a:ext>
            </a:extLst>
          </p:cNvPr>
          <p:cNvSpPr>
            <a:spLocks noGrp="1"/>
          </p:cNvSpPr>
          <p:nvPr>
            <p:ph idx="1"/>
          </p:nvPr>
        </p:nvSpPr>
        <p:spPr>
          <a:xfrm>
            <a:off x="675640" y="1073785"/>
            <a:ext cx="10515600" cy="4351338"/>
          </a:xfrm>
        </p:spPr>
        <p:txBody>
          <a:bodyPr>
            <a:normAutofit/>
          </a:bodyPr>
          <a:lstStyle/>
          <a:p>
            <a:pPr algn="just">
              <a:lnSpc>
                <a:spcPct val="150000"/>
              </a:lnSpc>
            </a:pPr>
            <a:r>
              <a:rPr lang="en-IN" sz="2400" dirty="0"/>
              <a:t>Three datasets</a:t>
            </a:r>
          </a:p>
          <a:p>
            <a:pPr lvl="1" algn="just">
              <a:lnSpc>
                <a:spcPct val="150000"/>
              </a:lnSpc>
            </a:pPr>
            <a:r>
              <a:rPr lang="en-IN" sz="2000" dirty="0" err="1"/>
              <a:t>CelebA</a:t>
            </a:r>
            <a:r>
              <a:rPr lang="en-IN" sz="2000" dirty="0"/>
              <a:t>-HQ: </a:t>
            </a:r>
            <a:r>
              <a:rPr lang="en-IN" sz="2000" dirty="0">
                <a:solidFill>
                  <a:srgbClr val="0070C0"/>
                </a:solidFill>
              </a:rPr>
              <a:t>27000</a:t>
            </a:r>
            <a:r>
              <a:rPr lang="en-IN" sz="2000" dirty="0"/>
              <a:t> facial training images of 256x256 dimensions</a:t>
            </a:r>
          </a:p>
          <a:p>
            <a:pPr lvl="1" algn="just">
              <a:lnSpc>
                <a:spcPct val="150000"/>
              </a:lnSpc>
            </a:pPr>
            <a:r>
              <a:rPr lang="en-IN" sz="2000" dirty="0" err="1"/>
              <a:t>Fairface</a:t>
            </a:r>
            <a:r>
              <a:rPr lang="en-IN" sz="2000" dirty="0"/>
              <a:t>: ~</a:t>
            </a:r>
            <a:r>
              <a:rPr lang="en-IN" sz="2000" dirty="0">
                <a:solidFill>
                  <a:srgbClr val="0070C0"/>
                </a:solidFill>
              </a:rPr>
              <a:t>87000</a:t>
            </a:r>
            <a:r>
              <a:rPr lang="en-IN" sz="2000" dirty="0"/>
              <a:t> facial training images of 224x224 dimensions, </a:t>
            </a:r>
            <a:r>
              <a:rPr lang="en-IN" sz="2000" dirty="0">
                <a:solidFill>
                  <a:srgbClr val="0070C0"/>
                </a:solidFill>
              </a:rPr>
              <a:t>balanced dataset</a:t>
            </a:r>
          </a:p>
          <a:p>
            <a:pPr lvl="1" algn="just">
              <a:lnSpc>
                <a:spcPct val="150000"/>
              </a:lnSpc>
            </a:pPr>
            <a:r>
              <a:rPr lang="en-IN" sz="2000" dirty="0" err="1"/>
              <a:t>Fairface</a:t>
            </a:r>
            <a:r>
              <a:rPr lang="en-IN" sz="2000" dirty="0"/>
              <a:t>: </a:t>
            </a:r>
            <a:r>
              <a:rPr lang="en-IN" sz="2000" dirty="0">
                <a:solidFill>
                  <a:srgbClr val="0070C0"/>
                </a:solidFill>
              </a:rPr>
              <a:t>48000</a:t>
            </a:r>
            <a:r>
              <a:rPr lang="en-IN" sz="2000" dirty="0"/>
              <a:t> facial training images of 224x224 dimensions, </a:t>
            </a:r>
            <a:r>
              <a:rPr lang="en-IN" sz="2000" dirty="0">
                <a:solidFill>
                  <a:srgbClr val="0070C0"/>
                </a:solidFill>
              </a:rPr>
              <a:t>perfectly</a:t>
            </a:r>
            <a:r>
              <a:rPr lang="en-IN" sz="2000" dirty="0"/>
              <a:t> </a:t>
            </a:r>
            <a:r>
              <a:rPr lang="en-IN" sz="2000" dirty="0">
                <a:solidFill>
                  <a:srgbClr val="0070C0"/>
                </a:solidFill>
              </a:rPr>
              <a:t>balanced dataset in races and gender attributes</a:t>
            </a:r>
          </a:p>
        </p:txBody>
      </p:sp>
      <p:sp>
        <p:nvSpPr>
          <p:cNvPr id="4" name="TextBox 3">
            <a:extLst>
              <a:ext uri="{FF2B5EF4-FFF2-40B4-BE49-F238E27FC236}">
                <a16:creationId xmlns:a16="http://schemas.microsoft.com/office/drawing/2014/main" id="{9BC54237-1D9E-314F-CC70-694CC6C940BD}"/>
              </a:ext>
            </a:extLst>
          </p:cNvPr>
          <p:cNvSpPr txBox="1"/>
          <p:nvPr/>
        </p:nvSpPr>
        <p:spPr>
          <a:xfrm>
            <a:off x="583473" y="269966"/>
            <a:ext cx="9220927" cy="584775"/>
          </a:xfrm>
          <a:prstGeom prst="rect">
            <a:avLst/>
          </a:prstGeom>
          <a:noFill/>
        </p:spPr>
        <p:txBody>
          <a:bodyPr wrap="square" rtlCol="0">
            <a:spAutoFit/>
          </a:bodyPr>
          <a:lstStyle/>
          <a:p>
            <a:r>
              <a:rPr lang="en-US" sz="3200" u="sng" dirty="0">
                <a:solidFill>
                  <a:schemeClr val="accent5">
                    <a:lumMod val="75000"/>
                  </a:schemeClr>
                </a:solidFill>
              </a:rPr>
              <a:t>Experiment: Dataset &amp; Model Bias Detection</a:t>
            </a:r>
          </a:p>
        </p:txBody>
      </p:sp>
    </p:spTree>
    <p:extLst>
      <p:ext uri="{BB962C8B-B14F-4D97-AF65-F5344CB8AC3E}">
        <p14:creationId xmlns:p14="http://schemas.microsoft.com/office/powerpoint/2010/main" val="26954538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83473" y="269966"/>
            <a:ext cx="8029303" cy="584775"/>
          </a:xfrm>
          <a:prstGeom prst="rect">
            <a:avLst/>
          </a:prstGeom>
          <a:noFill/>
        </p:spPr>
        <p:txBody>
          <a:bodyPr wrap="square" rtlCol="0">
            <a:spAutoFit/>
          </a:bodyPr>
          <a:lstStyle/>
          <a:p>
            <a:r>
              <a:rPr lang="en-US" sz="3200" u="sng" dirty="0" err="1">
                <a:solidFill>
                  <a:schemeClr val="accent5">
                    <a:lumMod val="75000"/>
                  </a:schemeClr>
                </a:solidFill>
              </a:rPr>
              <a:t>CelebA</a:t>
            </a:r>
            <a:r>
              <a:rPr lang="en-US" sz="3200" u="sng" dirty="0">
                <a:solidFill>
                  <a:schemeClr val="accent5">
                    <a:lumMod val="75000"/>
                  </a:schemeClr>
                </a:solidFill>
              </a:rPr>
              <a:t>-HQ – Training dataset (27000 samples)</a:t>
            </a:r>
          </a:p>
        </p:txBody>
      </p:sp>
      <p:graphicFrame>
        <p:nvGraphicFramePr>
          <p:cNvPr id="7" name="Chart 6">
            <a:extLst>
              <a:ext uri="{FF2B5EF4-FFF2-40B4-BE49-F238E27FC236}">
                <a16:creationId xmlns:a16="http://schemas.microsoft.com/office/drawing/2014/main" id="{C962933E-CF2D-7427-3766-B411B9453B5F}"/>
              </a:ext>
            </a:extLst>
          </p:cNvPr>
          <p:cNvGraphicFramePr>
            <a:graphicFrameLocks/>
          </p:cNvGraphicFramePr>
          <p:nvPr/>
        </p:nvGraphicFramePr>
        <p:xfrm>
          <a:off x="1169125" y="854741"/>
          <a:ext cx="4572000"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8" name="Chart 7">
            <a:extLst>
              <a:ext uri="{FF2B5EF4-FFF2-40B4-BE49-F238E27FC236}">
                <a16:creationId xmlns:a16="http://schemas.microsoft.com/office/drawing/2014/main" id="{9DA19805-FAF9-B605-2AF3-069CB8323041}"/>
              </a:ext>
            </a:extLst>
          </p:cNvPr>
          <p:cNvGraphicFramePr>
            <a:graphicFrameLocks/>
          </p:cNvGraphicFramePr>
          <p:nvPr/>
        </p:nvGraphicFramePr>
        <p:xfrm>
          <a:off x="6450875" y="854741"/>
          <a:ext cx="4572000" cy="27432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 name="Chart 8">
            <a:extLst>
              <a:ext uri="{FF2B5EF4-FFF2-40B4-BE49-F238E27FC236}">
                <a16:creationId xmlns:a16="http://schemas.microsoft.com/office/drawing/2014/main" id="{A5DE1C1F-1FC4-5E80-69DF-0CA2902B17D5}"/>
              </a:ext>
            </a:extLst>
          </p:cNvPr>
          <p:cNvGraphicFramePr>
            <a:graphicFrameLocks/>
          </p:cNvGraphicFramePr>
          <p:nvPr/>
        </p:nvGraphicFramePr>
        <p:xfrm>
          <a:off x="1169125" y="3844834"/>
          <a:ext cx="4572000" cy="2743200"/>
        </p:xfrm>
        <a:graphic>
          <a:graphicData uri="http://schemas.openxmlformats.org/drawingml/2006/chart">
            <c:chart xmlns:c="http://schemas.openxmlformats.org/drawingml/2006/chart" xmlns:r="http://schemas.openxmlformats.org/officeDocument/2006/relationships" r:id="rId4"/>
          </a:graphicData>
        </a:graphic>
      </p:graphicFrame>
      <p:sp>
        <p:nvSpPr>
          <p:cNvPr id="2" name="TextBox 1">
            <a:extLst>
              <a:ext uri="{FF2B5EF4-FFF2-40B4-BE49-F238E27FC236}">
                <a16:creationId xmlns:a16="http://schemas.microsoft.com/office/drawing/2014/main" id="{37625311-3CB1-DB15-1D59-C0FF6C919C6E}"/>
              </a:ext>
            </a:extLst>
          </p:cNvPr>
          <p:cNvSpPr txBox="1"/>
          <p:nvPr/>
        </p:nvSpPr>
        <p:spPr>
          <a:xfrm>
            <a:off x="6450874" y="3844834"/>
            <a:ext cx="4571999" cy="923330"/>
          </a:xfrm>
          <a:prstGeom prst="rect">
            <a:avLst/>
          </a:prstGeom>
          <a:noFill/>
        </p:spPr>
        <p:txBody>
          <a:bodyPr wrap="square" rtlCol="0">
            <a:spAutoFit/>
          </a:bodyPr>
          <a:lstStyle/>
          <a:p>
            <a:pPr marL="285750" indent="-285750" algn="just">
              <a:buFont typeface="Arial" panose="020B0604020202020204" pitchFamily="34" charset="0"/>
              <a:buChar char="•"/>
            </a:pPr>
            <a:r>
              <a:rPr lang="en-IN" dirty="0" err="1"/>
              <a:t>CelebA</a:t>
            </a:r>
            <a:r>
              <a:rPr lang="en-IN" dirty="0"/>
              <a:t>-HQ training dataset have white faces, females, and younger age group biases</a:t>
            </a:r>
          </a:p>
        </p:txBody>
      </p:sp>
    </p:spTree>
    <p:extLst>
      <p:ext uri="{BB962C8B-B14F-4D97-AF65-F5344CB8AC3E}">
        <p14:creationId xmlns:p14="http://schemas.microsoft.com/office/powerpoint/2010/main" val="15606353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94D1F85-A882-6F6F-13AB-9BFB56A71BE3}"/>
              </a:ext>
            </a:extLst>
          </p:cNvPr>
          <p:cNvSpPr txBox="1"/>
          <p:nvPr/>
        </p:nvSpPr>
        <p:spPr>
          <a:xfrm>
            <a:off x="965200" y="3532255"/>
            <a:ext cx="2870200" cy="369332"/>
          </a:xfrm>
          <a:prstGeom prst="rect">
            <a:avLst/>
          </a:prstGeom>
          <a:noFill/>
        </p:spPr>
        <p:txBody>
          <a:bodyPr wrap="square" rtlCol="0">
            <a:spAutoFit/>
          </a:bodyPr>
          <a:lstStyle/>
          <a:p>
            <a:r>
              <a:rPr lang="en-IN" dirty="0">
                <a:solidFill>
                  <a:schemeClr val="accent1">
                    <a:lumMod val="75000"/>
                  </a:schemeClr>
                </a:solidFill>
              </a:rPr>
              <a:t>Racial imbalance in Gender</a:t>
            </a:r>
          </a:p>
        </p:txBody>
      </p:sp>
      <p:sp>
        <p:nvSpPr>
          <p:cNvPr id="6" name="TextBox 5">
            <a:extLst>
              <a:ext uri="{FF2B5EF4-FFF2-40B4-BE49-F238E27FC236}">
                <a16:creationId xmlns:a16="http://schemas.microsoft.com/office/drawing/2014/main" id="{2380A65C-BB1D-BEFD-0595-1AAF03C4A8EF}"/>
              </a:ext>
            </a:extLst>
          </p:cNvPr>
          <p:cNvSpPr txBox="1"/>
          <p:nvPr/>
        </p:nvSpPr>
        <p:spPr>
          <a:xfrm>
            <a:off x="6283960" y="3532255"/>
            <a:ext cx="2870200" cy="369332"/>
          </a:xfrm>
          <a:prstGeom prst="rect">
            <a:avLst/>
          </a:prstGeom>
          <a:noFill/>
        </p:spPr>
        <p:txBody>
          <a:bodyPr wrap="square" rtlCol="0">
            <a:spAutoFit/>
          </a:bodyPr>
          <a:lstStyle/>
          <a:p>
            <a:r>
              <a:rPr lang="en-IN" dirty="0">
                <a:solidFill>
                  <a:schemeClr val="accent6">
                    <a:lumMod val="75000"/>
                  </a:schemeClr>
                </a:solidFill>
              </a:rPr>
              <a:t>Gender imbalance in Race</a:t>
            </a:r>
          </a:p>
        </p:txBody>
      </p:sp>
      <p:graphicFrame>
        <p:nvGraphicFramePr>
          <p:cNvPr id="7" name="Chart 6">
            <a:extLst>
              <a:ext uri="{FF2B5EF4-FFF2-40B4-BE49-F238E27FC236}">
                <a16:creationId xmlns:a16="http://schemas.microsoft.com/office/drawing/2014/main" id="{BED9E044-73B0-67C2-4B3B-A1F9499DF22F}"/>
              </a:ext>
            </a:extLst>
          </p:cNvPr>
          <p:cNvGraphicFramePr>
            <a:graphicFrameLocks/>
          </p:cNvGraphicFramePr>
          <p:nvPr/>
        </p:nvGraphicFramePr>
        <p:xfrm>
          <a:off x="965200" y="749586"/>
          <a:ext cx="4572000"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8" name="Chart 7">
            <a:extLst>
              <a:ext uri="{FF2B5EF4-FFF2-40B4-BE49-F238E27FC236}">
                <a16:creationId xmlns:a16="http://schemas.microsoft.com/office/drawing/2014/main" id="{4C3EEA79-DD49-8C73-438D-29B4226F6391}"/>
              </a:ext>
            </a:extLst>
          </p:cNvPr>
          <p:cNvGraphicFramePr>
            <a:graphicFrameLocks/>
          </p:cNvGraphicFramePr>
          <p:nvPr/>
        </p:nvGraphicFramePr>
        <p:xfrm>
          <a:off x="6283960" y="749586"/>
          <a:ext cx="4572000" cy="2743200"/>
        </p:xfrm>
        <a:graphic>
          <a:graphicData uri="http://schemas.openxmlformats.org/drawingml/2006/chart">
            <c:chart xmlns:c="http://schemas.openxmlformats.org/drawingml/2006/chart" xmlns:r="http://schemas.openxmlformats.org/officeDocument/2006/relationships" r:id="rId3"/>
          </a:graphicData>
        </a:graphic>
      </p:graphicFrame>
      <p:sp>
        <p:nvSpPr>
          <p:cNvPr id="3" name="TextBox 2">
            <a:extLst>
              <a:ext uri="{FF2B5EF4-FFF2-40B4-BE49-F238E27FC236}">
                <a16:creationId xmlns:a16="http://schemas.microsoft.com/office/drawing/2014/main" id="{5E12D394-1A16-3E54-82C7-21E22EC2C6CF}"/>
              </a:ext>
            </a:extLst>
          </p:cNvPr>
          <p:cNvSpPr txBox="1"/>
          <p:nvPr/>
        </p:nvSpPr>
        <p:spPr>
          <a:xfrm>
            <a:off x="965200" y="3993832"/>
            <a:ext cx="4571999" cy="646331"/>
          </a:xfrm>
          <a:prstGeom prst="rect">
            <a:avLst/>
          </a:prstGeom>
          <a:noFill/>
        </p:spPr>
        <p:txBody>
          <a:bodyPr wrap="square" rtlCol="0">
            <a:spAutoFit/>
          </a:bodyPr>
          <a:lstStyle/>
          <a:p>
            <a:pPr marL="285750" indent="-285750" algn="just">
              <a:buFont typeface="Arial" panose="020B0604020202020204" pitchFamily="34" charset="0"/>
              <a:buChar char="•"/>
            </a:pPr>
            <a:r>
              <a:rPr lang="en-IN" dirty="0"/>
              <a:t>Similar proportions of races are maintained across the male and female gender</a:t>
            </a:r>
          </a:p>
        </p:txBody>
      </p:sp>
      <p:sp>
        <p:nvSpPr>
          <p:cNvPr id="4" name="TextBox 3">
            <a:extLst>
              <a:ext uri="{FF2B5EF4-FFF2-40B4-BE49-F238E27FC236}">
                <a16:creationId xmlns:a16="http://schemas.microsoft.com/office/drawing/2014/main" id="{FB66941D-1049-F5A7-C197-A434EF6BBBFB}"/>
              </a:ext>
            </a:extLst>
          </p:cNvPr>
          <p:cNvSpPr txBox="1"/>
          <p:nvPr/>
        </p:nvSpPr>
        <p:spPr>
          <a:xfrm>
            <a:off x="6283961" y="3993832"/>
            <a:ext cx="4571999" cy="1477328"/>
          </a:xfrm>
          <a:prstGeom prst="rect">
            <a:avLst/>
          </a:prstGeom>
          <a:noFill/>
        </p:spPr>
        <p:txBody>
          <a:bodyPr wrap="square" rtlCol="0">
            <a:spAutoFit/>
          </a:bodyPr>
          <a:lstStyle/>
          <a:p>
            <a:pPr marL="285750" indent="-285750" algn="just">
              <a:buFont typeface="Arial" panose="020B0604020202020204" pitchFamily="34" charset="0"/>
              <a:buChar char="•"/>
            </a:pPr>
            <a:r>
              <a:rPr lang="en-IN" dirty="0"/>
              <a:t>Almost similar gender distribution is maintained across all the races</a:t>
            </a:r>
          </a:p>
          <a:p>
            <a:pPr marL="285750" indent="-285750" algn="just">
              <a:buFont typeface="Arial" panose="020B0604020202020204" pitchFamily="34" charset="0"/>
              <a:buChar char="•"/>
            </a:pPr>
            <a:endParaRPr lang="en-IN" dirty="0"/>
          </a:p>
          <a:p>
            <a:pPr marL="285750" indent="-285750" algn="just">
              <a:buFont typeface="Arial" panose="020B0604020202020204" pitchFamily="34" charset="0"/>
              <a:buChar char="•"/>
            </a:pPr>
            <a:r>
              <a:rPr lang="en-IN" dirty="0"/>
              <a:t>Female faces are proportionally higher than the male ones for each race</a:t>
            </a:r>
          </a:p>
        </p:txBody>
      </p:sp>
    </p:spTree>
    <p:extLst>
      <p:ext uri="{BB962C8B-B14F-4D97-AF65-F5344CB8AC3E}">
        <p14:creationId xmlns:p14="http://schemas.microsoft.com/office/powerpoint/2010/main" val="34744446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83473" y="269966"/>
            <a:ext cx="8029303" cy="584775"/>
          </a:xfrm>
          <a:prstGeom prst="rect">
            <a:avLst/>
          </a:prstGeom>
          <a:noFill/>
        </p:spPr>
        <p:txBody>
          <a:bodyPr wrap="square" rtlCol="0">
            <a:spAutoFit/>
          </a:bodyPr>
          <a:lstStyle/>
          <a:p>
            <a:r>
              <a:rPr lang="en-US" sz="3200" u="sng" dirty="0" err="1">
                <a:solidFill>
                  <a:schemeClr val="accent5">
                    <a:lumMod val="75000"/>
                  </a:schemeClr>
                </a:solidFill>
              </a:rPr>
              <a:t>Fairface</a:t>
            </a:r>
            <a:r>
              <a:rPr lang="en-US" sz="3200" u="sng" dirty="0">
                <a:solidFill>
                  <a:schemeClr val="accent5">
                    <a:lumMod val="75000"/>
                  </a:schemeClr>
                </a:solidFill>
              </a:rPr>
              <a:t> – Training dataset (82470 samples)</a:t>
            </a:r>
          </a:p>
        </p:txBody>
      </p:sp>
      <p:graphicFrame>
        <p:nvGraphicFramePr>
          <p:cNvPr id="5" name="Chart 4">
            <a:extLst>
              <a:ext uri="{FF2B5EF4-FFF2-40B4-BE49-F238E27FC236}">
                <a16:creationId xmlns:a16="http://schemas.microsoft.com/office/drawing/2014/main" id="{83A207CB-D930-5C3C-38EA-2C529F63F0AE}"/>
              </a:ext>
            </a:extLst>
          </p:cNvPr>
          <p:cNvGraphicFramePr>
            <a:graphicFrameLocks/>
          </p:cNvGraphicFramePr>
          <p:nvPr/>
        </p:nvGraphicFramePr>
        <p:xfrm>
          <a:off x="894080" y="856267"/>
          <a:ext cx="4572000"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9" name="Chart 8">
            <a:extLst>
              <a:ext uri="{FF2B5EF4-FFF2-40B4-BE49-F238E27FC236}">
                <a16:creationId xmlns:a16="http://schemas.microsoft.com/office/drawing/2014/main" id="{C8671146-3C32-53AE-6D7C-37A77C71345D}"/>
              </a:ext>
            </a:extLst>
          </p:cNvPr>
          <p:cNvGraphicFramePr>
            <a:graphicFrameLocks/>
          </p:cNvGraphicFramePr>
          <p:nvPr/>
        </p:nvGraphicFramePr>
        <p:xfrm>
          <a:off x="6096000" y="854741"/>
          <a:ext cx="4572000" cy="27432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2" name="Chart 11">
            <a:extLst>
              <a:ext uri="{FF2B5EF4-FFF2-40B4-BE49-F238E27FC236}">
                <a16:creationId xmlns:a16="http://schemas.microsoft.com/office/drawing/2014/main" id="{B4CB4B55-7B20-A7D1-3D51-AEBB5F74EE52}"/>
              </a:ext>
            </a:extLst>
          </p:cNvPr>
          <p:cNvGraphicFramePr>
            <a:graphicFrameLocks/>
          </p:cNvGraphicFramePr>
          <p:nvPr/>
        </p:nvGraphicFramePr>
        <p:xfrm>
          <a:off x="894080" y="3844834"/>
          <a:ext cx="4572000" cy="2743200"/>
        </p:xfrm>
        <a:graphic>
          <a:graphicData uri="http://schemas.openxmlformats.org/drawingml/2006/chart">
            <c:chart xmlns:c="http://schemas.openxmlformats.org/drawingml/2006/chart" xmlns:r="http://schemas.openxmlformats.org/officeDocument/2006/relationships" r:id="rId4"/>
          </a:graphicData>
        </a:graphic>
      </p:graphicFrame>
      <p:sp>
        <p:nvSpPr>
          <p:cNvPr id="2" name="TextBox 1">
            <a:extLst>
              <a:ext uri="{FF2B5EF4-FFF2-40B4-BE49-F238E27FC236}">
                <a16:creationId xmlns:a16="http://schemas.microsoft.com/office/drawing/2014/main" id="{5E891691-E1E4-D09C-26AA-B4A41A6BBED0}"/>
              </a:ext>
            </a:extLst>
          </p:cNvPr>
          <p:cNvSpPr txBox="1"/>
          <p:nvPr/>
        </p:nvSpPr>
        <p:spPr>
          <a:xfrm>
            <a:off x="6096000" y="3844834"/>
            <a:ext cx="4571999" cy="923330"/>
          </a:xfrm>
          <a:prstGeom prst="rect">
            <a:avLst/>
          </a:prstGeom>
          <a:noFill/>
        </p:spPr>
        <p:txBody>
          <a:bodyPr wrap="square" rtlCol="0">
            <a:spAutoFit/>
          </a:bodyPr>
          <a:lstStyle/>
          <a:p>
            <a:pPr marL="285750" indent="-285750" algn="just">
              <a:buFont typeface="Arial" panose="020B0604020202020204" pitchFamily="34" charset="0"/>
              <a:buChar char="•"/>
            </a:pPr>
            <a:r>
              <a:rPr lang="en-IN" dirty="0" err="1"/>
              <a:t>Fairface</a:t>
            </a:r>
            <a:r>
              <a:rPr lang="en-IN" dirty="0"/>
              <a:t> training dataset is almost balanced in race and gender, but depict younger age group biases</a:t>
            </a:r>
          </a:p>
        </p:txBody>
      </p:sp>
    </p:spTree>
    <p:extLst>
      <p:ext uri="{BB962C8B-B14F-4D97-AF65-F5344CB8AC3E}">
        <p14:creationId xmlns:p14="http://schemas.microsoft.com/office/powerpoint/2010/main" val="27950349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94D1F85-A882-6F6F-13AB-9BFB56A71BE3}"/>
              </a:ext>
            </a:extLst>
          </p:cNvPr>
          <p:cNvSpPr txBox="1"/>
          <p:nvPr/>
        </p:nvSpPr>
        <p:spPr>
          <a:xfrm>
            <a:off x="965200" y="3598851"/>
            <a:ext cx="2870200" cy="369332"/>
          </a:xfrm>
          <a:prstGeom prst="rect">
            <a:avLst/>
          </a:prstGeom>
          <a:noFill/>
        </p:spPr>
        <p:txBody>
          <a:bodyPr wrap="square" rtlCol="0">
            <a:spAutoFit/>
          </a:bodyPr>
          <a:lstStyle/>
          <a:p>
            <a:r>
              <a:rPr lang="en-IN" dirty="0">
                <a:solidFill>
                  <a:schemeClr val="accent1">
                    <a:lumMod val="75000"/>
                  </a:schemeClr>
                </a:solidFill>
              </a:rPr>
              <a:t>Racial imbalance in Gender</a:t>
            </a:r>
          </a:p>
        </p:txBody>
      </p:sp>
      <p:sp>
        <p:nvSpPr>
          <p:cNvPr id="6" name="TextBox 5">
            <a:extLst>
              <a:ext uri="{FF2B5EF4-FFF2-40B4-BE49-F238E27FC236}">
                <a16:creationId xmlns:a16="http://schemas.microsoft.com/office/drawing/2014/main" id="{2380A65C-BB1D-BEFD-0595-1AAF03C4A8EF}"/>
              </a:ext>
            </a:extLst>
          </p:cNvPr>
          <p:cNvSpPr txBox="1"/>
          <p:nvPr/>
        </p:nvSpPr>
        <p:spPr>
          <a:xfrm>
            <a:off x="6283961" y="3598851"/>
            <a:ext cx="2870200" cy="369332"/>
          </a:xfrm>
          <a:prstGeom prst="rect">
            <a:avLst/>
          </a:prstGeom>
          <a:noFill/>
        </p:spPr>
        <p:txBody>
          <a:bodyPr wrap="square" rtlCol="0">
            <a:spAutoFit/>
          </a:bodyPr>
          <a:lstStyle/>
          <a:p>
            <a:r>
              <a:rPr lang="en-IN" dirty="0">
                <a:solidFill>
                  <a:schemeClr val="accent6">
                    <a:lumMod val="75000"/>
                  </a:schemeClr>
                </a:solidFill>
              </a:rPr>
              <a:t>Gender imbalance in Race</a:t>
            </a:r>
          </a:p>
        </p:txBody>
      </p:sp>
      <p:graphicFrame>
        <p:nvGraphicFramePr>
          <p:cNvPr id="4" name="Chart 3">
            <a:extLst>
              <a:ext uri="{FF2B5EF4-FFF2-40B4-BE49-F238E27FC236}">
                <a16:creationId xmlns:a16="http://schemas.microsoft.com/office/drawing/2014/main" id="{60CF2AD3-230D-F369-CAC5-4FA9A48BC42D}"/>
              </a:ext>
            </a:extLst>
          </p:cNvPr>
          <p:cNvGraphicFramePr>
            <a:graphicFrameLocks/>
          </p:cNvGraphicFramePr>
          <p:nvPr/>
        </p:nvGraphicFramePr>
        <p:xfrm>
          <a:off x="6283960" y="749586"/>
          <a:ext cx="4572000"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9" name="Chart 8">
            <a:extLst>
              <a:ext uri="{FF2B5EF4-FFF2-40B4-BE49-F238E27FC236}">
                <a16:creationId xmlns:a16="http://schemas.microsoft.com/office/drawing/2014/main" id="{5AC4D09A-CE8E-1833-5BF0-02BF5AE14D3B}"/>
              </a:ext>
            </a:extLst>
          </p:cNvPr>
          <p:cNvGraphicFramePr>
            <a:graphicFrameLocks/>
          </p:cNvGraphicFramePr>
          <p:nvPr/>
        </p:nvGraphicFramePr>
        <p:xfrm>
          <a:off x="965199" y="749586"/>
          <a:ext cx="4572000" cy="2743200"/>
        </p:xfrm>
        <a:graphic>
          <a:graphicData uri="http://schemas.openxmlformats.org/drawingml/2006/chart">
            <c:chart xmlns:c="http://schemas.openxmlformats.org/drawingml/2006/chart" xmlns:r="http://schemas.openxmlformats.org/officeDocument/2006/relationships" r:id="rId3"/>
          </a:graphicData>
        </a:graphic>
      </p:graphicFrame>
      <p:sp>
        <p:nvSpPr>
          <p:cNvPr id="2" name="TextBox 1">
            <a:extLst>
              <a:ext uri="{FF2B5EF4-FFF2-40B4-BE49-F238E27FC236}">
                <a16:creationId xmlns:a16="http://schemas.microsoft.com/office/drawing/2014/main" id="{3C83B8BF-A002-CC75-8152-A1897CB29DF6}"/>
              </a:ext>
            </a:extLst>
          </p:cNvPr>
          <p:cNvSpPr txBox="1"/>
          <p:nvPr/>
        </p:nvSpPr>
        <p:spPr>
          <a:xfrm>
            <a:off x="965200" y="3993832"/>
            <a:ext cx="4571999" cy="646331"/>
          </a:xfrm>
          <a:prstGeom prst="rect">
            <a:avLst/>
          </a:prstGeom>
          <a:noFill/>
        </p:spPr>
        <p:txBody>
          <a:bodyPr wrap="square" rtlCol="0">
            <a:spAutoFit/>
          </a:bodyPr>
          <a:lstStyle/>
          <a:p>
            <a:pPr marL="285750" indent="-285750" algn="just">
              <a:buFont typeface="Arial" panose="020B0604020202020204" pitchFamily="34" charset="0"/>
              <a:buChar char="•"/>
            </a:pPr>
            <a:r>
              <a:rPr lang="en-IN" dirty="0"/>
              <a:t>Similar proportions of races are maintained across the male and female gender</a:t>
            </a:r>
          </a:p>
        </p:txBody>
      </p:sp>
      <p:sp>
        <p:nvSpPr>
          <p:cNvPr id="3" name="TextBox 2">
            <a:extLst>
              <a:ext uri="{FF2B5EF4-FFF2-40B4-BE49-F238E27FC236}">
                <a16:creationId xmlns:a16="http://schemas.microsoft.com/office/drawing/2014/main" id="{A709DC13-9EEB-0FB9-4D9A-1091ED3F4C91}"/>
              </a:ext>
            </a:extLst>
          </p:cNvPr>
          <p:cNvSpPr txBox="1"/>
          <p:nvPr/>
        </p:nvSpPr>
        <p:spPr>
          <a:xfrm>
            <a:off x="6283961" y="3993832"/>
            <a:ext cx="4571999" cy="1477328"/>
          </a:xfrm>
          <a:prstGeom prst="rect">
            <a:avLst/>
          </a:prstGeom>
          <a:noFill/>
        </p:spPr>
        <p:txBody>
          <a:bodyPr wrap="square" rtlCol="0">
            <a:spAutoFit/>
          </a:bodyPr>
          <a:lstStyle/>
          <a:p>
            <a:pPr marL="285750" indent="-285750" algn="just">
              <a:buFont typeface="Arial" panose="020B0604020202020204" pitchFamily="34" charset="0"/>
              <a:buChar char="•"/>
            </a:pPr>
            <a:r>
              <a:rPr lang="en-IN" dirty="0"/>
              <a:t>Almost similar gender distribution is maintained across all the races</a:t>
            </a:r>
          </a:p>
          <a:p>
            <a:pPr marL="285750" indent="-285750" algn="just">
              <a:buFont typeface="Arial" panose="020B0604020202020204" pitchFamily="34" charset="0"/>
              <a:buChar char="•"/>
            </a:pPr>
            <a:endParaRPr lang="en-IN" dirty="0"/>
          </a:p>
          <a:p>
            <a:pPr marL="285750" indent="-285750" algn="just">
              <a:buFont typeface="Arial" panose="020B0604020202020204" pitchFamily="34" charset="0"/>
              <a:buChar char="•"/>
            </a:pPr>
            <a:r>
              <a:rPr lang="en-IN" dirty="0"/>
              <a:t>Male faces are slightly higher than the female ones across the races</a:t>
            </a:r>
          </a:p>
        </p:txBody>
      </p:sp>
    </p:spTree>
    <p:extLst>
      <p:ext uri="{BB962C8B-B14F-4D97-AF65-F5344CB8AC3E}">
        <p14:creationId xmlns:p14="http://schemas.microsoft.com/office/powerpoint/2010/main" val="14461507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83473" y="269966"/>
            <a:ext cx="9231087" cy="584775"/>
          </a:xfrm>
          <a:prstGeom prst="rect">
            <a:avLst/>
          </a:prstGeom>
          <a:noFill/>
        </p:spPr>
        <p:txBody>
          <a:bodyPr wrap="square" rtlCol="0">
            <a:spAutoFit/>
          </a:bodyPr>
          <a:lstStyle/>
          <a:p>
            <a:r>
              <a:rPr lang="en-US" sz="3200" u="sng" dirty="0" err="1">
                <a:solidFill>
                  <a:schemeClr val="accent5">
                    <a:lumMod val="75000"/>
                  </a:schemeClr>
                </a:solidFill>
              </a:rPr>
              <a:t>Fairface</a:t>
            </a:r>
            <a:r>
              <a:rPr lang="en-US" sz="3200" u="sng" dirty="0">
                <a:solidFill>
                  <a:schemeClr val="accent5">
                    <a:lumMod val="75000"/>
                  </a:schemeClr>
                </a:solidFill>
              </a:rPr>
              <a:t> (Balanced) – Training dataset (48000 samples)</a:t>
            </a:r>
          </a:p>
        </p:txBody>
      </p:sp>
      <p:graphicFrame>
        <p:nvGraphicFramePr>
          <p:cNvPr id="5" name="Chart 4">
            <a:extLst>
              <a:ext uri="{FF2B5EF4-FFF2-40B4-BE49-F238E27FC236}">
                <a16:creationId xmlns:a16="http://schemas.microsoft.com/office/drawing/2014/main" id="{08F62895-923C-C5BE-4F98-83A9F5372CB4}"/>
              </a:ext>
            </a:extLst>
          </p:cNvPr>
          <p:cNvGraphicFramePr>
            <a:graphicFrameLocks/>
          </p:cNvGraphicFramePr>
          <p:nvPr/>
        </p:nvGraphicFramePr>
        <p:xfrm>
          <a:off x="3545840" y="3844834"/>
          <a:ext cx="4572000"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1" name="Chart 10">
            <a:extLst>
              <a:ext uri="{FF2B5EF4-FFF2-40B4-BE49-F238E27FC236}">
                <a16:creationId xmlns:a16="http://schemas.microsoft.com/office/drawing/2014/main" id="{2EC47758-FD3F-278E-9EBC-444FBBAAD8E4}"/>
              </a:ext>
            </a:extLst>
          </p:cNvPr>
          <p:cNvGraphicFramePr>
            <a:graphicFrameLocks/>
          </p:cNvGraphicFramePr>
          <p:nvPr/>
        </p:nvGraphicFramePr>
        <p:xfrm>
          <a:off x="894080" y="838200"/>
          <a:ext cx="4572000" cy="27432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3" name="Chart 12">
            <a:extLst>
              <a:ext uri="{FF2B5EF4-FFF2-40B4-BE49-F238E27FC236}">
                <a16:creationId xmlns:a16="http://schemas.microsoft.com/office/drawing/2014/main" id="{B3ABC84A-594E-6890-1FC8-6C9EADFAC34A}"/>
              </a:ext>
            </a:extLst>
          </p:cNvPr>
          <p:cNvGraphicFramePr>
            <a:graphicFrameLocks/>
          </p:cNvGraphicFramePr>
          <p:nvPr/>
        </p:nvGraphicFramePr>
        <p:xfrm>
          <a:off x="6096000" y="854741"/>
          <a:ext cx="4572000" cy="274320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1055415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94D1F85-A882-6F6F-13AB-9BFB56A71BE3}"/>
              </a:ext>
            </a:extLst>
          </p:cNvPr>
          <p:cNvSpPr txBox="1"/>
          <p:nvPr/>
        </p:nvSpPr>
        <p:spPr>
          <a:xfrm>
            <a:off x="792480" y="3485070"/>
            <a:ext cx="2870200" cy="369332"/>
          </a:xfrm>
          <a:prstGeom prst="rect">
            <a:avLst/>
          </a:prstGeom>
          <a:noFill/>
        </p:spPr>
        <p:txBody>
          <a:bodyPr wrap="square" rtlCol="0">
            <a:spAutoFit/>
          </a:bodyPr>
          <a:lstStyle/>
          <a:p>
            <a:r>
              <a:rPr lang="en-IN" dirty="0">
                <a:solidFill>
                  <a:schemeClr val="accent1">
                    <a:lumMod val="75000"/>
                  </a:schemeClr>
                </a:solidFill>
              </a:rPr>
              <a:t>Racial imbalance in Gender</a:t>
            </a:r>
          </a:p>
        </p:txBody>
      </p:sp>
      <p:sp>
        <p:nvSpPr>
          <p:cNvPr id="6" name="TextBox 5">
            <a:extLst>
              <a:ext uri="{FF2B5EF4-FFF2-40B4-BE49-F238E27FC236}">
                <a16:creationId xmlns:a16="http://schemas.microsoft.com/office/drawing/2014/main" id="{2380A65C-BB1D-BEFD-0595-1AAF03C4A8EF}"/>
              </a:ext>
            </a:extLst>
          </p:cNvPr>
          <p:cNvSpPr txBox="1"/>
          <p:nvPr/>
        </p:nvSpPr>
        <p:spPr>
          <a:xfrm>
            <a:off x="6187440" y="3485070"/>
            <a:ext cx="2870200" cy="369332"/>
          </a:xfrm>
          <a:prstGeom prst="rect">
            <a:avLst/>
          </a:prstGeom>
          <a:noFill/>
        </p:spPr>
        <p:txBody>
          <a:bodyPr wrap="square" rtlCol="0">
            <a:spAutoFit/>
          </a:bodyPr>
          <a:lstStyle/>
          <a:p>
            <a:r>
              <a:rPr lang="en-IN" dirty="0">
                <a:solidFill>
                  <a:schemeClr val="accent6">
                    <a:lumMod val="75000"/>
                  </a:schemeClr>
                </a:solidFill>
              </a:rPr>
              <a:t>Gender imbalance in Race</a:t>
            </a:r>
          </a:p>
        </p:txBody>
      </p:sp>
      <p:graphicFrame>
        <p:nvGraphicFramePr>
          <p:cNvPr id="2" name="Chart 1">
            <a:extLst>
              <a:ext uri="{FF2B5EF4-FFF2-40B4-BE49-F238E27FC236}">
                <a16:creationId xmlns:a16="http://schemas.microsoft.com/office/drawing/2014/main" id="{6A48A2BD-A2DB-84D2-FF13-45F867B80180}"/>
              </a:ext>
            </a:extLst>
          </p:cNvPr>
          <p:cNvGraphicFramePr>
            <a:graphicFrameLocks/>
          </p:cNvGraphicFramePr>
          <p:nvPr/>
        </p:nvGraphicFramePr>
        <p:xfrm>
          <a:off x="6187440" y="749586"/>
          <a:ext cx="4572000"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3" name="Chart 2">
            <a:extLst>
              <a:ext uri="{FF2B5EF4-FFF2-40B4-BE49-F238E27FC236}">
                <a16:creationId xmlns:a16="http://schemas.microsoft.com/office/drawing/2014/main" id="{1A32373F-354F-DD1E-8FBC-7AA16896B79F}"/>
              </a:ext>
            </a:extLst>
          </p:cNvPr>
          <p:cNvGraphicFramePr>
            <a:graphicFrameLocks/>
          </p:cNvGraphicFramePr>
          <p:nvPr/>
        </p:nvGraphicFramePr>
        <p:xfrm>
          <a:off x="792480" y="749586"/>
          <a:ext cx="4572000" cy="27432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6500517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DD463F7-D779-AD99-8658-63E73DF978AB}"/>
              </a:ext>
            </a:extLst>
          </p:cNvPr>
          <p:cNvSpPr>
            <a:spLocks noGrp="1"/>
          </p:cNvSpPr>
          <p:nvPr>
            <p:ph idx="1"/>
          </p:nvPr>
        </p:nvSpPr>
        <p:spPr>
          <a:xfrm>
            <a:off x="675640" y="1073785"/>
            <a:ext cx="10515600" cy="4351338"/>
          </a:xfrm>
        </p:spPr>
        <p:txBody>
          <a:bodyPr>
            <a:normAutofit/>
          </a:bodyPr>
          <a:lstStyle/>
          <a:p>
            <a:pPr algn="just">
              <a:lnSpc>
                <a:spcPct val="150000"/>
              </a:lnSpc>
            </a:pPr>
            <a:r>
              <a:rPr lang="en-IN" sz="2400" dirty="0"/>
              <a:t>Annotator bias (out group homogeneity)</a:t>
            </a:r>
          </a:p>
          <a:p>
            <a:pPr algn="just">
              <a:lnSpc>
                <a:spcPct val="150000"/>
              </a:lnSpc>
            </a:pPr>
            <a:r>
              <a:rPr lang="en-IN" sz="2400" dirty="0"/>
              <a:t>It occurs when the annotator is more accurate labelling concepts she/he is familiar with</a:t>
            </a:r>
          </a:p>
          <a:p>
            <a:pPr algn="just">
              <a:lnSpc>
                <a:spcPct val="150000"/>
              </a:lnSpc>
            </a:pPr>
            <a:r>
              <a:rPr lang="en-IN" sz="2400" dirty="0"/>
              <a:t>Ex: Identifying races of people</a:t>
            </a:r>
          </a:p>
        </p:txBody>
      </p:sp>
      <p:sp>
        <p:nvSpPr>
          <p:cNvPr id="4" name="TextBox 3">
            <a:extLst>
              <a:ext uri="{FF2B5EF4-FFF2-40B4-BE49-F238E27FC236}">
                <a16:creationId xmlns:a16="http://schemas.microsoft.com/office/drawing/2014/main" id="{9BC54237-1D9E-314F-CC70-694CC6C940BD}"/>
              </a:ext>
            </a:extLst>
          </p:cNvPr>
          <p:cNvSpPr txBox="1"/>
          <p:nvPr/>
        </p:nvSpPr>
        <p:spPr>
          <a:xfrm>
            <a:off x="583473" y="269966"/>
            <a:ext cx="9220927" cy="584775"/>
          </a:xfrm>
          <a:prstGeom prst="rect">
            <a:avLst/>
          </a:prstGeom>
          <a:noFill/>
        </p:spPr>
        <p:txBody>
          <a:bodyPr wrap="square" rtlCol="0">
            <a:spAutoFit/>
          </a:bodyPr>
          <a:lstStyle/>
          <a:p>
            <a:r>
              <a:rPr lang="en-US" sz="3200" u="sng" dirty="0">
                <a:solidFill>
                  <a:schemeClr val="accent5">
                    <a:lumMod val="75000"/>
                  </a:schemeClr>
                </a:solidFill>
              </a:rPr>
              <a:t>Sources of Bias: Annotator Bias</a:t>
            </a:r>
          </a:p>
        </p:txBody>
      </p:sp>
    </p:spTree>
    <p:extLst>
      <p:ext uri="{BB962C8B-B14F-4D97-AF65-F5344CB8AC3E}">
        <p14:creationId xmlns:p14="http://schemas.microsoft.com/office/powerpoint/2010/main" val="37196614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DD463F7-D779-AD99-8658-63E73DF978AB}"/>
              </a:ext>
            </a:extLst>
          </p:cNvPr>
          <p:cNvSpPr>
            <a:spLocks noGrp="1"/>
          </p:cNvSpPr>
          <p:nvPr>
            <p:ph idx="1"/>
          </p:nvPr>
        </p:nvSpPr>
        <p:spPr>
          <a:xfrm>
            <a:off x="675640" y="1073785"/>
            <a:ext cx="10515600" cy="4351338"/>
          </a:xfrm>
        </p:spPr>
        <p:txBody>
          <a:bodyPr>
            <a:normAutofit/>
          </a:bodyPr>
          <a:lstStyle/>
          <a:p>
            <a:pPr algn="just">
              <a:lnSpc>
                <a:spcPct val="150000"/>
              </a:lnSpc>
            </a:pPr>
            <a:r>
              <a:rPr lang="en-IN" sz="2400" dirty="0"/>
              <a:t>The statistical model displays bias when the dataset is balanced</a:t>
            </a:r>
          </a:p>
          <a:p>
            <a:pPr algn="just">
              <a:lnSpc>
                <a:spcPct val="150000"/>
              </a:lnSpc>
            </a:pPr>
            <a:r>
              <a:rPr lang="en-IN" sz="2400" dirty="0"/>
              <a:t>Ex: Usage of Empirical Risk Minimization tends to overwhelm the minority group with data from the majority group</a:t>
            </a:r>
          </a:p>
        </p:txBody>
      </p:sp>
      <p:sp>
        <p:nvSpPr>
          <p:cNvPr id="4" name="TextBox 3">
            <a:extLst>
              <a:ext uri="{FF2B5EF4-FFF2-40B4-BE49-F238E27FC236}">
                <a16:creationId xmlns:a16="http://schemas.microsoft.com/office/drawing/2014/main" id="{9BC54237-1D9E-314F-CC70-694CC6C940BD}"/>
              </a:ext>
            </a:extLst>
          </p:cNvPr>
          <p:cNvSpPr txBox="1"/>
          <p:nvPr/>
        </p:nvSpPr>
        <p:spPr>
          <a:xfrm>
            <a:off x="583473" y="269966"/>
            <a:ext cx="9220927" cy="584775"/>
          </a:xfrm>
          <a:prstGeom prst="rect">
            <a:avLst/>
          </a:prstGeom>
          <a:noFill/>
        </p:spPr>
        <p:txBody>
          <a:bodyPr wrap="square" rtlCol="0">
            <a:spAutoFit/>
          </a:bodyPr>
          <a:lstStyle/>
          <a:p>
            <a:r>
              <a:rPr lang="en-US" sz="3200" u="sng" dirty="0">
                <a:solidFill>
                  <a:schemeClr val="accent5">
                    <a:lumMod val="75000"/>
                  </a:schemeClr>
                </a:solidFill>
              </a:rPr>
              <a:t>Sources of Bias: Model Bias</a:t>
            </a:r>
          </a:p>
        </p:txBody>
      </p:sp>
    </p:spTree>
    <p:extLst>
      <p:ext uri="{BB962C8B-B14F-4D97-AF65-F5344CB8AC3E}">
        <p14:creationId xmlns:p14="http://schemas.microsoft.com/office/powerpoint/2010/main" val="29594808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DD463F7-D779-AD99-8658-63E73DF978AB}"/>
              </a:ext>
            </a:extLst>
          </p:cNvPr>
          <p:cNvSpPr>
            <a:spLocks noGrp="1"/>
          </p:cNvSpPr>
          <p:nvPr>
            <p:ph idx="1"/>
          </p:nvPr>
        </p:nvSpPr>
        <p:spPr>
          <a:xfrm>
            <a:off x="675640" y="1073785"/>
            <a:ext cx="10515600" cy="4351338"/>
          </a:xfrm>
        </p:spPr>
        <p:txBody>
          <a:bodyPr>
            <a:normAutofit/>
          </a:bodyPr>
          <a:lstStyle/>
          <a:p>
            <a:pPr algn="just">
              <a:lnSpc>
                <a:spcPct val="150000"/>
              </a:lnSpc>
            </a:pPr>
            <a:r>
              <a:rPr lang="en-IN" sz="2400" dirty="0"/>
              <a:t>Three models under investigation</a:t>
            </a:r>
          </a:p>
          <a:p>
            <a:pPr lvl="1" algn="just">
              <a:lnSpc>
                <a:spcPct val="150000"/>
              </a:lnSpc>
            </a:pPr>
            <a:r>
              <a:rPr lang="en-IN" sz="2000" dirty="0"/>
              <a:t>DDPM/DDIM</a:t>
            </a:r>
          </a:p>
          <a:p>
            <a:pPr lvl="1" algn="just">
              <a:lnSpc>
                <a:spcPct val="150000"/>
              </a:lnSpc>
            </a:pPr>
            <a:r>
              <a:rPr lang="en-IN" sz="2000" dirty="0"/>
              <a:t>Stable Diffusion</a:t>
            </a:r>
          </a:p>
          <a:p>
            <a:pPr lvl="1" algn="just">
              <a:lnSpc>
                <a:spcPct val="150000"/>
              </a:lnSpc>
            </a:pPr>
            <a:r>
              <a:rPr lang="en-IN" sz="2000" dirty="0"/>
              <a:t>DDGAN</a:t>
            </a:r>
          </a:p>
          <a:p>
            <a:pPr lvl="1" algn="just">
              <a:lnSpc>
                <a:spcPct val="150000"/>
              </a:lnSpc>
            </a:pPr>
            <a:endParaRPr lang="en-IN" sz="2000" dirty="0"/>
          </a:p>
        </p:txBody>
      </p:sp>
      <p:sp>
        <p:nvSpPr>
          <p:cNvPr id="4" name="TextBox 3">
            <a:extLst>
              <a:ext uri="{FF2B5EF4-FFF2-40B4-BE49-F238E27FC236}">
                <a16:creationId xmlns:a16="http://schemas.microsoft.com/office/drawing/2014/main" id="{9BC54237-1D9E-314F-CC70-694CC6C940BD}"/>
              </a:ext>
            </a:extLst>
          </p:cNvPr>
          <p:cNvSpPr txBox="1"/>
          <p:nvPr/>
        </p:nvSpPr>
        <p:spPr>
          <a:xfrm>
            <a:off x="583473" y="269966"/>
            <a:ext cx="9220927" cy="584775"/>
          </a:xfrm>
          <a:prstGeom prst="rect">
            <a:avLst/>
          </a:prstGeom>
          <a:noFill/>
        </p:spPr>
        <p:txBody>
          <a:bodyPr wrap="square" rtlCol="0">
            <a:spAutoFit/>
          </a:bodyPr>
          <a:lstStyle/>
          <a:p>
            <a:r>
              <a:rPr lang="en-US" sz="3200" u="sng" dirty="0">
                <a:solidFill>
                  <a:schemeClr val="accent5">
                    <a:lumMod val="75000"/>
                  </a:schemeClr>
                </a:solidFill>
              </a:rPr>
              <a:t>Experiment: Dataset &amp; Model Bias Detection</a:t>
            </a:r>
          </a:p>
        </p:txBody>
      </p:sp>
    </p:spTree>
    <p:extLst>
      <p:ext uri="{BB962C8B-B14F-4D97-AF65-F5344CB8AC3E}">
        <p14:creationId xmlns:p14="http://schemas.microsoft.com/office/powerpoint/2010/main" val="8397918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DD463F7-D779-AD99-8658-63E73DF978AB}"/>
              </a:ext>
            </a:extLst>
          </p:cNvPr>
          <p:cNvSpPr>
            <a:spLocks noGrp="1"/>
          </p:cNvSpPr>
          <p:nvPr>
            <p:ph idx="1"/>
          </p:nvPr>
        </p:nvSpPr>
        <p:spPr>
          <a:xfrm>
            <a:off x="675640" y="1073785"/>
            <a:ext cx="10515600" cy="4351338"/>
          </a:xfrm>
        </p:spPr>
        <p:txBody>
          <a:bodyPr>
            <a:normAutofit fontScale="92500"/>
          </a:bodyPr>
          <a:lstStyle/>
          <a:p>
            <a:pPr algn="just">
              <a:lnSpc>
                <a:spcPct val="150000"/>
              </a:lnSpc>
            </a:pPr>
            <a:r>
              <a:rPr lang="en-IN" sz="2400" dirty="0"/>
              <a:t>The diffusion model trained on each of the dataset, and the samples generated by the model is analysed for the presence of bias across attributes such as race, gender, and age</a:t>
            </a:r>
          </a:p>
          <a:p>
            <a:pPr algn="just">
              <a:lnSpc>
                <a:spcPct val="150000"/>
              </a:lnSpc>
            </a:pPr>
            <a:r>
              <a:rPr lang="en-IN" sz="2400" dirty="0"/>
              <a:t>Training time for </a:t>
            </a:r>
            <a:r>
              <a:rPr lang="en-IN" sz="2400" dirty="0" err="1"/>
              <a:t>CelebA</a:t>
            </a:r>
            <a:r>
              <a:rPr lang="en-IN" sz="2400" dirty="0"/>
              <a:t>-HQ dataset (27000 images of 256x256 dim):</a:t>
            </a:r>
          </a:p>
          <a:p>
            <a:pPr lvl="1" algn="just">
              <a:lnSpc>
                <a:spcPct val="150000"/>
              </a:lnSpc>
            </a:pPr>
            <a:r>
              <a:rPr lang="en-IN" sz="1600" dirty="0"/>
              <a:t>Nvidia A5000 1x24 GB GPU: 30 days for 550 epochs</a:t>
            </a:r>
          </a:p>
          <a:p>
            <a:pPr lvl="1" algn="just">
              <a:lnSpc>
                <a:spcPct val="150000"/>
              </a:lnSpc>
            </a:pPr>
            <a:r>
              <a:rPr lang="en-IN" sz="1600" dirty="0"/>
              <a:t>Nvidia A100 1x80 GB GPU: 12 days for 550 epochs</a:t>
            </a:r>
          </a:p>
          <a:p>
            <a:pPr algn="just">
              <a:lnSpc>
                <a:spcPct val="150000"/>
              </a:lnSpc>
            </a:pPr>
            <a:r>
              <a:rPr lang="en-IN" sz="2400" dirty="0"/>
              <a:t>Training time for </a:t>
            </a:r>
            <a:r>
              <a:rPr lang="en-IN" sz="2400" dirty="0" err="1"/>
              <a:t>Fairface</a:t>
            </a:r>
            <a:r>
              <a:rPr lang="en-IN" sz="2400" dirty="0"/>
              <a:t> dataset (87000 images of 224x224 dim):</a:t>
            </a:r>
          </a:p>
          <a:p>
            <a:pPr lvl="1" algn="just">
              <a:lnSpc>
                <a:spcPct val="150000"/>
              </a:lnSpc>
            </a:pPr>
            <a:r>
              <a:rPr lang="en-IN" sz="1600" dirty="0"/>
              <a:t>Nvidia A5000 1x24 GB GPU: 60 days for 500 epochs</a:t>
            </a:r>
            <a:endParaRPr lang="en-IN" sz="1600" b="1" dirty="0"/>
          </a:p>
          <a:p>
            <a:pPr lvl="1" algn="just">
              <a:lnSpc>
                <a:spcPct val="150000"/>
              </a:lnSpc>
            </a:pPr>
            <a:r>
              <a:rPr lang="en-IN" sz="1600" dirty="0"/>
              <a:t>Nvidia A100 1x80 GB GPU: 26 days for 500 epochs</a:t>
            </a:r>
          </a:p>
        </p:txBody>
      </p:sp>
      <p:sp>
        <p:nvSpPr>
          <p:cNvPr id="4" name="TextBox 3">
            <a:extLst>
              <a:ext uri="{FF2B5EF4-FFF2-40B4-BE49-F238E27FC236}">
                <a16:creationId xmlns:a16="http://schemas.microsoft.com/office/drawing/2014/main" id="{9BC54237-1D9E-314F-CC70-694CC6C940BD}"/>
              </a:ext>
            </a:extLst>
          </p:cNvPr>
          <p:cNvSpPr txBox="1"/>
          <p:nvPr/>
        </p:nvSpPr>
        <p:spPr>
          <a:xfrm>
            <a:off x="583473" y="269966"/>
            <a:ext cx="9220927" cy="584775"/>
          </a:xfrm>
          <a:prstGeom prst="rect">
            <a:avLst/>
          </a:prstGeom>
          <a:noFill/>
        </p:spPr>
        <p:txBody>
          <a:bodyPr wrap="square" rtlCol="0">
            <a:spAutoFit/>
          </a:bodyPr>
          <a:lstStyle/>
          <a:p>
            <a:r>
              <a:rPr lang="en-US" sz="3200" u="sng" dirty="0">
                <a:solidFill>
                  <a:schemeClr val="accent5">
                    <a:lumMod val="75000"/>
                  </a:schemeClr>
                </a:solidFill>
              </a:rPr>
              <a:t>Experiment Design</a:t>
            </a:r>
          </a:p>
        </p:txBody>
      </p:sp>
    </p:spTree>
    <p:extLst>
      <p:ext uri="{BB962C8B-B14F-4D97-AF65-F5344CB8AC3E}">
        <p14:creationId xmlns:p14="http://schemas.microsoft.com/office/powerpoint/2010/main" val="16226506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BC54237-1D9E-314F-CC70-694CC6C940BD}"/>
              </a:ext>
            </a:extLst>
          </p:cNvPr>
          <p:cNvSpPr txBox="1"/>
          <p:nvPr/>
        </p:nvSpPr>
        <p:spPr>
          <a:xfrm>
            <a:off x="583473" y="269966"/>
            <a:ext cx="9220927" cy="584775"/>
          </a:xfrm>
          <a:prstGeom prst="rect">
            <a:avLst/>
          </a:prstGeom>
          <a:noFill/>
        </p:spPr>
        <p:txBody>
          <a:bodyPr wrap="square" rtlCol="0">
            <a:spAutoFit/>
          </a:bodyPr>
          <a:lstStyle/>
          <a:p>
            <a:r>
              <a:rPr lang="en-US" sz="3200" u="sng" dirty="0">
                <a:solidFill>
                  <a:schemeClr val="accent5">
                    <a:lumMod val="75000"/>
                  </a:schemeClr>
                </a:solidFill>
              </a:rPr>
              <a:t>Experiment Design</a:t>
            </a:r>
          </a:p>
        </p:txBody>
      </p:sp>
      <p:sp>
        <p:nvSpPr>
          <p:cNvPr id="2" name="Oval 1">
            <a:extLst>
              <a:ext uri="{FF2B5EF4-FFF2-40B4-BE49-F238E27FC236}">
                <a16:creationId xmlns:a16="http://schemas.microsoft.com/office/drawing/2014/main" id="{9B0ED07B-2B61-4815-6EDE-DBCB9C8CB418}"/>
              </a:ext>
            </a:extLst>
          </p:cNvPr>
          <p:cNvSpPr/>
          <p:nvPr/>
        </p:nvSpPr>
        <p:spPr>
          <a:xfrm>
            <a:off x="2695872" y="2411492"/>
            <a:ext cx="772160" cy="772160"/>
          </a:xfrm>
          <a:prstGeom prst="ellipse">
            <a:avLst/>
          </a:prstGeom>
          <a:solidFill>
            <a:schemeClr val="accent6">
              <a:lumMod val="40000"/>
              <a:lumOff val="60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tx1">
                    <a:lumMod val="95000"/>
                    <a:lumOff val="5000"/>
                  </a:schemeClr>
                </a:solidFill>
              </a:rPr>
              <a:t>x</a:t>
            </a:r>
            <a:r>
              <a:rPr lang="en-US" baseline="-25000" dirty="0" err="1">
                <a:solidFill>
                  <a:schemeClr val="tx1">
                    <a:lumMod val="95000"/>
                    <a:lumOff val="5000"/>
                  </a:schemeClr>
                </a:solidFill>
              </a:rPr>
              <a:t>t</a:t>
            </a:r>
            <a:endParaRPr lang="en-IN" baseline="-25000" dirty="0">
              <a:solidFill>
                <a:schemeClr val="tx1">
                  <a:lumMod val="95000"/>
                  <a:lumOff val="5000"/>
                </a:schemeClr>
              </a:solidFill>
            </a:endParaRPr>
          </a:p>
        </p:txBody>
      </p:sp>
      <p:sp>
        <p:nvSpPr>
          <p:cNvPr id="3" name="Oval 2">
            <a:extLst>
              <a:ext uri="{FF2B5EF4-FFF2-40B4-BE49-F238E27FC236}">
                <a16:creationId xmlns:a16="http://schemas.microsoft.com/office/drawing/2014/main" id="{78826996-D41E-5610-7CA0-C82858EE2B9E}"/>
              </a:ext>
            </a:extLst>
          </p:cNvPr>
          <p:cNvSpPr/>
          <p:nvPr/>
        </p:nvSpPr>
        <p:spPr>
          <a:xfrm>
            <a:off x="4612640" y="2387600"/>
            <a:ext cx="772160" cy="772160"/>
          </a:xfrm>
          <a:prstGeom prst="ellipse">
            <a:avLst/>
          </a:prstGeom>
          <a:solidFill>
            <a:schemeClr val="accent6">
              <a:lumMod val="40000"/>
              <a:lumOff val="60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lumMod val="95000"/>
                    <a:lumOff val="5000"/>
                  </a:schemeClr>
                </a:solidFill>
              </a:rPr>
              <a:t>x</a:t>
            </a:r>
            <a:r>
              <a:rPr lang="en-US" baseline="-25000" dirty="0">
                <a:solidFill>
                  <a:schemeClr val="tx1">
                    <a:lumMod val="95000"/>
                    <a:lumOff val="5000"/>
                  </a:schemeClr>
                </a:solidFill>
              </a:rPr>
              <a:t>t-1</a:t>
            </a:r>
            <a:endParaRPr lang="en-IN" baseline="-25000" dirty="0">
              <a:solidFill>
                <a:schemeClr val="tx1">
                  <a:lumMod val="95000"/>
                  <a:lumOff val="5000"/>
                </a:schemeClr>
              </a:solidFill>
            </a:endParaRPr>
          </a:p>
        </p:txBody>
      </p:sp>
      <p:sp>
        <p:nvSpPr>
          <p:cNvPr id="8" name="TextBox 7">
            <a:extLst>
              <a:ext uri="{FF2B5EF4-FFF2-40B4-BE49-F238E27FC236}">
                <a16:creationId xmlns:a16="http://schemas.microsoft.com/office/drawing/2014/main" id="{8DB29F4C-723F-0B40-E789-27BE7F4E334E}"/>
              </a:ext>
            </a:extLst>
          </p:cNvPr>
          <p:cNvSpPr txBox="1"/>
          <p:nvPr/>
        </p:nvSpPr>
        <p:spPr>
          <a:xfrm>
            <a:off x="3468032" y="2416294"/>
            <a:ext cx="1310640" cy="369332"/>
          </a:xfrm>
          <a:prstGeom prst="rect">
            <a:avLst/>
          </a:prstGeom>
          <a:noFill/>
        </p:spPr>
        <p:txBody>
          <a:bodyPr wrap="square" rtlCol="0">
            <a:spAutoFit/>
          </a:bodyPr>
          <a:lstStyle/>
          <a:p>
            <a:r>
              <a:rPr lang="en-US" dirty="0" err="1"/>
              <a:t>p</a:t>
            </a:r>
            <a:r>
              <a:rPr lang="en-US" baseline="-25000" dirty="0" err="1"/>
              <a:t>Ɵ</a:t>
            </a:r>
            <a:r>
              <a:rPr lang="en-US" dirty="0"/>
              <a:t>(x</a:t>
            </a:r>
            <a:r>
              <a:rPr lang="en-US" baseline="-25000" dirty="0"/>
              <a:t>t-1</a:t>
            </a:r>
            <a:r>
              <a:rPr lang="en-US" dirty="0"/>
              <a:t>|x</a:t>
            </a:r>
            <a:r>
              <a:rPr lang="en-US" baseline="-25000" dirty="0"/>
              <a:t>t</a:t>
            </a:r>
            <a:r>
              <a:rPr lang="en-US" dirty="0"/>
              <a:t>)</a:t>
            </a:r>
            <a:endParaRPr lang="en-IN" dirty="0"/>
          </a:p>
        </p:txBody>
      </p:sp>
      <p:sp>
        <p:nvSpPr>
          <p:cNvPr id="11" name="Rectangle: Rounded Corners 10">
            <a:extLst>
              <a:ext uri="{FF2B5EF4-FFF2-40B4-BE49-F238E27FC236}">
                <a16:creationId xmlns:a16="http://schemas.microsoft.com/office/drawing/2014/main" id="{6DC5AA75-42D8-FB9B-3C2B-84EB411F89FC}"/>
              </a:ext>
            </a:extLst>
          </p:cNvPr>
          <p:cNvSpPr/>
          <p:nvPr/>
        </p:nvSpPr>
        <p:spPr>
          <a:xfrm>
            <a:off x="2560320" y="2214880"/>
            <a:ext cx="3088640" cy="1879600"/>
          </a:xfrm>
          <a:prstGeom prst="roundRect">
            <a:avLst/>
          </a:prstGeom>
          <a:noFill/>
          <a:ln>
            <a:solidFill>
              <a:schemeClr val="accent6">
                <a:lumMod val="50000"/>
              </a:schemeClr>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13" name="Picture 12">
            <a:extLst>
              <a:ext uri="{FF2B5EF4-FFF2-40B4-BE49-F238E27FC236}">
                <a16:creationId xmlns:a16="http://schemas.microsoft.com/office/drawing/2014/main" id="{A100A492-B028-EDF3-9B36-4FD51FC7473B}"/>
              </a:ext>
            </a:extLst>
          </p:cNvPr>
          <p:cNvPicPr>
            <a:picLocks noChangeAspect="1"/>
          </p:cNvPicPr>
          <p:nvPr/>
        </p:nvPicPr>
        <p:blipFill>
          <a:blip r:embed="rId2"/>
          <a:stretch>
            <a:fillRect/>
          </a:stretch>
        </p:blipFill>
        <p:spPr>
          <a:xfrm>
            <a:off x="5052098" y="3200399"/>
            <a:ext cx="499508" cy="514057"/>
          </a:xfrm>
          <a:prstGeom prst="rect">
            <a:avLst/>
          </a:prstGeom>
        </p:spPr>
      </p:pic>
      <p:pic>
        <p:nvPicPr>
          <p:cNvPr id="15" name="Picture 14">
            <a:extLst>
              <a:ext uri="{FF2B5EF4-FFF2-40B4-BE49-F238E27FC236}">
                <a16:creationId xmlns:a16="http://schemas.microsoft.com/office/drawing/2014/main" id="{70BFB585-77F0-36F9-4488-1E149236ADB3}"/>
              </a:ext>
            </a:extLst>
          </p:cNvPr>
          <p:cNvPicPr>
            <a:picLocks noChangeAspect="1"/>
          </p:cNvPicPr>
          <p:nvPr/>
        </p:nvPicPr>
        <p:blipFill>
          <a:blip r:embed="rId3"/>
          <a:stretch>
            <a:fillRect/>
          </a:stretch>
        </p:blipFill>
        <p:spPr>
          <a:xfrm>
            <a:off x="3144602" y="3200399"/>
            <a:ext cx="509207" cy="514057"/>
          </a:xfrm>
          <a:prstGeom prst="rect">
            <a:avLst/>
          </a:prstGeom>
        </p:spPr>
      </p:pic>
      <p:sp>
        <p:nvSpPr>
          <p:cNvPr id="16" name="TextBox 15">
            <a:extLst>
              <a:ext uri="{FF2B5EF4-FFF2-40B4-BE49-F238E27FC236}">
                <a16:creationId xmlns:a16="http://schemas.microsoft.com/office/drawing/2014/main" id="{00712349-84E1-A14B-6933-EBBA286B8C51}"/>
              </a:ext>
            </a:extLst>
          </p:cNvPr>
          <p:cNvSpPr txBox="1"/>
          <p:nvPr/>
        </p:nvSpPr>
        <p:spPr>
          <a:xfrm>
            <a:off x="3251200" y="3755095"/>
            <a:ext cx="1800898" cy="369332"/>
          </a:xfrm>
          <a:prstGeom prst="rect">
            <a:avLst/>
          </a:prstGeom>
          <a:noFill/>
        </p:spPr>
        <p:txBody>
          <a:bodyPr wrap="square" rtlCol="0">
            <a:spAutoFit/>
          </a:bodyPr>
          <a:lstStyle/>
          <a:p>
            <a:r>
              <a:rPr lang="en-US" dirty="0"/>
              <a:t>Diffusion Models</a:t>
            </a:r>
            <a:endParaRPr lang="en-IN" dirty="0"/>
          </a:p>
        </p:txBody>
      </p:sp>
      <p:sp>
        <p:nvSpPr>
          <p:cNvPr id="17" name="Rectangle 16">
            <a:extLst>
              <a:ext uri="{FF2B5EF4-FFF2-40B4-BE49-F238E27FC236}">
                <a16:creationId xmlns:a16="http://schemas.microsoft.com/office/drawing/2014/main" id="{075BF492-6D76-B309-1737-B05EEBC76A01}"/>
              </a:ext>
            </a:extLst>
          </p:cNvPr>
          <p:cNvSpPr/>
          <p:nvPr/>
        </p:nvSpPr>
        <p:spPr>
          <a:xfrm>
            <a:off x="819169" y="2777252"/>
            <a:ext cx="596543" cy="599440"/>
          </a:xfrm>
          <a:prstGeom prst="rect">
            <a:avLst/>
          </a:prstGeom>
          <a:solidFill>
            <a:schemeClr val="accent6">
              <a:lumMod val="40000"/>
              <a:lumOff val="60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lumMod val="95000"/>
                    <a:lumOff val="5000"/>
                  </a:schemeClr>
                </a:solidFill>
              </a:rPr>
              <a:t>z</a:t>
            </a:r>
            <a:endParaRPr lang="en-IN" dirty="0">
              <a:solidFill>
                <a:schemeClr val="tx1">
                  <a:lumMod val="95000"/>
                  <a:lumOff val="5000"/>
                </a:schemeClr>
              </a:solidFill>
            </a:endParaRPr>
          </a:p>
        </p:txBody>
      </p:sp>
      <p:cxnSp>
        <p:nvCxnSpPr>
          <p:cNvPr id="18" name="Straight Arrow Connector 17">
            <a:extLst>
              <a:ext uri="{FF2B5EF4-FFF2-40B4-BE49-F238E27FC236}">
                <a16:creationId xmlns:a16="http://schemas.microsoft.com/office/drawing/2014/main" id="{F90299AA-27D3-7812-3359-39BC5F38C6DA}"/>
              </a:ext>
            </a:extLst>
          </p:cNvPr>
          <p:cNvCxnSpPr>
            <a:cxnSpLocks/>
            <a:stCxn id="17" idx="3"/>
          </p:cNvCxnSpPr>
          <p:nvPr/>
        </p:nvCxnSpPr>
        <p:spPr>
          <a:xfrm>
            <a:off x="1415712" y="3076972"/>
            <a:ext cx="114460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 name="Straight Arrow Connector 20">
            <a:extLst>
              <a:ext uri="{FF2B5EF4-FFF2-40B4-BE49-F238E27FC236}">
                <a16:creationId xmlns:a16="http://schemas.microsoft.com/office/drawing/2014/main" id="{F7426C83-F3F7-8801-AB2C-DE289B4AC33D}"/>
              </a:ext>
            </a:extLst>
          </p:cNvPr>
          <p:cNvCxnSpPr>
            <a:cxnSpLocks/>
          </p:cNvCxnSpPr>
          <p:nvPr/>
        </p:nvCxnSpPr>
        <p:spPr>
          <a:xfrm>
            <a:off x="5659248" y="3075464"/>
            <a:ext cx="114460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 name="Straight Arrow Connector 21">
            <a:extLst>
              <a:ext uri="{FF2B5EF4-FFF2-40B4-BE49-F238E27FC236}">
                <a16:creationId xmlns:a16="http://schemas.microsoft.com/office/drawing/2014/main" id="{CABE93D4-BD6E-96B3-49F2-EEF23E644B6C}"/>
              </a:ext>
            </a:extLst>
          </p:cNvPr>
          <p:cNvCxnSpPr>
            <a:cxnSpLocks/>
          </p:cNvCxnSpPr>
          <p:nvPr/>
        </p:nvCxnSpPr>
        <p:spPr>
          <a:xfrm>
            <a:off x="3468032" y="2806224"/>
            <a:ext cx="114460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3" name="Rectangle 22">
            <a:extLst>
              <a:ext uri="{FF2B5EF4-FFF2-40B4-BE49-F238E27FC236}">
                <a16:creationId xmlns:a16="http://schemas.microsoft.com/office/drawing/2014/main" id="{1A1A09AD-311A-C90A-6117-D20A7FDAD2EC}"/>
              </a:ext>
            </a:extLst>
          </p:cNvPr>
          <p:cNvSpPr/>
          <p:nvPr/>
        </p:nvSpPr>
        <p:spPr>
          <a:xfrm>
            <a:off x="6830993" y="2218451"/>
            <a:ext cx="524848" cy="1876027"/>
          </a:xfrm>
          <a:prstGeom prst="rect">
            <a:avLst/>
          </a:prstGeom>
          <a:solidFill>
            <a:schemeClr val="accent6">
              <a:lumMod val="40000"/>
              <a:lumOff val="60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lumMod val="95000"/>
                    <a:lumOff val="5000"/>
                  </a:schemeClr>
                </a:solidFill>
              </a:rPr>
              <a:t>X</a:t>
            </a:r>
            <a:r>
              <a:rPr lang="en-US" baseline="-25000" dirty="0">
                <a:solidFill>
                  <a:schemeClr val="tx1">
                    <a:lumMod val="95000"/>
                    <a:lumOff val="5000"/>
                  </a:schemeClr>
                </a:solidFill>
              </a:rPr>
              <a:t>0</a:t>
            </a:r>
            <a:endParaRPr lang="en-IN" baseline="-25000" dirty="0">
              <a:solidFill>
                <a:schemeClr val="tx1">
                  <a:lumMod val="95000"/>
                  <a:lumOff val="5000"/>
                </a:schemeClr>
              </a:solidFill>
            </a:endParaRPr>
          </a:p>
        </p:txBody>
      </p:sp>
      <p:cxnSp>
        <p:nvCxnSpPr>
          <p:cNvPr id="24" name="Straight Arrow Connector 23">
            <a:extLst>
              <a:ext uri="{FF2B5EF4-FFF2-40B4-BE49-F238E27FC236}">
                <a16:creationId xmlns:a16="http://schemas.microsoft.com/office/drawing/2014/main" id="{2632FEF2-F544-57D9-3DB6-8C5E5394B7B8}"/>
              </a:ext>
            </a:extLst>
          </p:cNvPr>
          <p:cNvCxnSpPr>
            <a:cxnSpLocks/>
          </p:cNvCxnSpPr>
          <p:nvPr/>
        </p:nvCxnSpPr>
        <p:spPr>
          <a:xfrm>
            <a:off x="7386449" y="3075464"/>
            <a:ext cx="114460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5" name="Rectangle 24">
            <a:extLst>
              <a:ext uri="{FF2B5EF4-FFF2-40B4-BE49-F238E27FC236}">
                <a16:creationId xmlns:a16="http://schemas.microsoft.com/office/drawing/2014/main" id="{F9114D39-FD3A-46F0-8AA2-247DA8562082}"/>
              </a:ext>
            </a:extLst>
          </p:cNvPr>
          <p:cNvSpPr/>
          <p:nvPr/>
        </p:nvSpPr>
        <p:spPr>
          <a:xfrm>
            <a:off x="8561664" y="2214880"/>
            <a:ext cx="765215" cy="1876027"/>
          </a:xfrm>
          <a:prstGeom prst="rect">
            <a:avLst/>
          </a:prstGeom>
          <a:solidFill>
            <a:schemeClr val="accent6">
              <a:lumMod val="40000"/>
              <a:lumOff val="60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lumMod val="95000"/>
                    <a:lumOff val="5000"/>
                  </a:schemeClr>
                </a:solidFill>
              </a:rPr>
              <a:t>Attribute Classifier</a:t>
            </a:r>
            <a:endParaRPr lang="en-IN" sz="1200" baseline="-25000" dirty="0">
              <a:solidFill>
                <a:schemeClr val="tx1">
                  <a:lumMod val="95000"/>
                  <a:lumOff val="5000"/>
                </a:schemeClr>
              </a:solidFill>
            </a:endParaRPr>
          </a:p>
        </p:txBody>
      </p:sp>
      <p:cxnSp>
        <p:nvCxnSpPr>
          <p:cNvPr id="26" name="Straight Arrow Connector 25">
            <a:extLst>
              <a:ext uri="{FF2B5EF4-FFF2-40B4-BE49-F238E27FC236}">
                <a16:creationId xmlns:a16="http://schemas.microsoft.com/office/drawing/2014/main" id="{BFE6A6D0-41BB-D2CF-3D13-ABD665D20F11}"/>
              </a:ext>
            </a:extLst>
          </p:cNvPr>
          <p:cNvCxnSpPr>
            <a:cxnSpLocks/>
          </p:cNvCxnSpPr>
          <p:nvPr/>
        </p:nvCxnSpPr>
        <p:spPr>
          <a:xfrm>
            <a:off x="9326879" y="2557304"/>
            <a:ext cx="74155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8" name="Straight Arrow Connector 27">
            <a:extLst>
              <a:ext uri="{FF2B5EF4-FFF2-40B4-BE49-F238E27FC236}">
                <a16:creationId xmlns:a16="http://schemas.microsoft.com/office/drawing/2014/main" id="{BDCCEE8A-F272-1973-378F-D0CE427F8FC7}"/>
              </a:ext>
            </a:extLst>
          </p:cNvPr>
          <p:cNvCxnSpPr>
            <a:cxnSpLocks/>
          </p:cNvCxnSpPr>
          <p:nvPr/>
        </p:nvCxnSpPr>
        <p:spPr>
          <a:xfrm>
            <a:off x="9326879" y="3075464"/>
            <a:ext cx="74155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9" name="Straight Arrow Connector 28">
            <a:extLst>
              <a:ext uri="{FF2B5EF4-FFF2-40B4-BE49-F238E27FC236}">
                <a16:creationId xmlns:a16="http://schemas.microsoft.com/office/drawing/2014/main" id="{96F93BB7-6CCE-3063-4149-39BB97527317}"/>
              </a:ext>
            </a:extLst>
          </p:cNvPr>
          <p:cNvCxnSpPr>
            <a:cxnSpLocks/>
          </p:cNvCxnSpPr>
          <p:nvPr/>
        </p:nvCxnSpPr>
        <p:spPr>
          <a:xfrm>
            <a:off x="9326879" y="3611880"/>
            <a:ext cx="74155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0" name="TextBox 29">
            <a:extLst>
              <a:ext uri="{FF2B5EF4-FFF2-40B4-BE49-F238E27FC236}">
                <a16:creationId xmlns:a16="http://schemas.microsoft.com/office/drawing/2014/main" id="{94081DCD-7D71-2719-6CEB-0C0FCCF8E469}"/>
              </a:ext>
            </a:extLst>
          </p:cNvPr>
          <p:cNvSpPr txBox="1"/>
          <p:nvPr/>
        </p:nvSpPr>
        <p:spPr>
          <a:xfrm>
            <a:off x="10041422" y="2292333"/>
            <a:ext cx="1286978" cy="379745"/>
          </a:xfrm>
          <a:prstGeom prst="rect">
            <a:avLst/>
          </a:prstGeom>
          <a:noFill/>
        </p:spPr>
        <p:txBody>
          <a:bodyPr wrap="square" rtlCol="0">
            <a:spAutoFit/>
          </a:bodyPr>
          <a:lstStyle/>
          <a:p>
            <a:r>
              <a:rPr lang="en-US" dirty="0"/>
              <a:t>race/race4</a:t>
            </a:r>
            <a:endParaRPr lang="en-IN" dirty="0"/>
          </a:p>
        </p:txBody>
      </p:sp>
      <p:sp>
        <p:nvSpPr>
          <p:cNvPr id="31" name="TextBox 30">
            <a:extLst>
              <a:ext uri="{FF2B5EF4-FFF2-40B4-BE49-F238E27FC236}">
                <a16:creationId xmlns:a16="http://schemas.microsoft.com/office/drawing/2014/main" id="{C19AA151-072D-0857-055C-B0F4AF53B8F1}"/>
              </a:ext>
            </a:extLst>
          </p:cNvPr>
          <p:cNvSpPr txBox="1"/>
          <p:nvPr/>
        </p:nvSpPr>
        <p:spPr>
          <a:xfrm>
            <a:off x="10041422" y="2874151"/>
            <a:ext cx="1286978" cy="379745"/>
          </a:xfrm>
          <a:prstGeom prst="rect">
            <a:avLst/>
          </a:prstGeom>
          <a:noFill/>
        </p:spPr>
        <p:txBody>
          <a:bodyPr wrap="square" rtlCol="0">
            <a:spAutoFit/>
          </a:bodyPr>
          <a:lstStyle/>
          <a:p>
            <a:r>
              <a:rPr lang="en-US" dirty="0"/>
              <a:t>gender</a:t>
            </a:r>
            <a:endParaRPr lang="en-IN" dirty="0"/>
          </a:p>
        </p:txBody>
      </p:sp>
      <p:sp>
        <p:nvSpPr>
          <p:cNvPr id="32" name="TextBox 31">
            <a:extLst>
              <a:ext uri="{FF2B5EF4-FFF2-40B4-BE49-F238E27FC236}">
                <a16:creationId xmlns:a16="http://schemas.microsoft.com/office/drawing/2014/main" id="{EAD9C11D-F6ED-55C5-A3CC-9734FFFD7E3F}"/>
              </a:ext>
            </a:extLst>
          </p:cNvPr>
          <p:cNvSpPr txBox="1"/>
          <p:nvPr/>
        </p:nvSpPr>
        <p:spPr>
          <a:xfrm>
            <a:off x="10068430" y="3422007"/>
            <a:ext cx="1286978" cy="379745"/>
          </a:xfrm>
          <a:prstGeom prst="rect">
            <a:avLst/>
          </a:prstGeom>
          <a:noFill/>
        </p:spPr>
        <p:txBody>
          <a:bodyPr wrap="square" rtlCol="0">
            <a:spAutoFit/>
          </a:bodyPr>
          <a:lstStyle/>
          <a:p>
            <a:r>
              <a:rPr lang="en-US" dirty="0"/>
              <a:t>age</a:t>
            </a:r>
            <a:endParaRPr lang="en-IN" dirty="0"/>
          </a:p>
        </p:txBody>
      </p:sp>
    </p:spTree>
    <p:extLst>
      <p:ext uri="{BB962C8B-B14F-4D97-AF65-F5344CB8AC3E}">
        <p14:creationId xmlns:p14="http://schemas.microsoft.com/office/powerpoint/2010/main" val="20311303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1AC9B0-8039-56E0-F888-7D26BAA5C2FF}"/>
              </a:ext>
            </a:extLst>
          </p:cNvPr>
          <p:cNvSpPr>
            <a:spLocks noGrp="1"/>
          </p:cNvSpPr>
          <p:nvPr>
            <p:ph type="title"/>
          </p:nvPr>
        </p:nvSpPr>
        <p:spPr/>
        <p:txBody>
          <a:bodyPr/>
          <a:lstStyle/>
          <a:p>
            <a:r>
              <a:rPr lang="en-IN" dirty="0"/>
              <a:t>Analysis on DDPM model</a:t>
            </a:r>
          </a:p>
        </p:txBody>
      </p:sp>
    </p:spTree>
    <p:extLst>
      <p:ext uri="{BB962C8B-B14F-4D97-AF65-F5344CB8AC3E}">
        <p14:creationId xmlns:p14="http://schemas.microsoft.com/office/powerpoint/2010/main" val="31710488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99A0A84-01FB-D577-F7E5-335C40AF4058}"/>
              </a:ext>
            </a:extLst>
          </p:cNvPr>
          <p:cNvSpPr txBox="1"/>
          <p:nvPr/>
        </p:nvSpPr>
        <p:spPr>
          <a:xfrm>
            <a:off x="583473" y="269966"/>
            <a:ext cx="10948127" cy="584775"/>
          </a:xfrm>
          <a:prstGeom prst="rect">
            <a:avLst/>
          </a:prstGeom>
          <a:noFill/>
        </p:spPr>
        <p:txBody>
          <a:bodyPr wrap="square" rtlCol="0">
            <a:spAutoFit/>
          </a:bodyPr>
          <a:lstStyle/>
          <a:p>
            <a:r>
              <a:rPr lang="en-US" sz="3200" u="sng" dirty="0">
                <a:solidFill>
                  <a:schemeClr val="accent5">
                    <a:lumMod val="75000"/>
                  </a:schemeClr>
                </a:solidFill>
              </a:rPr>
              <a:t>DDPM Architecture</a:t>
            </a:r>
          </a:p>
        </p:txBody>
      </p:sp>
      <p:sp>
        <p:nvSpPr>
          <p:cNvPr id="4" name="TextBox 3">
            <a:extLst>
              <a:ext uri="{FF2B5EF4-FFF2-40B4-BE49-F238E27FC236}">
                <a16:creationId xmlns:a16="http://schemas.microsoft.com/office/drawing/2014/main" id="{32CDE003-B851-ECBE-FEF7-6BC92C377E20}"/>
              </a:ext>
            </a:extLst>
          </p:cNvPr>
          <p:cNvSpPr txBox="1"/>
          <p:nvPr/>
        </p:nvSpPr>
        <p:spPr>
          <a:xfrm>
            <a:off x="193040" y="5963920"/>
            <a:ext cx="8341360" cy="369332"/>
          </a:xfrm>
          <a:prstGeom prst="rect">
            <a:avLst/>
          </a:prstGeom>
          <a:noFill/>
        </p:spPr>
        <p:txBody>
          <a:bodyPr wrap="square" rtlCol="0">
            <a:spAutoFit/>
          </a:bodyPr>
          <a:lstStyle/>
          <a:p>
            <a:r>
              <a:rPr lang="en-IN"/>
              <a:t>Source: Ho et. al, Denoising Diffusion Probabilistic Models, NeurIPS 2020</a:t>
            </a:r>
            <a:endParaRPr lang="en-IN" dirty="0"/>
          </a:p>
        </p:txBody>
      </p:sp>
      <p:pic>
        <p:nvPicPr>
          <p:cNvPr id="6" name="Picture 5">
            <a:extLst>
              <a:ext uri="{FF2B5EF4-FFF2-40B4-BE49-F238E27FC236}">
                <a16:creationId xmlns:a16="http://schemas.microsoft.com/office/drawing/2014/main" id="{87F4127A-3AF2-80D3-B4FE-B8C341C7789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37134" y="3743409"/>
            <a:ext cx="7802457" cy="1946191"/>
          </a:xfrm>
          <a:prstGeom prst="rect">
            <a:avLst/>
          </a:prstGeom>
        </p:spPr>
      </p:pic>
      <p:pic>
        <p:nvPicPr>
          <p:cNvPr id="7" name="Picture 6">
            <a:extLst>
              <a:ext uri="{FF2B5EF4-FFF2-40B4-BE49-F238E27FC236}">
                <a16:creationId xmlns:a16="http://schemas.microsoft.com/office/drawing/2014/main" id="{E28DCE6A-BAE1-455B-81EB-2F81B9273DF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41099" y="957619"/>
            <a:ext cx="7882073" cy="2096579"/>
          </a:xfrm>
          <a:prstGeom prst="rect">
            <a:avLst/>
          </a:prstGeom>
        </p:spPr>
      </p:pic>
      <p:sp>
        <p:nvSpPr>
          <p:cNvPr id="8" name="TextBox 7">
            <a:extLst>
              <a:ext uri="{FF2B5EF4-FFF2-40B4-BE49-F238E27FC236}">
                <a16:creationId xmlns:a16="http://schemas.microsoft.com/office/drawing/2014/main" id="{32CDE003-B851-ECBE-FEF7-6BC92C377E20}"/>
              </a:ext>
            </a:extLst>
          </p:cNvPr>
          <p:cNvSpPr txBox="1"/>
          <p:nvPr/>
        </p:nvSpPr>
        <p:spPr>
          <a:xfrm>
            <a:off x="1711455" y="917068"/>
            <a:ext cx="2762574" cy="369332"/>
          </a:xfrm>
          <a:prstGeom prst="rect">
            <a:avLst/>
          </a:prstGeom>
          <a:noFill/>
        </p:spPr>
        <p:txBody>
          <a:bodyPr wrap="square" rtlCol="0">
            <a:spAutoFit/>
          </a:bodyPr>
          <a:lstStyle/>
          <a:p>
            <a:r>
              <a:rPr lang="en-IN" b="1" dirty="0"/>
              <a:t>Forward Diffusion Process</a:t>
            </a:r>
          </a:p>
        </p:txBody>
      </p:sp>
      <p:sp>
        <p:nvSpPr>
          <p:cNvPr id="9" name="TextBox 8">
            <a:extLst>
              <a:ext uri="{FF2B5EF4-FFF2-40B4-BE49-F238E27FC236}">
                <a16:creationId xmlns:a16="http://schemas.microsoft.com/office/drawing/2014/main" id="{32CDE003-B851-ECBE-FEF7-6BC92C377E20}"/>
              </a:ext>
            </a:extLst>
          </p:cNvPr>
          <p:cNvSpPr txBox="1"/>
          <p:nvPr/>
        </p:nvSpPr>
        <p:spPr>
          <a:xfrm>
            <a:off x="1711455" y="3448877"/>
            <a:ext cx="2762574" cy="369332"/>
          </a:xfrm>
          <a:prstGeom prst="rect">
            <a:avLst/>
          </a:prstGeom>
          <a:noFill/>
        </p:spPr>
        <p:txBody>
          <a:bodyPr wrap="square" rtlCol="0">
            <a:spAutoFit/>
          </a:bodyPr>
          <a:lstStyle/>
          <a:p>
            <a:r>
              <a:rPr lang="en-IN" b="1" dirty="0"/>
              <a:t>Reverse Diffusion Process</a:t>
            </a:r>
          </a:p>
        </p:txBody>
      </p:sp>
    </p:spTree>
    <p:extLst>
      <p:ext uri="{BB962C8B-B14F-4D97-AF65-F5344CB8AC3E}">
        <p14:creationId xmlns:p14="http://schemas.microsoft.com/office/powerpoint/2010/main" val="20084021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par>
                                <p:cTn id="8" presetID="22" presetClass="entr" presetSubtype="1"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up)">
                                      <p:cBhvr>
                                        <p:cTn id="1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83473" y="269966"/>
            <a:ext cx="11608527" cy="584775"/>
          </a:xfrm>
          <a:prstGeom prst="rect">
            <a:avLst/>
          </a:prstGeom>
          <a:noFill/>
        </p:spPr>
        <p:txBody>
          <a:bodyPr wrap="square" rtlCol="0">
            <a:spAutoFit/>
          </a:bodyPr>
          <a:lstStyle/>
          <a:p>
            <a:r>
              <a:rPr lang="en-US" sz="3200" u="sng" dirty="0">
                <a:solidFill>
                  <a:schemeClr val="accent5">
                    <a:lumMod val="75000"/>
                  </a:schemeClr>
                </a:solidFill>
              </a:rPr>
              <a:t>DDPM: (256 epoch) Generated output (2086 samples) on </a:t>
            </a:r>
            <a:r>
              <a:rPr lang="en-US" sz="3200" u="sng" dirty="0" err="1">
                <a:solidFill>
                  <a:schemeClr val="accent5">
                    <a:lumMod val="75000"/>
                  </a:schemeClr>
                </a:solidFill>
              </a:rPr>
              <a:t>CelebA</a:t>
            </a:r>
            <a:r>
              <a:rPr lang="en-US" sz="3200" u="sng" dirty="0">
                <a:solidFill>
                  <a:schemeClr val="accent5">
                    <a:lumMod val="75000"/>
                  </a:schemeClr>
                </a:solidFill>
              </a:rPr>
              <a:t>-HQ</a:t>
            </a:r>
          </a:p>
        </p:txBody>
      </p:sp>
      <p:graphicFrame>
        <p:nvGraphicFramePr>
          <p:cNvPr id="9" name="Chart 8"/>
          <p:cNvGraphicFramePr>
            <a:graphicFrameLocks/>
          </p:cNvGraphicFramePr>
          <p:nvPr>
            <p:extLst>
              <p:ext uri="{D42A27DB-BD31-4B8C-83A1-F6EECF244321}">
                <p14:modId xmlns:p14="http://schemas.microsoft.com/office/powerpoint/2010/main" val="1500976474"/>
              </p:ext>
            </p:extLst>
          </p:nvPr>
        </p:nvGraphicFramePr>
        <p:xfrm>
          <a:off x="4114800" y="3844834"/>
          <a:ext cx="4572000"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3" name="Chart 12"/>
          <p:cNvGraphicFramePr>
            <a:graphicFrameLocks/>
          </p:cNvGraphicFramePr>
          <p:nvPr>
            <p:extLst>
              <p:ext uri="{D42A27DB-BD31-4B8C-83A1-F6EECF244321}">
                <p14:modId xmlns:p14="http://schemas.microsoft.com/office/powerpoint/2010/main" val="374964230"/>
              </p:ext>
            </p:extLst>
          </p:nvPr>
        </p:nvGraphicFramePr>
        <p:xfrm>
          <a:off x="6299200" y="857343"/>
          <a:ext cx="4572000" cy="27432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5" name="Chart 14"/>
          <p:cNvGraphicFramePr>
            <a:graphicFrameLocks/>
          </p:cNvGraphicFramePr>
          <p:nvPr>
            <p:extLst>
              <p:ext uri="{D42A27DB-BD31-4B8C-83A1-F6EECF244321}">
                <p14:modId xmlns:p14="http://schemas.microsoft.com/office/powerpoint/2010/main" val="853976812"/>
              </p:ext>
            </p:extLst>
          </p:nvPr>
        </p:nvGraphicFramePr>
        <p:xfrm>
          <a:off x="1155336" y="854741"/>
          <a:ext cx="4572000" cy="274320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5928577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94D1F85-A882-6F6F-13AB-9BFB56A71BE3}"/>
              </a:ext>
            </a:extLst>
          </p:cNvPr>
          <p:cNvSpPr txBox="1"/>
          <p:nvPr/>
        </p:nvSpPr>
        <p:spPr>
          <a:xfrm>
            <a:off x="5699760" y="2121186"/>
            <a:ext cx="2870200" cy="369332"/>
          </a:xfrm>
          <a:prstGeom prst="rect">
            <a:avLst/>
          </a:prstGeom>
          <a:noFill/>
        </p:spPr>
        <p:txBody>
          <a:bodyPr wrap="square" rtlCol="0">
            <a:spAutoFit/>
          </a:bodyPr>
          <a:lstStyle/>
          <a:p>
            <a:r>
              <a:rPr lang="en-IN" dirty="0">
                <a:solidFill>
                  <a:schemeClr val="accent1">
                    <a:lumMod val="75000"/>
                  </a:schemeClr>
                </a:solidFill>
              </a:rPr>
              <a:t>Racial imbalance in Gender</a:t>
            </a:r>
          </a:p>
        </p:txBody>
      </p:sp>
      <p:sp>
        <p:nvSpPr>
          <p:cNvPr id="6" name="TextBox 5">
            <a:extLst>
              <a:ext uri="{FF2B5EF4-FFF2-40B4-BE49-F238E27FC236}">
                <a16:creationId xmlns:a16="http://schemas.microsoft.com/office/drawing/2014/main" id="{2380A65C-BB1D-BEFD-0595-1AAF03C4A8EF}"/>
              </a:ext>
            </a:extLst>
          </p:cNvPr>
          <p:cNvSpPr txBox="1"/>
          <p:nvPr/>
        </p:nvSpPr>
        <p:spPr>
          <a:xfrm>
            <a:off x="3672840" y="4930894"/>
            <a:ext cx="2870200" cy="369332"/>
          </a:xfrm>
          <a:prstGeom prst="rect">
            <a:avLst/>
          </a:prstGeom>
          <a:noFill/>
        </p:spPr>
        <p:txBody>
          <a:bodyPr wrap="square" rtlCol="0">
            <a:spAutoFit/>
          </a:bodyPr>
          <a:lstStyle/>
          <a:p>
            <a:r>
              <a:rPr lang="en-IN" dirty="0">
                <a:solidFill>
                  <a:schemeClr val="accent6">
                    <a:lumMod val="75000"/>
                  </a:schemeClr>
                </a:solidFill>
              </a:rPr>
              <a:t>Gender imbalance in Race</a:t>
            </a:r>
          </a:p>
        </p:txBody>
      </p:sp>
      <p:graphicFrame>
        <p:nvGraphicFramePr>
          <p:cNvPr id="10" name="Chart 9"/>
          <p:cNvGraphicFramePr>
            <a:graphicFrameLocks/>
          </p:cNvGraphicFramePr>
          <p:nvPr>
            <p:extLst>
              <p:ext uri="{D42A27DB-BD31-4B8C-83A1-F6EECF244321}">
                <p14:modId xmlns:p14="http://schemas.microsoft.com/office/powerpoint/2010/main" val="3317603784"/>
              </p:ext>
            </p:extLst>
          </p:nvPr>
        </p:nvGraphicFramePr>
        <p:xfrm>
          <a:off x="6360160" y="3928626"/>
          <a:ext cx="4572000"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2" name="Chart 11"/>
          <p:cNvGraphicFramePr>
            <a:graphicFrameLocks/>
          </p:cNvGraphicFramePr>
          <p:nvPr>
            <p:extLst>
              <p:ext uri="{D42A27DB-BD31-4B8C-83A1-F6EECF244321}">
                <p14:modId xmlns:p14="http://schemas.microsoft.com/office/powerpoint/2010/main" val="3439227266"/>
              </p:ext>
            </p:extLst>
          </p:nvPr>
        </p:nvGraphicFramePr>
        <p:xfrm>
          <a:off x="1026160" y="674914"/>
          <a:ext cx="4572000" cy="27432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40764349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FD45EEA-DEE2-D357-3BB2-3A464BAD3121}"/>
              </a:ext>
            </a:extLst>
          </p:cNvPr>
          <p:cNvSpPr txBox="1"/>
          <p:nvPr/>
        </p:nvSpPr>
        <p:spPr>
          <a:xfrm>
            <a:off x="583473" y="269966"/>
            <a:ext cx="11293567" cy="584775"/>
          </a:xfrm>
          <a:prstGeom prst="rect">
            <a:avLst/>
          </a:prstGeom>
          <a:noFill/>
        </p:spPr>
        <p:txBody>
          <a:bodyPr wrap="square" rtlCol="0">
            <a:spAutoFit/>
          </a:bodyPr>
          <a:lstStyle/>
          <a:p>
            <a:r>
              <a:rPr lang="en-US" sz="3200" u="sng" dirty="0">
                <a:solidFill>
                  <a:schemeClr val="accent5">
                    <a:lumMod val="75000"/>
                  </a:schemeClr>
                </a:solidFill>
              </a:rPr>
              <a:t>DDPM: (110 epoch) – Generated output (1246 samples) on </a:t>
            </a:r>
            <a:r>
              <a:rPr lang="en-US" sz="3200" u="sng" dirty="0" err="1">
                <a:solidFill>
                  <a:schemeClr val="accent5">
                    <a:lumMod val="75000"/>
                  </a:schemeClr>
                </a:solidFill>
              </a:rPr>
              <a:t>Fairface</a:t>
            </a:r>
            <a:endParaRPr lang="en-US" sz="3200" u="sng" dirty="0">
              <a:solidFill>
                <a:schemeClr val="accent5">
                  <a:lumMod val="75000"/>
                </a:schemeClr>
              </a:solidFill>
            </a:endParaRPr>
          </a:p>
        </p:txBody>
      </p:sp>
      <p:graphicFrame>
        <p:nvGraphicFramePr>
          <p:cNvPr id="9" name="Chart 8"/>
          <p:cNvGraphicFramePr>
            <a:graphicFrameLocks/>
          </p:cNvGraphicFramePr>
          <p:nvPr>
            <p:extLst>
              <p:ext uri="{D42A27DB-BD31-4B8C-83A1-F6EECF244321}">
                <p14:modId xmlns:p14="http://schemas.microsoft.com/office/powerpoint/2010/main" val="1153393819"/>
              </p:ext>
            </p:extLst>
          </p:nvPr>
        </p:nvGraphicFramePr>
        <p:xfrm>
          <a:off x="1158240" y="965350"/>
          <a:ext cx="4572000"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1" name="Chart 10"/>
          <p:cNvGraphicFramePr>
            <a:graphicFrameLocks/>
          </p:cNvGraphicFramePr>
          <p:nvPr>
            <p:extLst>
              <p:ext uri="{D42A27DB-BD31-4B8C-83A1-F6EECF244321}">
                <p14:modId xmlns:p14="http://schemas.microsoft.com/office/powerpoint/2010/main" val="3998055277"/>
              </p:ext>
            </p:extLst>
          </p:nvPr>
        </p:nvGraphicFramePr>
        <p:xfrm>
          <a:off x="6299200" y="965350"/>
          <a:ext cx="4572000" cy="27432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4" name="Chart 13"/>
          <p:cNvGraphicFramePr>
            <a:graphicFrameLocks/>
          </p:cNvGraphicFramePr>
          <p:nvPr>
            <p:extLst>
              <p:ext uri="{D42A27DB-BD31-4B8C-83A1-F6EECF244321}">
                <p14:modId xmlns:p14="http://schemas.microsoft.com/office/powerpoint/2010/main" val="564387511"/>
              </p:ext>
            </p:extLst>
          </p:nvPr>
        </p:nvGraphicFramePr>
        <p:xfrm>
          <a:off x="3647440" y="3937000"/>
          <a:ext cx="4572000" cy="274320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3358829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94D1F85-A882-6F6F-13AB-9BFB56A71BE3}"/>
              </a:ext>
            </a:extLst>
          </p:cNvPr>
          <p:cNvSpPr txBox="1"/>
          <p:nvPr/>
        </p:nvSpPr>
        <p:spPr>
          <a:xfrm>
            <a:off x="5699760" y="2121186"/>
            <a:ext cx="2870200" cy="369332"/>
          </a:xfrm>
          <a:prstGeom prst="rect">
            <a:avLst/>
          </a:prstGeom>
          <a:noFill/>
        </p:spPr>
        <p:txBody>
          <a:bodyPr wrap="square" rtlCol="0">
            <a:spAutoFit/>
          </a:bodyPr>
          <a:lstStyle/>
          <a:p>
            <a:r>
              <a:rPr lang="en-IN" dirty="0">
                <a:solidFill>
                  <a:schemeClr val="accent1">
                    <a:lumMod val="75000"/>
                  </a:schemeClr>
                </a:solidFill>
              </a:rPr>
              <a:t>Racial imbalance in Gender</a:t>
            </a:r>
          </a:p>
        </p:txBody>
      </p:sp>
      <p:sp>
        <p:nvSpPr>
          <p:cNvPr id="6" name="TextBox 5">
            <a:extLst>
              <a:ext uri="{FF2B5EF4-FFF2-40B4-BE49-F238E27FC236}">
                <a16:creationId xmlns:a16="http://schemas.microsoft.com/office/drawing/2014/main" id="{2380A65C-BB1D-BEFD-0595-1AAF03C4A8EF}"/>
              </a:ext>
            </a:extLst>
          </p:cNvPr>
          <p:cNvSpPr txBox="1"/>
          <p:nvPr/>
        </p:nvSpPr>
        <p:spPr>
          <a:xfrm>
            <a:off x="3672840" y="4930894"/>
            <a:ext cx="2870200" cy="369332"/>
          </a:xfrm>
          <a:prstGeom prst="rect">
            <a:avLst/>
          </a:prstGeom>
          <a:noFill/>
        </p:spPr>
        <p:txBody>
          <a:bodyPr wrap="square" rtlCol="0">
            <a:spAutoFit/>
          </a:bodyPr>
          <a:lstStyle/>
          <a:p>
            <a:r>
              <a:rPr lang="en-IN" dirty="0">
                <a:solidFill>
                  <a:schemeClr val="accent6">
                    <a:lumMod val="75000"/>
                  </a:schemeClr>
                </a:solidFill>
              </a:rPr>
              <a:t>Gender imbalance in Race</a:t>
            </a:r>
          </a:p>
        </p:txBody>
      </p:sp>
      <p:graphicFrame>
        <p:nvGraphicFramePr>
          <p:cNvPr id="10" name="Chart 9"/>
          <p:cNvGraphicFramePr>
            <a:graphicFrameLocks/>
          </p:cNvGraphicFramePr>
          <p:nvPr>
            <p:extLst>
              <p:ext uri="{D42A27DB-BD31-4B8C-83A1-F6EECF244321}">
                <p14:modId xmlns:p14="http://schemas.microsoft.com/office/powerpoint/2010/main" val="369383703"/>
              </p:ext>
            </p:extLst>
          </p:nvPr>
        </p:nvGraphicFramePr>
        <p:xfrm>
          <a:off x="6283960" y="3967160"/>
          <a:ext cx="4140000" cy="25200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1" name="Chart 10"/>
          <p:cNvGraphicFramePr>
            <a:graphicFrameLocks/>
          </p:cNvGraphicFramePr>
          <p:nvPr>
            <p:extLst>
              <p:ext uri="{D42A27DB-BD31-4B8C-83A1-F6EECF244321}">
                <p14:modId xmlns:p14="http://schemas.microsoft.com/office/powerpoint/2010/main" val="2604288452"/>
              </p:ext>
            </p:extLst>
          </p:nvPr>
        </p:nvGraphicFramePr>
        <p:xfrm>
          <a:off x="1343297" y="1045852"/>
          <a:ext cx="4140000" cy="25200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9548166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1AC9B0-8039-56E0-F888-7D26BAA5C2FF}"/>
              </a:ext>
            </a:extLst>
          </p:cNvPr>
          <p:cNvSpPr>
            <a:spLocks noGrp="1"/>
          </p:cNvSpPr>
          <p:nvPr>
            <p:ph type="title"/>
          </p:nvPr>
        </p:nvSpPr>
        <p:spPr/>
        <p:txBody>
          <a:bodyPr/>
          <a:lstStyle/>
          <a:p>
            <a:r>
              <a:rPr lang="en-IN" dirty="0"/>
              <a:t>Analysis on Stable Diffusion model</a:t>
            </a:r>
          </a:p>
        </p:txBody>
      </p:sp>
    </p:spTree>
    <p:extLst>
      <p:ext uri="{BB962C8B-B14F-4D97-AF65-F5344CB8AC3E}">
        <p14:creationId xmlns:p14="http://schemas.microsoft.com/office/powerpoint/2010/main" val="882092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99A0A84-01FB-D577-F7E5-335C40AF4058}"/>
              </a:ext>
            </a:extLst>
          </p:cNvPr>
          <p:cNvSpPr txBox="1"/>
          <p:nvPr/>
        </p:nvSpPr>
        <p:spPr>
          <a:xfrm>
            <a:off x="583473" y="269966"/>
            <a:ext cx="10948127" cy="584775"/>
          </a:xfrm>
          <a:prstGeom prst="rect">
            <a:avLst/>
          </a:prstGeom>
          <a:noFill/>
        </p:spPr>
        <p:txBody>
          <a:bodyPr wrap="square" rtlCol="0">
            <a:spAutoFit/>
          </a:bodyPr>
          <a:lstStyle/>
          <a:p>
            <a:r>
              <a:rPr lang="en-US" sz="3200" u="sng" dirty="0">
                <a:solidFill>
                  <a:schemeClr val="accent5">
                    <a:lumMod val="75000"/>
                  </a:schemeClr>
                </a:solidFill>
              </a:rPr>
              <a:t>Stable-Diffusion Architecture</a:t>
            </a:r>
          </a:p>
        </p:txBody>
      </p:sp>
      <p:sp>
        <p:nvSpPr>
          <p:cNvPr id="2" name="TextBox 1">
            <a:extLst>
              <a:ext uri="{FF2B5EF4-FFF2-40B4-BE49-F238E27FC236}">
                <a16:creationId xmlns:a16="http://schemas.microsoft.com/office/drawing/2014/main" id="{54122658-31C2-C339-853B-13A3CE5222DB}"/>
              </a:ext>
            </a:extLst>
          </p:cNvPr>
          <p:cNvSpPr txBox="1"/>
          <p:nvPr/>
        </p:nvSpPr>
        <p:spPr>
          <a:xfrm>
            <a:off x="193040" y="5963920"/>
            <a:ext cx="9753600" cy="369332"/>
          </a:xfrm>
          <a:prstGeom prst="rect">
            <a:avLst/>
          </a:prstGeom>
          <a:noFill/>
        </p:spPr>
        <p:txBody>
          <a:bodyPr wrap="square" rtlCol="0">
            <a:spAutoFit/>
          </a:bodyPr>
          <a:lstStyle/>
          <a:p>
            <a:r>
              <a:rPr lang="en-IN" dirty="0"/>
              <a:t>Source: </a:t>
            </a:r>
            <a:r>
              <a:rPr lang="en-IN" dirty="0" err="1"/>
              <a:t>Rombach</a:t>
            </a:r>
            <a:r>
              <a:rPr lang="en-IN" dirty="0"/>
              <a:t> et. al, </a:t>
            </a:r>
            <a:r>
              <a:rPr lang="en-US" dirty="0"/>
              <a:t>High-Resolution Image Synthesis with Latent Diffusion Models</a:t>
            </a:r>
            <a:r>
              <a:rPr lang="en-IN" dirty="0"/>
              <a:t>, CVPR 2022</a:t>
            </a:r>
          </a:p>
        </p:txBody>
      </p:sp>
      <p:pic>
        <p:nvPicPr>
          <p:cNvPr id="4" name="Picture 3">
            <a:extLst>
              <a:ext uri="{FF2B5EF4-FFF2-40B4-BE49-F238E27FC236}">
                <a16:creationId xmlns:a16="http://schemas.microsoft.com/office/drawing/2014/main" id="{5DF3F92C-43FC-6DDE-6E20-2325B7DC75BD}"/>
              </a:ext>
            </a:extLst>
          </p:cNvPr>
          <p:cNvPicPr>
            <a:picLocks noChangeAspect="1"/>
          </p:cNvPicPr>
          <p:nvPr/>
        </p:nvPicPr>
        <p:blipFill>
          <a:blip r:embed="rId2"/>
          <a:stretch>
            <a:fillRect/>
          </a:stretch>
        </p:blipFill>
        <p:spPr>
          <a:xfrm>
            <a:off x="1935800" y="1351280"/>
            <a:ext cx="8705065" cy="4365075"/>
          </a:xfrm>
          <a:prstGeom prst="rect">
            <a:avLst/>
          </a:prstGeom>
        </p:spPr>
      </p:pic>
    </p:spTree>
    <p:extLst>
      <p:ext uri="{BB962C8B-B14F-4D97-AF65-F5344CB8AC3E}">
        <p14:creationId xmlns:p14="http://schemas.microsoft.com/office/powerpoint/2010/main" val="13781657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83473" y="269966"/>
            <a:ext cx="10287727" cy="584775"/>
          </a:xfrm>
          <a:prstGeom prst="rect">
            <a:avLst/>
          </a:prstGeom>
          <a:noFill/>
        </p:spPr>
        <p:txBody>
          <a:bodyPr wrap="square" rtlCol="0">
            <a:spAutoFit/>
          </a:bodyPr>
          <a:lstStyle/>
          <a:p>
            <a:r>
              <a:rPr lang="en-US" sz="3200" u="sng" dirty="0">
                <a:solidFill>
                  <a:schemeClr val="accent5">
                    <a:lumMod val="75000"/>
                  </a:schemeClr>
                </a:solidFill>
              </a:rPr>
              <a:t>SD: Generated output (3000 samples) on </a:t>
            </a:r>
            <a:r>
              <a:rPr lang="en-US" sz="3200" u="sng" dirty="0" err="1">
                <a:solidFill>
                  <a:schemeClr val="accent5">
                    <a:lumMod val="75000"/>
                  </a:schemeClr>
                </a:solidFill>
              </a:rPr>
              <a:t>CelebA</a:t>
            </a:r>
            <a:r>
              <a:rPr lang="en-US" sz="3200" u="sng" dirty="0">
                <a:solidFill>
                  <a:schemeClr val="accent5">
                    <a:lumMod val="75000"/>
                  </a:schemeClr>
                </a:solidFill>
              </a:rPr>
              <a:t>-HQ</a:t>
            </a:r>
          </a:p>
        </p:txBody>
      </p:sp>
      <p:graphicFrame>
        <p:nvGraphicFramePr>
          <p:cNvPr id="4" name="Chart 3">
            <a:extLst>
              <a:ext uri="{FF2B5EF4-FFF2-40B4-BE49-F238E27FC236}">
                <a16:creationId xmlns:a16="http://schemas.microsoft.com/office/drawing/2014/main" id="{089A48BE-B68D-9C30-5C24-4A1C32F3CEF6}"/>
              </a:ext>
            </a:extLst>
          </p:cNvPr>
          <p:cNvGraphicFramePr>
            <a:graphicFrameLocks/>
          </p:cNvGraphicFramePr>
          <p:nvPr>
            <p:extLst>
              <p:ext uri="{D42A27DB-BD31-4B8C-83A1-F6EECF244321}">
                <p14:modId xmlns:p14="http://schemas.microsoft.com/office/powerpoint/2010/main" val="1680989699"/>
              </p:ext>
            </p:extLst>
          </p:nvPr>
        </p:nvGraphicFramePr>
        <p:xfrm>
          <a:off x="1158240" y="978187"/>
          <a:ext cx="4572000"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0" name="Chart 9">
            <a:extLst>
              <a:ext uri="{FF2B5EF4-FFF2-40B4-BE49-F238E27FC236}">
                <a16:creationId xmlns:a16="http://schemas.microsoft.com/office/drawing/2014/main" id="{31718052-F200-5F1E-40F6-1C77CC9750CF}"/>
              </a:ext>
            </a:extLst>
          </p:cNvPr>
          <p:cNvGraphicFramePr>
            <a:graphicFrameLocks/>
          </p:cNvGraphicFramePr>
          <p:nvPr>
            <p:extLst>
              <p:ext uri="{D42A27DB-BD31-4B8C-83A1-F6EECF244321}">
                <p14:modId xmlns:p14="http://schemas.microsoft.com/office/powerpoint/2010/main" val="693729291"/>
              </p:ext>
            </p:extLst>
          </p:nvPr>
        </p:nvGraphicFramePr>
        <p:xfrm>
          <a:off x="6096000" y="978187"/>
          <a:ext cx="4572000" cy="27432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2" name="Chart 11">
            <a:extLst>
              <a:ext uri="{FF2B5EF4-FFF2-40B4-BE49-F238E27FC236}">
                <a16:creationId xmlns:a16="http://schemas.microsoft.com/office/drawing/2014/main" id="{7C0E0156-DB94-D589-B963-C19AA098BEBA}"/>
              </a:ext>
            </a:extLst>
          </p:cNvPr>
          <p:cNvGraphicFramePr>
            <a:graphicFrameLocks/>
          </p:cNvGraphicFramePr>
          <p:nvPr>
            <p:extLst>
              <p:ext uri="{D42A27DB-BD31-4B8C-83A1-F6EECF244321}">
                <p14:modId xmlns:p14="http://schemas.microsoft.com/office/powerpoint/2010/main" val="1989507479"/>
              </p:ext>
            </p:extLst>
          </p:nvPr>
        </p:nvGraphicFramePr>
        <p:xfrm>
          <a:off x="3810000" y="3987074"/>
          <a:ext cx="4572000" cy="274320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4495248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94D1F85-A882-6F6F-13AB-9BFB56A71BE3}"/>
              </a:ext>
            </a:extLst>
          </p:cNvPr>
          <p:cNvSpPr txBox="1"/>
          <p:nvPr/>
        </p:nvSpPr>
        <p:spPr>
          <a:xfrm>
            <a:off x="5791200" y="1964833"/>
            <a:ext cx="2870200" cy="369332"/>
          </a:xfrm>
          <a:prstGeom prst="rect">
            <a:avLst/>
          </a:prstGeom>
          <a:noFill/>
        </p:spPr>
        <p:txBody>
          <a:bodyPr wrap="square" rtlCol="0">
            <a:spAutoFit/>
          </a:bodyPr>
          <a:lstStyle/>
          <a:p>
            <a:r>
              <a:rPr lang="en-IN" dirty="0">
                <a:solidFill>
                  <a:schemeClr val="accent1">
                    <a:lumMod val="75000"/>
                  </a:schemeClr>
                </a:solidFill>
              </a:rPr>
              <a:t>Racial imbalance in Gender</a:t>
            </a:r>
          </a:p>
        </p:txBody>
      </p:sp>
      <p:sp>
        <p:nvSpPr>
          <p:cNvPr id="6" name="TextBox 5">
            <a:extLst>
              <a:ext uri="{FF2B5EF4-FFF2-40B4-BE49-F238E27FC236}">
                <a16:creationId xmlns:a16="http://schemas.microsoft.com/office/drawing/2014/main" id="{2380A65C-BB1D-BEFD-0595-1AAF03C4A8EF}"/>
              </a:ext>
            </a:extLst>
          </p:cNvPr>
          <p:cNvSpPr txBox="1"/>
          <p:nvPr/>
        </p:nvSpPr>
        <p:spPr>
          <a:xfrm>
            <a:off x="3672840" y="4930894"/>
            <a:ext cx="2870200" cy="369332"/>
          </a:xfrm>
          <a:prstGeom prst="rect">
            <a:avLst/>
          </a:prstGeom>
          <a:noFill/>
        </p:spPr>
        <p:txBody>
          <a:bodyPr wrap="square" rtlCol="0">
            <a:spAutoFit/>
          </a:bodyPr>
          <a:lstStyle/>
          <a:p>
            <a:r>
              <a:rPr lang="en-IN" dirty="0">
                <a:solidFill>
                  <a:schemeClr val="accent6">
                    <a:lumMod val="75000"/>
                  </a:schemeClr>
                </a:solidFill>
              </a:rPr>
              <a:t>Gender imbalance in Race</a:t>
            </a:r>
          </a:p>
        </p:txBody>
      </p:sp>
      <p:graphicFrame>
        <p:nvGraphicFramePr>
          <p:cNvPr id="7" name="Chart 6">
            <a:extLst>
              <a:ext uri="{FF2B5EF4-FFF2-40B4-BE49-F238E27FC236}">
                <a16:creationId xmlns:a16="http://schemas.microsoft.com/office/drawing/2014/main" id="{2F6B91FD-23B5-26FA-064E-125018AE918A}"/>
              </a:ext>
            </a:extLst>
          </p:cNvPr>
          <p:cNvGraphicFramePr>
            <a:graphicFrameLocks/>
          </p:cNvGraphicFramePr>
          <p:nvPr>
            <p:extLst>
              <p:ext uri="{D42A27DB-BD31-4B8C-83A1-F6EECF244321}">
                <p14:modId xmlns:p14="http://schemas.microsoft.com/office/powerpoint/2010/main" val="427581131"/>
              </p:ext>
            </p:extLst>
          </p:nvPr>
        </p:nvGraphicFramePr>
        <p:xfrm>
          <a:off x="6375400" y="3743960"/>
          <a:ext cx="4572000"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8" name="Chart 7">
            <a:extLst>
              <a:ext uri="{FF2B5EF4-FFF2-40B4-BE49-F238E27FC236}">
                <a16:creationId xmlns:a16="http://schemas.microsoft.com/office/drawing/2014/main" id="{01FD5664-29B4-BC63-0442-CD9F82957575}"/>
              </a:ext>
            </a:extLst>
          </p:cNvPr>
          <p:cNvGraphicFramePr>
            <a:graphicFrameLocks/>
          </p:cNvGraphicFramePr>
          <p:nvPr>
            <p:extLst>
              <p:ext uri="{D42A27DB-BD31-4B8C-83A1-F6EECF244321}">
                <p14:modId xmlns:p14="http://schemas.microsoft.com/office/powerpoint/2010/main" val="3344473439"/>
              </p:ext>
            </p:extLst>
          </p:nvPr>
        </p:nvGraphicFramePr>
        <p:xfrm>
          <a:off x="1117600" y="685800"/>
          <a:ext cx="4572000" cy="27432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65498647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FD45EEA-DEE2-D357-3BB2-3A464BAD3121}"/>
              </a:ext>
            </a:extLst>
          </p:cNvPr>
          <p:cNvSpPr txBox="1"/>
          <p:nvPr/>
        </p:nvSpPr>
        <p:spPr>
          <a:xfrm>
            <a:off x="583473" y="269966"/>
            <a:ext cx="10287727" cy="584775"/>
          </a:xfrm>
          <a:prstGeom prst="rect">
            <a:avLst/>
          </a:prstGeom>
          <a:noFill/>
        </p:spPr>
        <p:txBody>
          <a:bodyPr wrap="square" rtlCol="0">
            <a:spAutoFit/>
          </a:bodyPr>
          <a:lstStyle/>
          <a:p>
            <a:r>
              <a:rPr lang="en-US" sz="3200" u="sng" dirty="0">
                <a:solidFill>
                  <a:schemeClr val="accent5">
                    <a:lumMod val="75000"/>
                  </a:schemeClr>
                </a:solidFill>
              </a:rPr>
              <a:t>SD: Generated output (xx samples) on </a:t>
            </a:r>
            <a:r>
              <a:rPr lang="en-US" sz="3200" u="sng" dirty="0" err="1">
                <a:solidFill>
                  <a:schemeClr val="accent5">
                    <a:lumMod val="75000"/>
                  </a:schemeClr>
                </a:solidFill>
              </a:rPr>
              <a:t>Fairface</a:t>
            </a:r>
            <a:endParaRPr lang="en-US" sz="3200" u="sng" dirty="0">
              <a:solidFill>
                <a:schemeClr val="accent5">
                  <a:lumMod val="75000"/>
                </a:schemeClr>
              </a:solidFill>
            </a:endParaRPr>
          </a:p>
        </p:txBody>
      </p:sp>
    </p:spTree>
    <p:extLst>
      <p:ext uri="{BB962C8B-B14F-4D97-AF65-F5344CB8AC3E}">
        <p14:creationId xmlns:p14="http://schemas.microsoft.com/office/powerpoint/2010/main" val="16562138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94D1F85-A882-6F6F-13AB-9BFB56A71BE3}"/>
              </a:ext>
            </a:extLst>
          </p:cNvPr>
          <p:cNvSpPr txBox="1"/>
          <p:nvPr/>
        </p:nvSpPr>
        <p:spPr>
          <a:xfrm>
            <a:off x="5699760" y="2121186"/>
            <a:ext cx="2870200" cy="369332"/>
          </a:xfrm>
          <a:prstGeom prst="rect">
            <a:avLst/>
          </a:prstGeom>
          <a:noFill/>
        </p:spPr>
        <p:txBody>
          <a:bodyPr wrap="square" rtlCol="0">
            <a:spAutoFit/>
          </a:bodyPr>
          <a:lstStyle/>
          <a:p>
            <a:r>
              <a:rPr lang="en-IN" dirty="0">
                <a:solidFill>
                  <a:schemeClr val="accent1">
                    <a:lumMod val="75000"/>
                  </a:schemeClr>
                </a:solidFill>
              </a:rPr>
              <a:t>Racial imbalance in Gender</a:t>
            </a:r>
          </a:p>
        </p:txBody>
      </p:sp>
      <p:sp>
        <p:nvSpPr>
          <p:cNvPr id="6" name="TextBox 5">
            <a:extLst>
              <a:ext uri="{FF2B5EF4-FFF2-40B4-BE49-F238E27FC236}">
                <a16:creationId xmlns:a16="http://schemas.microsoft.com/office/drawing/2014/main" id="{2380A65C-BB1D-BEFD-0595-1AAF03C4A8EF}"/>
              </a:ext>
            </a:extLst>
          </p:cNvPr>
          <p:cNvSpPr txBox="1"/>
          <p:nvPr/>
        </p:nvSpPr>
        <p:spPr>
          <a:xfrm>
            <a:off x="3672840" y="4930894"/>
            <a:ext cx="2870200" cy="369332"/>
          </a:xfrm>
          <a:prstGeom prst="rect">
            <a:avLst/>
          </a:prstGeom>
          <a:noFill/>
        </p:spPr>
        <p:txBody>
          <a:bodyPr wrap="square" rtlCol="0">
            <a:spAutoFit/>
          </a:bodyPr>
          <a:lstStyle/>
          <a:p>
            <a:r>
              <a:rPr lang="en-IN" dirty="0">
                <a:solidFill>
                  <a:schemeClr val="accent6">
                    <a:lumMod val="75000"/>
                  </a:schemeClr>
                </a:solidFill>
              </a:rPr>
              <a:t>Gender imbalance in Race</a:t>
            </a:r>
          </a:p>
        </p:txBody>
      </p:sp>
    </p:spTree>
    <p:extLst>
      <p:ext uri="{BB962C8B-B14F-4D97-AF65-F5344CB8AC3E}">
        <p14:creationId xmlns:p14="http://schemas.microsoft.com/office/powerpoint/2010/main" val="111310949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1AC9B0-8039-56E0-F888-7D26BAA5C2FF}"/>
              </a:ext>
            </a:extLst>
          </p:cNvPr>
          <p:cNvSpPr>
            <a:spLocks noGrp="1"/>
          </p:cNvSpPr>
          <p:nvPr>
            <p:ph type="title"/>
          </p:nvPr>
        </p:nvSpPr>
        <p:spPr/>
        <p:txBody>
          <a:bodyPr/>
          <a:lstStyle/>
          <a:p>
            <a:r>
              <a:rPr lang="en-IN" dirty="0"/>
              <a:t>Analysis on DDGAN model</a:t>
            </a:r>
          </a:p>
        </p:txBody>
      </p:sp>
    </p:spTree>
    <p:extLst>
      <p:ext uri="{BB962C8B-B14F-4D97-AF65-F5344CB8AC3E}">
        <p14:creationId xmlns:p14="http://schemas.microsoft.com/office/powerpoint/2010/main" val="257024662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99A0A84-01FB-D577-F7E5-335C40AF4058}"/>
              </a:ext>
            </a:extLst>
          </p:cNvPr>
          <p:cNvSpPr txBox="1"/>
          <p:nvPr/>
        </p:nvSpPr>
        <p:spPr>
          <a:xfrm>
            <a:off x="583473" y="269966"/>
            <a:ext cx="10948127" cy="584775"/>
          </a:xfrm>
          <a:prstGeom prst="rect">
            <a:avLst/>
          </a:prstGeom>
          <a:noFill/>
        </p:spPr>
        <p:txBody>
          <a:bodyPr wrap="square" rtlCol="0">
            <a:spAutoFit/>
          </a:bodyPr>
          <a:lstStyle/>
          <a:p>
            <a:r>
              <a:rPr lang="en-US" sz="3200" u="sng" dirty="0" err="1">
                <a:solidFill>
                  <a:schemeClr val="accent5">
                    <a:lumMod val="75000"/>
                  </a:schemeClr>
                </a:solidFill>
              </a:rPr>
              <a:t>DiffusionGAN</a:t>
            </a:r>
            <a:r>
              <a:rPr lang="en-US" sz="3200" u="sng" dirty="0">
                <a:solidFill>
                  <a:schemeClr val="accent5">
                    <a:lumMod val="75000"/>
                  </a:schemeClr>
                </a:solidFill>
              </a:rPr>
              <a:t> Architecture</a:t>
            </a:r>
          </a:p>
        </p:txBody>
      </p:sp>
      <p:pic>
        <p:nvPicPr>
          <p:cNvPr id="3" name="Picture 2">
            <a:extLst>
              <a:ext uri="{FF2B5EF4-FFF2-40B4-BE49-F238E27FC236}">
                <a16:creationId xmlns:a16="http://schemas.microsoft.com/office/drawing/2014/main" id="{9F2369A1-CC39-6758-96D0-930A4E3C27FB}"/>
              </a:ext>
            </a:extLst>
          </p:cNvPr>
          <p:cNvPicPr>
            <a:picLocks noChangeAspect="1"/>
          </p:cNvPicPr>
          <p:nvPr/>
        </p:nvPicPr>
        <p:blipFill>
          <a:blip r:embed="rId2"/>
          <a:stretch>
            <a:fillRect/>
          </a:stretch>
        </p:blipFill>
        <p:spPr>
          <a:xfrm>
            <a:off x="2516192" y="1045802"/>
            <a:ext cx="7399967" cy="4766395"/>
          </a:xfrm>
          <a:prstGeom prst="rect">
            <a:avLst/>
          </a:prstGeom>
        </p:spPr>
      </p:pic>
      <p:sp>
        <p:nvSpPr>
          <p:cNvPr id="4" name="TextBox 3">
            <a:extLst>
              <a:ext uri="{FF2B5EF4-FFF2-40B4-BE49-F238E27FC236}">
                <a16:creationId xmlns:a16="http://schemas.microsoft.com/office/drawing/2014/main" id="{9BE1CB57-8017-E705-8077-75BF4A2F1E51}"/>
              </a:ext>
            </a:extLst>
          </p:cNvPr>
          <p:cNvSpPr txBox="1"/>
          <p:nvPr/>
        </p:nvSpPr>
        <p:spPr>
          <a:xfrm>
            <a:off x="193040" y="5963920"/>
            <a:ext cx="10414000" cy="369332"/>
          </a:xfrm>
          <a:prstGeom prst="rect">
            <a:avLst/>
          </a:prstGeom>
          <a:noFill/>
        </p:spPr>
        <p:txBody>
          <a:bodyPr wrap="square" rtlCol="0">
            <a:spAutoFit/>
          </a:bodyPr>
          <a:lstStyle/>
          <a:p>
            <a:r>
              <a:rPr lang="en-IN" dirty="0"/>
              <a:t>Source: Xiao et. al, </a:t>
            </a:r>
            <a:r>
              <a:rPr lang="en-US" dirty="0"/>
              <a:t>Tackling the Generative Learning Trilemma with Denoising Diffusion GANs, ICLR - 2022</a:t>
            </a:r>
            <a:endParaRPr lang="en-IN" dirty="0"/>
          </a:p>
        </p:txBody>
      </p:sp>
    </p:spTree>
    <p:extLst>
      <p:ext uri="{BB962C8B-B14F-4D97-AF65-F5344CB8AC3E}">
        <p14:creationId xmlns:p14="http://schemas.microsoft.com/office/powerpoint/2010/main" val="227285254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83473" y="269966"/>
            <a:ext cx="10948127" cy="584775"/>
          </a:xfrm>
          <a:prstGeom prst="rect">
            <a:avLst/>
          </a:prstGeom>
          <a:noFill/>
        </p:spPr>
        <p:txBody>
          <a:bodyPr wrap="square" rtlCol="0">
            <a:spAutoFit/>
          </a:bodyPr>
          <a:lstStyle/>
          <a:p>
            <a:r>
              <a:rPr lang="en-US" sz="3200" u="sng" dirty="0" err="1">
                <a:solidFill>
                  <a:schemeClr val="accent5">
                    <a:lumMod val="75000"/>
                  </a:schemeClr>
                </a:solidFill>
              </a:rPr>
              <a:t>DiffusionGAN</a:t>
            </a:r>
            <a:r>
              <a:rPr lang="en-US" sz="3200" u="sng" dirty="0">
                <a:solidFill>
                  <a:schemeClr val="accent5">
                    <a:lumMod val="75000"/>
                  </a:schemeClr>
                </a:solidFill>
              </a:rPr>
              <a:t>: Generated output (2949 samples) on </a:t>
            </a:r>
            <a:r>
              <a:rPr lang="en-US" sz="3200" u="sng" dirty="0" err="1">
                <a:solidFill>
                  <a:schemeClr val="accent5">
                    <a:lumMod val="75000"/>
                  </a:schemeClr>
                </a:solidFill>
              </a:rPr>
              <a:t>CelebA</a:t>
            </a:r>
            <a:r>
              <a:rPr lang="en-US" sz="3200" u="sng" dirty="0">
                <a:solidFill>
                  <a:schemeClr val="accent5">
                    <a:lumMod val="75000"/>
                  </a:schemeClr>
                </a:solidFill>
              </a:rPr>
              <a:t>-HQ</a:t>
            </a:r>
          </a:p>
        </p:txBody>
      </p:sp>
      <p:graphicFrame>
        <p:nvGraphicFramePr>
          <p:cNvPr id="8" name="Chart 7">
            <a:extLst>
              <a:ext uri="{FF2B5EF4-FFF2-40B4-BE49-F238E27FC236}">
                <a16:creationId xmlns:a16="http://schemas.microsoft.com/office/drawing/2014/main" id="{692EB575-F22E-EFEF-AE92-81F5359D0519}"/>
              </a:ext>
            </a:extLst>
          </p:cNvPr>
          <p:cNvGraphicFramePr>
            <a:graphicFrameLocks/>
          </p:cNvGraphicFramePr>
          <p:nvPr>
            <p:extLst>
              <p:ext uri="{D42A27DB-BD31-4B8C-83A1-F6EECF244321}">
                <p14:modId xmlns:p14="http://schemas.microsoft.com/office/powerpoint/2010/main" val="2108648846"/>
              </p:ext>
            </p:extLst>
          </p:nvPr>
        </p:nvGraphicFramePr>
        <p:xfrm>
          <a:off x="1152437" y="907869"/>
          <a:ext cx="4572000"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0" name="Chart 9">
            <a:extLst>
              <a:ext uri="{FF2B5EF4-FFF2-40B4-BE49-F238E27FC236}">
                <a16:creationId xmlns:a16="http://schemas.microsoft.com/office/drawing/2014/main" id="{DA9187EB-8DB5-2168-F7EC-AA92A011F956}"/>
              </a:ext>
            </a:extLst>
          </p:cNvPr>
          <p:cNvGraphicFramePr>
            <a:graphicFrameLocks/>
          </p:cNvGraphicFramePr>
          <p:nvPr>
            <p:extLst>
              <p:ext uri="{D42A27DB-BD31-4B8C-83A1-F6EECF244321}">
                <p14:modId xmlns:p14="http://schemas.microsoft.com/office/powerpoint/2010/main" val="3403303318"/>
              </p:ext>
            </p:extLst>
          </p:nvPr>
        </p:nvGraphicFramePr>
        <p:xfrm>
          <a:off x="6142443" y="907869"/>
          <a:ext cx="4572000" cy="27432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2" name="Chart 11">
            <a:extLst>
              <a:ext uri="{FF2B5EF4-FFF2-40B4-BE49-F238E27FC236}">
                <a16:creationId xmlns:a16="http://schemas.microsoft.com/office/drawing/2014/main" id="{B18E36AC-140F-5421-8742-8F4795016FCB}"/>
              </a:ext>
            </a:extLst>
          </p:cNvPr>
          <p:cNvGraphicFramePr>
            <a:graphicFrameLocks/>
          </p:cNvGraphicFramePr>
          <p:nvPr>
            <p:extLst>
              <p:ext uri="{D42A27DB-BD31-4B8C-83A1-F6EECF244321}">
                <p14:modId xmlns:p14="http://schemas.microsoft.com/office/powerpoint/2010/main" val="699162442"/>
              </p:ext>
            </p:extLst>
          </p:nvPr>
        </p:nvGraphicFramePr>
        <p:xfrm>
          <a:off x="3771536" y="3926114"/>
          <a:ext cx="4572000" cy="274320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51652095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94D1F85-A882-6F6F-13AB-9BFB56A71BE3}"/>
              </a:ext>
            </a:extLst>
          </p:cNvPr>
          <p:cNvSpPr txBox="1"/>
          <p:nvPr/>
        </p:nvSpPr>
        <p:spPr>
          <a:xfrm>
            <a:off x="5791200" y="1964833"/>
            <a:ext cx="2870200" cy="369332"/>
          </a:xfrm>
          <a:prstGeom prst="rect">
            <a:avLst/>
          </a:prstGeom>
          <a:noFill/>
        </p:spPr>
        <p:txBody>
          <a:bodyPr wrap="square" rtlCol="0">
            <a:spAutoFit/>
          </a:bodyPr>
          <a:lstStyle/>
          <a:p>
            <a:r>
              <a:rPr lang="en-IN" dirty="0">
                <a:solidFill>
                  <a:schemeClr val="accent1">
                    <a:lumMod val="75000"/>
                  </a:schemeClr>
                </a:solidFill>
              </a:rPr>
              <a:t>Racial imbalance in Gender</a:t>
            </a:r>
          </a:p>
        </p:txBody>
      </p:sp>
      <p:sp>
        <p:nvSpPr>
          <p:cNvPr id="6" name="TextBox 5">
            <a:extLst>
              <a:ext uri="{FF2B5EF4-FFF2-40B4-BE49-F238E27FC236}">
                <a16:creationId xmlns:a16="http://schemas.microsoft.com/office/drawing/2014/main" id="{2380A65C-BB1D-BEFD-0595-1AAF03C4A8EF}"/>
              </a:ext>
            </a:extLst>
          </p:cNvPr>
          <p:cNvSpPr txBox="1"/>
          <p:nvPr/>
        </p:nvSpPr>
        <p:spPr>
          <a:xfrm>
            <a:off x="3672840" y="4930894"/>
            <a:ext cx="2870200" cy="369332"/>
          </a:xfrm>
          <a:prstGeom prst="rect">
            <a:avLst/>
          </a:prstGeom>
          <a:noFill/>
        </p:spPr>
        <p:txBody>
          <a:bodyPr wrap="square" rtlCol="0">
            <a:spAutoFit/>
          </a:bodyPr>
          <a:lstStyle/>
          <a:p>
            <a:r>
              <a:rPr lang="en-IN" dirty="0">
                <a:solidFill>
                  <a:schemeClr val="accent6">
                    <a:lumMod val="75000"/>
                  </a:schemeClr>
                </a:solidFill>
              </a:rPr>
              <a:t>Gender imbalance in Race</a:t>
            </a:r>
          </a:p>
        </p:txBody>
      </p:sp>
      <p:graphicFrame>
        <p:nvGraphicFramePr>
          <p:cNvPr id="3" name="Chart 2">
            <a:extLst>
              <a:ext uri="{FF2B5EF4-FFF2-40B4-BE49-F238E27FC236}">
                <a16:creationId xmlns:a16="http://schemas.microsoft.com/office/drawing/2014/main" id="{DB156F3D-39BE-A07B-F6E0-3FBB43044703}"/>
              </a:ext>
            </a:extLst>
          </p:cNvPr>
          <p:cNvGraphicFramePr>
            <a:graphicFrameLocks/>
          </p:cNvGraphicFramePr>
          <p:nvPr>
            <p:extLst>
              <p:ext uri="{D42A27DB-BD31-4B8C-83A1-F6EECF244321}">
                <p14:modId xmlns:p14="http://schemas.microsoft.com/office/powerpoint/2010/main" val="2703119307"/>
              </p:ext>
            </p:extLst>
          </p:nvPr>
        </p:nvGraphicFramePr>
        <p:xfrm>
          <a:off x="6543040" y="3743960"/>
          <a:ext cx="4572000"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8" name="Chart 7">
            <a:extLst>
              <a:ext uri="{FF2B5EF4-FFF2-40B4-BE49-F238E27FC236}">
                <a16:creationId xmlns:a16="http://schemas.microsoft.com/office/drawing/2014/main" id="{FA59D3DB-3FAD-A0D2-0E1B-299234FE4EFA}"/>
              </a:ext>
            </a:extLst>
          </p:cNvPr>
          <p:cNvGraphicFramePr>
            <a:graphicFrameLocks/>
          </p:cNvGraphicFramePr>
          <p:nvPr>
            <p:extLst>
              <p:ext uri="{D42A27DB-BD31-4B8C-83A1-F6EECF244321}">
                <p14:modId xmlns:p14="http://schemas.microsoft.com/office/powerpoint/2010/main" val="3902096995"/>
              </p:ext>
            </p:extLst>
          </p:nvPr>
        </p:nvGraphicFramePr>
        <p:xfrm>
          <a:off x="934720" y="593233"/>
          <a:ext cx="4572000" cy="27432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39747757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Picture 22">
            <a:extLst>
              <a:ext uri="{FF2B5EF4-FFF2-40B4-BE49-F238E27FC236}">
                <a16:creationId xmlns:a16="http://schemas.microsoft.com/office/drawing/2014/main" id="{376CD0B0-4E17-E907-E28D-7A7A1C02848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7127" y="618442"/>
            <a:ext cx="10238705" cy="1638193"/>
          </a:xfrm>
          <a:prstGeom prst="rect">
            <a:avLst/>
          </a:prstGeom>
        </p:spPr>
      </p:pic>
      <p:pic>
        <p:nvPicPr>
          <p:cNvPr id="25" name="Picture 24">
            <a:extLst>
              <a:ext uri="{FF2B5EF4-FFF2-40B4-BE49-F238E27FC236}">
                <a16:creationId xmlns:a16="http://schemas.microsoft.com/office/drawing/2014/main" id="{CB273903-46F7-BD31-B8DF-10982207284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7126" y="2348657"/>
            <a:ext cx="10238705" cy="1638193"/>
          </a:xfrm>
          <a:prstGeom prst="rect">
            <a:avLst/>
          </a:prstGeom>
        </p:spPr>
      </p:pic>
      <p:pic>
        <p:nvPicPr>
          <p:cNvPr id="29" name="Picture 28">
            <a:extLst>
              <a:ext uri="{FF2B5EF4-FFF2-40B4-BE49-F238E27FC236}">
                <a16:creationId xmlns:a16="http://schemas.microsoft.com/office/drawing/2014/main" id="{D4B8F34F-2518-E00F-58BE-1E21C86D2D8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07125" y="4078872"/>
            <a:ext cx="10238705" cy="1638193"/>
          </a:xfrm>
          <a:prstGeom prst="rect">
            <a:avLst/>
          </a:prstGeom>
        </p:spPr>
      </p:pic>
      <p:sp>
        <p:nvSpPr>
          <p:cNvPr id="2" name="TextBox 1">
            <a:extLst>
              <a:ext uri="{FF2B5EF4-FFF2-40B4-BE49-F238E27FC236}">
                <a16:creationId xmlns:a16="http://schemas.microsoft.com/office/drawing/2014/main" id="{3E9D79FD-A769-160B-BDE9-9AC8DA62A8AE}"/>
              </a:ext>
            </a:extLst>
          </p:cNvPr>
          <p:cNvSpPr txBox="1"/>
          <p:nvPr/>
        </p:nvSpPr>
        <p:spPr>
          <a:xfrm>
            <a:off x="2641597" y="6096000"/>
            <a:ext cx="6908800" cy="646331"/>
          </a:xfrm>
          <a:prstGeom prst="rect">
            <a:avLst/>
          </a:prstGeom>
          <a:noFill/>
        </p:spPr>
        <p:txBody>
          <a:bodyPr wrap="square" rtlCol="0">
            <a:spAutoFit/>
          </a:bodyPr>
          <a:lstStyle/>
          <a:p>
            <a:r>
              <a:rPr lang="en-IN" b="1" dirty="0"/>
              <a:t>Fig:</a:t>
            </a:r>
            <a:r>
              <a:rPr lang="en-IN" dirty="0"/>
              <a:t> </a:t>
            </a:r>
            <a:r>
              <a:rPr lang="en-IN" i="1" dirty="0"/>
              <a:t>Left column:</a:t>
            </a:r>
            <a:r>
              <a:rPr lang="en-IN" dirty="0"/>
              <a:t> Generated samples from the DDGAN model, </a:t>
            </a:r>
          </a:p>
          <a:p>
            <a:r>
              <a:rPr lang="en-IN" i="1" dirty="0"/>
              <a:t>Right columns</a:t>
            </a:r>
            <a:r>
              <a:rPr lang="en-IN" dirty="0"/>
              <a:t>: Top-5 nearest neighbour matches from the training set</a:t>
            </a:r>
          </a:p>
        </p:txBody>
      </p:sp>
      <p:grpSp>
        <p:nvGrpSpPr>
          <p:cNvPr id="10" name="Group 9">
            <a:extLst>
              <a:ext uri="{FF2B5EF4-FFF2-40B4-BE49-F238E27FC236}">
                <a16:creationId xmlns:a16="http://schemas.microsoft.com/office/drawing/2014/main" id="{32AE2ED0-15EB-CC4C-74CB-CDDC2A8CB1FE}"/>
              </a:ext>
            </a:extLst>
          </p:cNvPr>
          <p:cNvGrpSpPr/>
          <p:nvPr/>
        </p:nvGrpSpPr>
        <p:grpSpPr>
          <a:xfrm>
            <a:off x="976645" y="81280"/>
            <a:ext cx="9884395" cy="5709920"/>
            <a:chOff x="976645" y="81280"/>
            <a:chExt cx="9884395" cy="5709920"/>
          </a:xfrm>
        </p:grpSpPr>
        <p:cxnSp>
          <p:nvCxnSpPr>
            <p:cNvPr id="4" name="Straight Connector 3">
              <a:extLst>
                <a:ext uri="{FF2B5EF4-FFF2-40B4-BE49-F238E27FC236}">
                  <a16:creationId xmlns:a16="http://schemas.microsoft.com/office/drawing/2014/main" id="{513E4754-8034-5689-64CC-528BABDE58AB}"/>
                </a:ext>
              </a:extLst>
            </p:cNvPr>
            <p:cNvCxnSpPr/>
            <p:nvPr/>
          </p:nvCxnSpPr>
          <p:spPr>
            <a:xfrm>
              <a:off x="2804160" y="81280"/>
              <a:ext cx="0" cy="5709920"/>
            </a:xfrm>
            <a:prstGeom prst="line">
              <a:avLst/>
            </a:prstGeom>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67A57828-BCD7-335F-85BB-51EFB9942530}"/>
                </a:ext>
              </a:extLst>
            </p:cNvPr>
            <p:cNvCxnSpPr>
              <a:cxnSpLocks/>
            </p:cNvCxnSpPr>
            <p:nvPr/>
          </p:nvCxnSpPr>
          <p:spPr>
            <a:xfrm>
              <a:off x="1137920" y="487680"/>
              <a:ext cx="9723120" cy="0"/>
            </a:xfrm>
            <a:prstGeom prst="line">
              <a:avLst/>
            </a:prstGeom>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5D057EB8-706F-381B-18A7-C5D2A33C8B64}"/>
                </a:ext>
              </a:extLst>
            </p:cNvPr>
            <p:cNvSpPr txBox="1"/>
            <p:nvPr/>
          </p:nvSpPr>
          <p:spPr>
            <a:xfrm>
              <a:off x="976645" y="118348"/>
              <a:ext cx="1872885" cy="369332"/>
            </a:xfrm>
            <a:prstGeom prst="rect">
              <a:avLst/>
            </a:prstGeom>
            <a:noFill/>
          </p:spPr>
          <p:txBody>
            <a:bodyPr wrap="none" rtlCol="0">
              <a:spAutoFit/>
            </a:bodyPr>
            <a:lstStyle/>
            <a:p>
              <a:r>
                <a:rPr lang="en-US" dirty="0"/>
                <a:t>Generated output</a:t>
              </a:r>
              <a:endParaRPr lang="en-IN" dirty="0"/>
            </a:p>
          </p:txBody>
        </p:sp>
        <p:sp>
          <p:nvSpPr>
            <p:cNvPr id="9" name="TextBox 8">
              <a:extLst>
                <a:ext uri="{FF2B5EF4-FFF2-40B4-BE49-F238E27FC236}">
                  <a16:creationId xmlns:a16="http://schemas.microsoft.com/office/drawing/2014/main" id="{CA204AE0-4E9F-504D-C287-0601159D7B94}"/>
                </a:ext>
              </a:extLst>
            </p:cNvPr>
            <p:cNvSpPr txBox="1"/>
            <p:nvPr/>
          </p:nvSpPr>
          <p:spPr>
            <a:xfrm>
              <a:off x="4798965" y="129738"/>
              <a:ext cx="1675908" cy="369332"/>
            </a:xfrm>
            <a:prstGeom prst="rect">
              <a:avLst/>
            </a:prstGeom>
            <a:noFill/>
          </p:spPr>
          <p:txBody>
            <a:bodyPr wrap="none" rtlCol="0">
              <a:spAutoFit/>
            </a:bodyPr>
            <a:lstStyle/>
            <a:p>
              <a:r>
                <a:rPr lang="en-US" dirty="0"/>
                <a:t>Training dataset</a:t>
              </a:r>
              <a:endParaRPr lang="en-IN" dirty="0"/>
            </a:p>
          </p:txBody>
        </p:sp>
      </p:grpSp>
    </p:spTree>
    <p:extLst>
      <p:ext uri="{BB962C8B-B14F-4D97-AF65-F5344CB8AC3E}">
        <p14:creationId xmlns:p14="http://schemas.microsoft.com/office/powerpoint/2010/main" val="70508924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409B9D2E-C7BF-B13C-5E07-4A8ADD4EFE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32757" y="543911"/>
            <a:ext cx="10065525" cy="1610484"/>
          </a:xfrm>
          <a:prstGeom prst="rect">
            <a:avLst/>
          </a:prstGeom>
        </p:spPr>
      </p:pic>
      <p:pic>
        <p:nvPicPr>
          <p:cNvPr id="21" name="Picture 20">
            <a:extLst>
              <a:ext uri="{FF2B5EF4-FFF2-40B4-BE49-F238E27FC236}">
                <a16:creationId xmlns:a16="http://schemas.microsoft.com/office/drawing/2014/main" id="{2546FF08-55F1-ADBA-162D-516AFBFC013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32756" y="2154395"/>
            <a:ext cx="10065525" cy="1610484"/>
          </a:xfrm>
          <a:prstGeom prst="rect">
            <a:avLst/>
          </a:prstGeom>
        </p:spPr>
      </p:pic>
      <p:pic>
        <p:nvPicPr>
          <p:cNvPr id="27" name="Picture 26">
            <a:extLst>
              <a:ext uri="{FF2B5EF4-FFF2-40B4-BE49-F238E27FC236}">
                <a16:creationId xmlns:a16="http://schemas.microsoft.com/office/drawing/2014/main" id="{AAA37BD6-B888-CA1A-7FED-ED6536F64EC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32756" y="3764879"/>
            <a:ext cx="10065525" cy="1610484"/>
          </a:xfrm>
          <a:prstGeom prst="rect">
            <a:avLst/>
          </a:prstGeom>
        </p:spPr>
      </p:pic>
      <p:sp>
        <p:nvSpPr>
          <p:cNvPr id="2" name="TextBox 1">
            <a:extLst>
              <a:ext uri="{FF2B5EF4-FFF2-40B4-BE49-F238E27FC236}">
                <a16:creationId xmlns:a16="http://schemas.microsoft.com/office/drawing/2014/main" id="{D34349A5-D54E-7891-C998-2D3AD4335A88}"/>
              </a:ext>
            </a:extLst>
          </p:cNvPr>
          <p:cNvSpPr txBox="1"/>
          <p:nvPr/>
        </p:nvSpPr>
        <p:spPr>
          <a:xfrm>
            <a:off x="2611117" y="5953760"/>
            <a:ext cx="6908800" cy="646331"/>
          </a:xfrm>
          <a:prstGeom prst="rect">
            <a:avLst/>
          </a:prstGeom>
          <a:noFill/>
        </p:spPr>
        <p:txBody>
          <a:bodyPr wrap="square" rtlCol="0">
            <a:spAutoFit/>
          </a:bodyPr>
          <a:lstStyle/>
          <a:p>
            <a:r>
              <a:rPr lang="en-IN" b="1" dirty="0"/>
              <a:t>Fig:</a:t>
            </a:r>
            <a:r>
              <a:rPr lang="en-IN" dirty="0"/>
              <a:t> </a:t>
            </a:r>
            <a:r>
              <a:rPr lang="en-IN" i="1" dirty="0"/>
              <a:t>Left column:</a:t>
            </a:r>
            <a:r>
              <a:rPr lang="en-IN" dirty="0"/>
              <a:t> Generated samples from the DDGAN model, </a:t>
            </a:r>
          </a:p>
          <a:p>
            <a:r>
              <a:rPr lang="en-IN" i="1" dirty="0"/>
              <a:t>Right columns</a:t>
            </a:r>
            <a:r>
              <a:rPr lang="en-IN" dirty="0"/>
              <a:t>: Top-5 nearest neighbour matches from the training set</a:t>
            </a:r>
          </a:p>
        </p:txBody>
      </p:sp>
      <p:grpSp>
        <p:nvGrpSpPr>
          <p:cNvPr id="3" name="Group 2">
            <a:extLst>
              <a:ext uri="{FF2B5EF4-FFF2-40B4-BE49-F238E27FC236}">
                <a16:creationId xmlns:a16="http://schemas.microsoft.com/office/drawing/2014/main" id="{61F15B93-2393-71CF-DB0B-D4705CFD5EFF}"/>
              </a:ext>
            </a:extLst>
          </p:cNvPr>
          <p:cNvGrpSpPr/>
          <p:nvPr/>
        </p:nvGrpSpPr>
        <p:grpSpPr>
          <a:xfrm>
            <a:off x="976645" y="118348"/>
            <a:ext cx="9884395" cy="5713492"/>
            <a:chOff x="976645" y="118348"/>
            <a:chExt cx="9884395" cy="5713492"/>
          </a:xfrm>
        </p:grpSpPr>
        <p:cxnSp>
          <p:nvCxnSpPr>
            <p:cNvPr id="4" name="Straight Connector 3">
              <a:extLst>
                <a:ext uri="{FF2B5EF4-FFF2-40B4-BE49-F238E27FC236}">
                  <a16:creationId xmlns:a16="http://schemas.microsoft.com/office/drawing/2014/main" id="{168FDAFD-55D3-ED79-6A0E-596B43545E47}"/>
                </a:ext>
              </a:extLst>
            </p:cNvPr>
            <p:cNvCxnSpPr>
              <a:cxnSpLocks/>
            </p:cNvCxnSpPr>
            <p:nvPr/>
          </p:nvCxnSpPr>
          <p:spPr>
            <a:xfrm>
              <a:off x="2804160" y="121920"/>
              <a:ext cx="0" cy="5709920"/>
            </a:xfrm>
            <a:prstGeom prst="line">
              <a:avLst/>
            </a:prstGeom>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541A3AE6-FD2D-1EAE-98CC-C3D6DD3EAC04}"/>
                </a:ext>
              </a:extLst>
            </p:cNvPr>
            <p:cNvCxnSpPr>
              <a:cxnSpLocks/>
            </p:cNvCxnSpPr>
            <p:nvPr/>
          </p:nvCxnSpPr>
          <p:spPr>
            <a:xfrm>
              <a:off x="1137920" y="487680"/>
              <a:ext cx="9723120" cy="0"/>
            </a:xfrm>
            <a:prstGeom prst="line">
              <a:avLst/>
            </a:prstGeom>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B633B4EE-F7E9-C810-742F-B54E03D0DB3D}"/>
                </a:ext>
              </a:extLst>
            </p:cNvPr>
            <p:cNvSpPr txBox="1"/>
            <p:nvPr/>
          </p:nvSpPr>
          <p:spPr>
            <a:xfrm>
              <a:off x="976645" y="118348"/>
              <a:ext cx="1872885" cy="369332"/>
            </a:xfrm>
            <a:prstGeom prst="rect">
              <a:avLst/>
            </a:prstGeom>
            <a:noFill/>
          </p:spPr>
          <p:txBody>
            <a:bodyPr wrap="none" rtlCol="0">
              <a:spAutoFit/>
            </a:bodyPr>
            <a:lstStyle/>
            <a:p>
              <a:r>
                <a:rPr lang="en-US" dirty="0"/>
                <a:t>Generated output</a:t>
              </a:r>
              <a:endParaRPr lang="en-IN" dirty="0"/>
            </a:p>
          </p:txBody>
        </p:sp>
        <p:sp>
          <p:nvSpPr>
            <p:cNvPr id="7" name="TextBox 6">
              <a:extLst>
                <a:ext uri="{FF2B5EF4-FFF2-40B4-BE49-F238E27FC236}">
                  <a16:creationId xmlns:a16="http://schemas.microsoft.com/office/drawing/2014/main" id="{D1B22791-41E3-5299-C33B-90136FCD9426}"/>
                </a:ext>
              </a:extLst>
            </p:cNvPr>
            <p:cNvSpPr txBox="1"/>
            <p:nvPr/>
          </p:nvSpPr>
          <p:spPr>
            <a:xfrm>
              <a:off x="4798965" y="129738"/>
              <a:ext cx="1675908" cy="369332"/>
            </a:xfrm>
            <a:prstGeom prst="rect">
              <a:avLst/>
            </a:prstGeom>
            <a:noFill/>
          </p:spPr>
          <p:txBody>
            <a:bodyPr wrap="none" rtlCol="0">
              <a:spAutoFit/>
            </a:bodyPr>
            <a:lstStyle/>
            <a:p>
              <a:r>
                <a:rPr lang="en-US" dirty="0"/>
                <a:t>Training dataset</a:t>
              </a:r>
              <a:endParaRPr lang="en-IN" dirty="0"/>
            </a:p>
          </p:txBody>
        </p:sp>
      </p:grpSp>
    </p:spTree>
    <p:extLst>
      <p:ext uri="{BB962C8B-B14F-4D97-AF65-F5344CB8AC3E}">
        <p14:creationId xmlns:p14="http://schemas.microsoft.com/office/powerpoint/2010/main" val="197630168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 name="Picture 30">
            <a:extLst>
              <a:ext uri="{FF2B5EF4-FFF2-40B4-BE49-F238E27FC236}">
                <a16:creationId xmlns:a16="http://schemas.microsoft.com/office/drawing/2014/main" id="{DDFB722E-A391-180C-1FB1-46323071295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7447" y="2415647"/>
            <a:ext cx="10238705" cy="1638193"/>
          </a:xfrm>
          <a:prstGeom prst="rect">
            <a:avLst/>
          </a:prstGeom>
        </p:spPr>
      </p:pic>
      <p:pic>
        <p:nvPicPr>
          <p:cNvPr id="2" name="Picture 1">
            <a:extLst>
              <a:ext uri="{FF2B5EF4-FFF2-40B4-BE49-F238E27FC236}">
                <a16:creationId xmlns:a16="http://schemas.microsoft.com/office/drawing/2014/main" id="{9AD66942-5D6F-3977-29EF-CBE1DDC6F34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7444" y="667896"/>
            <a:ext cx="10065525" cy="1610484"/>
          </a:xfrm>
          <a:prstGeom prst="rect">
            <a:avLst/>
          </a:prstGeom>
        </p:spPr>
      </p:pic>
      <p:sp>
        <p:nvSpPr>
          <p:cNvPr id="3" name="TextBox 2">
            <a:extLst>
              <a:ext uri="{FF2B5EF4-FFF2-40B4-BE49-F238E27FC236}">
                <a16:creationId xmlns:a16="http://schemas.microsoft.com/office/drawing/2014/main" id="{C6F87637-03C9-CBB2-DC47-147DA08D9227}"/>
              </a:ext>
            </a:extLst>
          </p:cNvPr>
          <p:cNvSpPr txBox="1"/>
          <p:nvPr/>
        </p:nvSpPr>
        <p:spPr>
          <a:xfrm>
            <a:off x="2946397" y="5212080"/>
            <a:ext cx="6908800" cy="646331"/>
          </a:xfrm>
          <a:prstGeom prst="rect">
            <a:avLst/>
          </a:prstGeom>
          <a:noFill/>
        </p:spPr>
        <p:txBody>
          <a:bodyPr wrap="square" rtlCol="0">
            <a:spAutoFit/>
          </a:bodyPr>
          <a:lstStyle/>
          <a:p>
            <a:r>
              <a:rPr lang="en-IN" b="1" dirty="0"/>
              <a:t>Fig:</a:t>
            </a:r>
            <a:r>
              <a:rPr lang="en-IN" dirty="0"/>
              <a:t> </a:t>
            </a:r>
            <a:r>
              <a:rPr lang="en-IN" i="1" dirty="0"/>
              <a:t>Left column:</a:t>
            </a:r>
            <a:r>
              <a:rPr lang="en-IN" dirty="0"/>
              <a:t> Generated samples from the DDGAN model, </a:t>
            </a:r>
          </a:p>
          <a:p>
            <a:r>
              <a:rPr lang="en-IN" i="1" dirty="0"/>
              <a:t>Right columns</a:t>
            </a:r>
            <a:r>
              <a:rPr lang="en-IN" dirty="0"/>
              <a:t>: Top-5 nearest neighbour matches from the training set</a:t>
            </a:r>
          </a:p>
        </p:txBody>
      </p:sp>
      <p:grpSp>
        <p:nvGrpSpPr>
          <p:cNvPr id="4" name="Group 3">
            <a:extLst>
              <a:ext uri="{FF2B5EF4-FFF2-40B4-BE49-F238E27FC236}">
                <a16:creationId xmlns:a16="http://schemas.microsoft.com/office/drawing/2014/main" id="{A7B569A6-D297-9C57-9FBB-8604635ACF80}"/>
              </a:ext>
            </a:extLst>
          </p:cNvPr>
          <p:cNvGrpSpPr/>
          <p:nvPr/>
        </p:nvGrpSpPr>
        <p:grpSpPr>
          <a:xfrm>
            <a:off x="976645" y="71120"/>
            <a:ext cx="9884395" cy="5709920"/>
            <a:chOff x="976645" y="71120"/>
            <a:chExt cx="9884395" cy="5709920"/>
          </a:xfrm>
        </p:grpSpPr>
        <p:cxnSp>
          <p:nvCxnSpPr>
            <p:cNvPr id="5" name="Straight Connector 4">
              <a:extLst>
                <a:ext uri="{FF2B5EF4-FFF2-40B4-BE49-F238E27FC236}">
                  <a16:creationId xmlns:a16="http://schemas.microsoft.com/office/drawing/2014/main" id="{5FB0D847-B712-7450-FF3E-803F72514CA1}"/>
                </a:ext>
              </a:extLst>
            </p:cNvPr>
            <p:cNvCxnSpPr/>
            <p:nvPr/>
          </p:nvCxnSpPr>
          <p:spPr>
            <a:xfrm>
              <a:off x="2804160" y="71120"/>
              <a:ext cx="0" cy="5709920"/>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676E2CAD-0EB6-D399-D663-D9E763BB970E}"/>
                </a:ext>
              </a:extLst>
            </p:cNvPr>
            <p:cNvCxnSpPr>
              <a:cxnSpLocks/>
            </p:cNvCxnSpPr>
            <p:nvPr/>
          </p:nvCxnSpPr>
          <p:spPr>
            <a:xfrm>
              <a:off x="1137920" y="487680"/>
              <a:ext cx="9723120" cy="0"/>
            </a:xfrm>
            <a:prstGeom prst="line">
              <a:avLst/>
            </a:prstGeom>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BA95AC3A-169A-80D3-FEFF-6DED9856F4D7}"/>
                </a:ext>
              </a:extLst>
            </p:cNvPr>
            <p:cNvSpPr txBox="1"/>
            <p:nvPr/>
          </p:nvSpPr>
          <p:spPr>
            <a:xfrm>
              <a:off x="976645" y="118348"/>
              <a:ext cx="1872885" cy="369332"/>
            </a:xfrm>
            <a:prstGeom prst="rect">
              <a:avLst/>
            </a:prstGeom>
            <a:noFill/>
          </p:spPr>
          <p:txBody>
            <a:bodyPr wrap="none" rtlCol="0">
              <a:spAutoFit/>
            </a:bodyPr>
            <a:lstStyle/>
            <a:p>
              <a:r>
                <a:rPr lang="en-US" dirty="0"/>
                <a:t>Generated output</a:t>
              </a:r>
              <a:endParaRPr lang="en-IN" dirty="0"/>
            </a:p>
          </p:txBody>
        </p:sp>
        <p:sp>
          <p:nvSpPr>
            <p:cNvPr id="8" name="TextBox 7">
              <a:extLst>
                <a:ext uri="{FF2B5EF4-FFF2-40B4-BE49-F238E27FC236}">
                  <a16:creationId xmlns:a16="http://schemas.microsoft.com/office/drawing/2014/main" id="{78702A6C-5FB9-E119-2927-7A5759EE477F}"/>
                </a:ext>
              </a:extLst>
            </p:cNvPr>
            <p:cNvSpPr txBox="1"/>
            <p:nvPr/>
          </p:nvSpPr>
          <p:spPr>
            <a:xfrm>
              <a:off x="4798965" y="129738"/>
              <a:ext cx="1675908" cy="369332"/>
            </a:xfrm>
            <a:prstGeom prst="rect">
              <a:avLst/>
            </a:prstGeom>
            <a:noFill/>
          </p:spPr>
          <p:txBody>
            <a:bodyPr wrap="none" rtlCol="0">
              <a:spAutoFit/>
            </a:bodyPr>
            <a:lstStyle/>
            <a:p>
              <a:r>
                <a:rPr lang="en-US" dirty="0"/>
                <a:t>Training dataset</a:t>
              </a:r>
              <a:endParaRPr lang="en-IN" dirty="0"/>
            </a:p>
          </p:txBody>
        </p:sp>
      </p:grpSp>
    </p:spTree>
    <p:extLst>
      <p:ext uri="{BB962C8B-B14F-4D97-AF65-F5344CB8AC3E}">
        <p14:creationId xmlns:p14="http://schemas.microsoft.com/office/powerpoint/2010/main" val="396194958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83472" y="269966"/>
            <a:ext cx="11374848" cy="1077218"/>
          </a:xfrm>
          <a:prstGeom prst="rect">
            <a:avLst/>
          </a:prstGeom>
          <a:noFill/>
        </p:spPr>
        <p:txBody>
          <a:bodyPr wrap="square" rtlCol="0">
            <a:spAutoFit/>
          </a:bodyPr>
          <a:lstStyle/>
          <a:p>
            <a:r>
              <a:rPr lang="en-US" sz="3200" u="sng" dirty="0" err="1">
                <a:solidFill>
                  <a:schemeClr val="accent5">
                    <a:lumMod val="75000"/>
                  </a:schemeClr>
                </a:solidFill>
              </a:rPr>
              <a:t>DiffusionGAN</a:t>
            </a:r>
            <a:r>
              <a:rPr lang="en-US" sz="3200" u="sng" dirty="0">
                <a:solidFill>
                  <a:schemeClr val="accent5">
                    <a:lumMod val="75000"/>
                  </a:schemeClr>
                </a:solidFill>
              </a:rPr>
              <a:t>: (110 epoch) – Generated output (6235 samples) on </a:t>
            </a:r>
            <a:r>
              <a:rPr lang="en-US" sz="3200" u="sng" dirty="0" err="1">
                <a:solidFill>
                  <a:schemeClr val="accent5">
                    <a:lumMod val="75000"/>
                  </a:schemeClr>
                </a:solidFill>
              </a:rPr>
              <a:t>Fairface</a:t>
            </a:r>
            <a:endParaRPr lang="en-US" sz="3200" u="sng" dirty="0">
              <a:solidFill>
                <a:schemeClr val="accent5">
                  <a:lumMod val="75000"/>
                </a:schemeClr>
              </a:solidFill>
            </a:endParaRPr>
          </a:p>
        </p:txBody>
      </p:sp>
      <p:graphicFrame>
        <p:nvGraphicFramePr>
          <p:cNvPr id="8" name="Chart 7">
            <a:extLst>
              <a:ext uri="{FF2B5EF4-FFF2-40B4-BE49-F238E27FC236}">
                <a16:creationId xmlns:a16="http://schemas.microsoft.com/office/drawing/2014/main" id="{98570BF3-4F5F-B7F3-7A94-1A6C6C5C5B0E}"/>
              </a:ext>
            </a:extLst>
          </p:cNvPr>
          <p:cNvGraphicFramePr>
            <a:graphicFrameLocks/>
          </p:cNvGraphicFramePr>
          <p:nvPr>
            <p:extLst>
              <p:ext uri="{D42A27DB-BD31-4B8C-83A1-F6EECF244321}">
                <p14:modId xmlns:p14="http://schemas.microsoft.com/office/powerpoint/2010/main" val="1124757946"/>
              </p:ext>
            </p:extLst>
          </p:nvPr>
        </p:nvGraphicFramePr>
        <p:xfrm>
          <a:off x="1183759" y="998870"/>
          <a:ext cx="4572000"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1" name="Chart 10">
            <a:extLst>
              <a:ext uri="{FF2B5EF4-FFF2-40B4-BE49-F238E27FC236}">
                <a16:creationId xmlns:a16="http://schemas.microsoft.com/office/drawing/2014/main" id="{04ED2FDE-A827-0898-5AB3-6FB9444E9819}"/>
              </a:ext>
            </a:extLst>
          </p:cNvPr>
          <p:cNvGraphicFramePr>
            <a:graphicFrameLocks/>
          </p:cNvGraphicFramePr>
          <p:nvPr>
            <p:extLst>
              <p:ext uri="{D42A27DB-BD31-4B8C-83A1-F6EECF244321}">
                <p14:modId xmlns:p14="http://schemas.microsoft.com/office/powerpoint/2010/main" val="576921807"/>
              </p:ext>
            </p:extLst>
          </p:nvPr>
        </p:nvGraphicFramePr>
        <p:xfrm>
          <a:off x="6096000" y="998870"/>
          <a:ext cx="4572000" cy="27432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3" name="Chart 12">
            <a:extLst>
              <a:ext uri="{FF2B5EF4-FFF2-40B4-BE49-F238E27FC236}">
                <a16:creationId xmlns:a16="http://schemas.microsoft.com/office/drawing/2014/main" id="{09DBF609-9544-1454-706B-7D19C99EDF01}"/>
              </a:ext>
            </a:extLst>
          </p:cNvPr>
          <p:cNvGraphicFramePr>
            <a:graphicFrameLocks/>
          </p:cNvGraphicFramePr>
          <p:nvPr>
            <p:extLst>
              <p:ext uri="{D42A27DB-BD31-4B8C-83A1-F6EECF244321}">
                <p14:modId xmlns:p14="http://schemas.microsoft.com/office/powerpoint/2010/main" val="951354164"/>
              </p:ext>
            </p:extLst>
          </p:nvPr>
        </p:nvGraphicFramePr>
        <p:xfrm>
          <a:off x="3510634" y="3905794"/>
          <a:ext cx="4572000" cy="274320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16454340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94D1F85-A882-6F6F-13AB-9BFB56A71BE3}"/>
              </a:ext>
            </a:extLst>
          </p:cNvPr>
          <p:cNvSpPr txBox="1"/>
          <p:nvPr/>
        </p:nvSpPr>
        <p:spPr>
          <a:xfrm>
            <a:off x="5791200" y="1964833"/>
            <a:ext cx="2870200" cy="369332"/>
          </a:xfrm>
          <a:prstGeom prst="rect">
            <a:avLst/>
          </a:prstGeom>
          <a:noFill/>
        </p:spPr>
        <p:txBody>
          <a:bodyPr wrap="square" rtlCol="0">
            <a:spAutoFit/>
          </a:bodyPr>
          <a:lstStyle/>
          <a:p>
            <a:r>
              <a:rPr lang="en-IN" dirty="0">
                <a:solidFill>
                  <a:schemeClr val="accent1">
                    <a:lumMod val="75000"/>
                  </a:schemeClr>
                </a:solidFill>
              </a:rPr>
              <a:t>Racial imbalance in Gender</a:t>
            </a:r>
          </a:p>
        </p:txBody>
      </p:sp>
      <p:sp>
        <p:nvSpPr>
          <p:cNvPr id="6" name="TextBox 5">
            <a:extLst>
              <a:ext uri="{FF2B5EF4-FFF2-40B4-BE49-F238E27FC236}">
                <a16:creationId xmlns:a16="http://schemas.microsoft.com/office/drawing/2014/main" id="{2380A65C-BB1D-BEFD-0595-1AAF03C4A8EF}"/>
              </a:ext>
            </a:extLst>
          </p:cNvPr>
          <p:cNvSpPr txBox="1"/>
          <p:nvPr/>
        </p:nvSpPr>
        <p:spPr>
          <a:xfrm>
            <a:off x="3672840" y="4930894"/>
            <a:ext cx="2870200" cy="369332"/>
          </a:xfrm>
          <a:prstGeom prst="rect">
            <a:avLst/>
          </a:prstGeom>
          <a:noFill/>
        </p:spPr>
        <p:txBody>
          <a:bodyPr wrap="square" rtlCol="0">
            <a:spAutoFit/>
          </a:bodyPr>
          <a:lstStyle/>
          <a:p>
            <a:r>
              <a:rPr lang="en-IN" dirty="0">
                <a:solidFill>
                  <a:schemeClr val="accent6">
                    <a:lumMod val="75000"/>
                  </a:schemeClr>
                </a:solidFill>
              </a:rPr>
              <a:t>Gender imbalance in Race</a:t>
            </a:r>
          </a:p>
        </p:txBody>
      </p:sp>
      <p:graphicFrame>
        <p:nvGraphicFramePr>
          <p:cNvPr id="7" name="Chart 6">
            <a:extLst>
              <a:ext uri="{FF2B5EF4-FFF2-40B4-BE49-F238E27FC236}">
                <a16:creationId xmlns:a16="http://schemas.microsoft.com/office/drawing/2014/main" id="{172823E9-37FA-CACD-B205-0A2E1B74245E}"/>
              </a:ext>
            </a:extLst>
          </p:cNvPr>
          <p:cNvGraphicFramePr>
            <a:graphicFrameLocks/>
          </p:cNvGraphicFramePr>
          <p:nvPr>
            <p:extLst>
              <p:ext uri="{D42A27DB-BD31-4B8C-83A1-F6EECF244321}">
                <p14:modId xmlns:p14="http://schemas.microsoft.com/office/powerpoint/2010/main" val="3265267615"/>
              </p:ext>
            </p:extLst>
          </p:nvPr>
        </p:nvGraphicFramePr>
        <p:xfrm>
          <a:off x="6375400" y="3743960"/>
          <a:ext cx="4572000"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8" name="Chart 7">
            <a:extLst>
              <a:ext uri="{FF2B5EF4-FFF2-40B4-BE49-F238E27FC236}">
                <a16:creationId xmlns:a16="http://schemas.microsoft.com/office/drawing/2014/main" id="{4E54442C-D6A9-76E4-D0C4-924AEE061483}"/>
              </a:ext>
            </a:extLst>
          </p:cNvPr>
          <p:cNvGraphicFramePr>
            <a:graphicFrameLocks/>
          </p:cNvGraphicFramePr>
          <p:nvPr>
            <p:extLst>
              <p:ext uri="{D42A27DB-BD31-4B8C-83A1-F6EECF244321}">
                <p14:modId xmlns:p14="http://schemas.microsoft.com/office/powerpoint/2010/main" val="2605241376"/>
              </p:ext>
            </p:extLst>
          </p:nvPr>
        </p:nvGraphicFramePr>
        <p:xfrm>
          <a:off x="1066800" y="593233"/>
          <a:ext cx="4572000" cy="27432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15111384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1AC9B0-8039-56E0-F888-7D26BAA5C2FF}"/>
              </a:ext>
            </a:extLst>
          </p:cNvPr>
          <p:cNvSpPr>
            <a:spLocks noGrp="1"/>
          </p:cNvSpPr>
          <p:nvPr>
            <p:ph type="title"/>
          </p:nvPr>
        </p:nvSpPr>
        <p:spPr/>
        <p:txBody>
          <a:bodyPr/>
          <a:lstStyle/>
          <a:p>
            <a:r>
              <a:rPr lang="en-IN" dirty="0" err="1"/>
              <a:t>CelebA</a:t>
            </a:r>
            <a:r>
              <a:rPr lang="en-IN" dirty="0"/>
              <a:t>-HQ dataset</a:t>
            </a:r>
          </a:p>
        </p:txBody>
      </p:sp>
    </p:spTree>
    <p:extLst>
      <p:ext uri="{BB962C8B-B14F-4D97-AF65-F5344CB8AC3E}">
        <p14:creationId xmlns:p14="http://schemas.microsoft.com/office/powerpoint/2010/main" val="403198119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83473" y="269966"/>
            <a:ext cx="8029303" cy="584775"/>
          </a:xfrm>
          <a:prstGeom prst="rect">
            <a:avLst/>
          </a:prstGeom>
          <a:noFill/>
        </p:spPr>
        <p:txBody>
          <a:bodyPr wrap="square" rtlCol="0">
            <a:spAutoFit/>
          </a:bodyPr>
          <a:lstStyle/>
          <a:p>
            <a:r>
              <a:rPr lang="en-US" sz="3200" u="sng" dirty="0">
                <a:solidFill>
                  <a:schemeClr val="accent5">
                    <a:lumMod val="75000"/>
                  </a:schemeClr>
                </a:solidFill>
              </a:rPr>
              <a:t>Comparison: Race</a:t>
            </a:r>
          </a:p>
        </p:txBody>
      </p:sp>
      <p:sp>
        <p:nvSpPr>
          <p:cNvPr id="10" name="TextBox 9">
            <a:extLst>
              <a:ext uri="{FF2B5EF4-FFF2-40B4-BE49-F238E27FC236}">
                <a16:creationId xmlns:a16="http://schemas.microsoft.com/office/drawing/2014/main" id="{67C95C17-8519-C442-B6D2-2AB931828790}"/>
              </a:ext>
            </a:extLst>
          </p:cNvPr>
          <p:cNvSpPr txBox="1"/>
          <p:nvPr/>
        </p:nvSpPr>
        <p:spPr>
          <a:xfrm>
            <a:off x="5147492" y="808307"/>
            <a:ext cx="2722880" cy="369332"/>
          </a:xfrm>
          <a:prstGeom prst="rect">
            <a:avLst/>
          </a:prstGeom>
          <a:noFill/>
        </p:spPr>
        <p:txBody>
          <a:bodyPr wrap="square" rtlCol="0">
            <a:spAutoFit/>
          </a:bodyPr>
          <a:lstStyle/>
          <a:p>
            <a:r>
              <a:rPr lang="en-IN" dirty="0"/>
              <a:t>Generated Data - DDGAN</a:t>
            </a:r>
          </a:p>
        </p:txBody>
      </p:sp>
      <p:sp>
        <p:nvSpPr>
          <p:cNvPr id="11" name="TextBox 10">
            <a:extLst>
              <a:ext uri="{FF2B5EF4-FFF2-40B4-BE49-F238E27FC236}">
                <a16:creationId xmlns:a16="http://schemas.microsoft.com/office/drawing/2014/main" id="{2AB1F630-3908-A1D9-D31A-14E612F3B706}"/>
              </a:ext>
            </a:extLst>
          </p:cNvPr>
          <p:cNvSpPr txBox="1"/>
          <p:nvPr/>
        </p:nvSpPr>
        <p:spPr>
          <a:xfrm>
            <a:off x="2245360" y="782324"/>
            <a:ext cx="1259840" cy="369332"/>
          </a:xfrm>
          <a:prstGeom prst="rect">
            <a:avLst/>
          </a:prstGeom>
          <a:noFill/>
        </p:spPr>
        <p:txBody>
          <a:bodyPr wrap="square" rtlCol="0">
            <a:spAutoFit/>
          </a:bodyPr>
          <a:lstStyle/>
          <a:p>
            <a:r>
              <a:rPr lang="en-IN" dirty="0"/>
              <a:t>Train Data</a:t>
            </a:r>
          </a:p>
        </p:txBody>
      </p:sp>
      <p:sp>
        <p:nvSpPr>
          <p:cNvPr id="5" name="TextBox 4">
            <a:extLst>
              <a:ext uri="{FF2B5EF4-FFF2-40B4-BE49-F238E27FC236}">
                <a16:creationId xmlns:a16="http://schemas.microsoft.com/office/drawing/2014/main" id="{5B8A6534-15CB-E85E-5566-5B5AFCFFB9EE}"/>
              </a:ext>
            </a:extLst>
          </p:cNvPr>
          <p:cNvSpPr txBox="1"/>
          <p:nvPr/>
        </p:nvSpPr>
        <p:spPr>
          <a:xfrm>
            <a:off x="1658986" y="3952800"/>
            <a:ext cx="2722880" cy="369332"/>
          </a:xfrm>
          <a:prstGeom prst="rect">
            <a:avLst/>
          </a:prstGeom>
          <a:noFill/>
        </p:spPr>
        <p:txBody>
          <a:bodyPr wrap="square" rtlCol="0">
            <a:spAutoFit/>
          </a:bodyPr>
          <a:lstStyle/>
          <a:p>
            <a:r>
              <a:rPr lang="en-IN" dirty="0"/>
              <a:t>Generated Data - DDPM</a:t>
            </a:r>
          </a:p>
        </p:txBody>
      </p:sp>
      <p:sp>
        <p:nvSpPr>
          <p:cNvPr id="7" name="TextBox 6">
            <a:extLst>
              <a:ext uri="{FF2B5EF4-FFF2-40B4-BE49-F238E27FC236}">
                <a16:creationId xmlns:a16="http://schemas.microsoft.com/office/drawing/2014/main" id="{7F078B71-4A0F-B8F9-B7D8-F852339BDAEC}"/>
              </a:ext>
            </a:extLst>
          </p:cNvPr>
          <p:cNvSpPr txBox="1"/>
          <p:nvPr/>
        </p:nvSpPr>
        <p:spPr>
          <a:xfrm>
            <a:off x="4826002" y="3952800"/>
            <a:ext cx="3566160" cy="369332"/>
          </a:xfrm>
          <a:prstGeom prst="rect">
            <a:avLst/>
          </a:prstGeom>
          <a:noFill/>
        </p:spPr>
        <p:txBody>
          <a:bodyPr wrap="square" rtlCol="0">
            <a:spAutoFit/>
          </a:bodyPr>
          <a:lstStyle/>
          <a:p>
            <a:r>
              <a:rPr lang="en-IN" dirty="0"/>
              <a:t>Generated Data – Stable Diffusion</a:t>
            </a:r>
          </a:p>
        </p:txBody>
      </p:sp>
      <p:sp>
        <p:nvSpPr>
          <p:cNvPr id="9" name="TextBox 8"/>
          <p:cNvSpPr txBox="1"/>
          <p:nvPr/>
        </p:nvSpPr>
        <p:spPr>
          <a:xfrm>
            <a:off x="8253548" y="808307"/>
            <a:ext cx="3034212" cy="2862322"/>
          </a:xfrm>
          <a:prstGeom prst="rect">
            <a:avLst/>
          </a:prstGeom>
          <a:noFill/>
        </p:spPr>
        <p:txBody>
          <a:bodyPr wrap="square" rtlCol="0">
            <a:spAutoFit/>
          </a:bodyPr>
          <a:lstStyle/>
          <a:p>
            <a:pPr marL="285750" indent="-285750" algn="just">
              <a:buFont typeface="Arial" panose="020B0604020202020204" pitchFamily="34" charset="0"/>
              <a:buChar char="•"/>
            </a:pPr>
            <a:r>
              <a:rPr lang="en-IN" dirty="0">
                <a:solidFill>
                  <a:schemeClr val="accent1">
                    <a:lumMod val="75000"/>
                  </a:schemeClr>
                </a:solidFill>
              </a:rPr>
              <a:t>Training data has 83% White faces which is maintained in DDGAN and more generated in DDPM and Stable Diffusion</a:t>
            </a:r>
          </a:p>
          <a:p>
            <a:pPr marL="285750" indent="-285750" algn="just">
              <a:buFont typeface="Arial" panose="020B0604020202020204" pitchFamily="34" charset="0"/>
              <a:buChar char="•"/>
            </a:pPr>
            <a:endParaRPr lang="en-IN" dirty="0">
              <a:solidFill>
                <a:schemeClr val="accent1">
                  <a:lumMod val="75000"/>
                </a:schemeClr>
              </a:solidFill>
            </a:endParaRPr>
          </a:p>
          <a:p>
            <a:pPr marL="285750" indent="-285750" algn="just">
              <a:buFont typeface="Arial" panose="020B0604020202020204" pitchFamily="34" charset="0"/>
              <a:buChar char="•"/>
            </a:pPr>
            <a:r>
              <a:rPr lang="en-IN" dirty="0">
                <a:solidFill>
                  <a:schemeClr val="accent1">
                    <a:lumMod val="75000"/>
                  </a:schemeClr>
                </a:solidFill>
              </a:rPr>
              <a:t>Asian, Indian, and black facial images are less generated by DDPM and Stable Diffusion models</a:t>
            </a:r>
          </a:p>
        </p:txBody>
      </p:sp>
      <p:graphicFrame>
        <p:nvGraphicFramePr>
          <p:cNvPr id="12" name="Chart 11">
            <a:extLst>
              <a:ext uri="{FF2B5EF4-FFF2-40B4-BE49-F238E27FC236}">
                <a16:creationId xmlns:a16="http://schemas.microsoft.com/office/drawing/2014/main" id="{FD004466-8840-ECD8-2DEC-A774D494297F}"/>
              </a:ext>
            </a:extLst>
          </p:cNvPr>
          <p:cNvGraphicFramePr>
            <a:graphicFrameLocks/>
          </p:cNvGraphicFramePr>
          <p:nvPr>
            <p:extLst>
              <p:ext uri="{D42A27DB-BD31-4B8C-83A1-F6EECF244321}">
                <p14:modId xmlns:p14="http://schemas.microsoft.com/office/powerpoint/2010/main" val="3240074362"/>
              </p:ext>
            </p:extLst>
          </p:nvPr>
        </p:nvGraphicFramePr>
        <p:xfrm>
          <a:off x="824774" y="1178840"/>
          <a:ext cx="4572000"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5" name="Chart 14">
            <a:extLst>
              <a:ext uri="{FF2B5EF4-FFF2-40B4-BE49-F238E27FC236}">
                <a16:creationId xmlns:a16="http://schemas.microsoft.com/office/drawing/2014/main" id="{96E4EE72-43E2-FC9C-52AF-6998BC4242B8}"/>
              </a:ext>
            </a:extLst>
          </p:cNvPr>
          <p:cNvGraphicFramePr>
            <a:graphicFrameLocks/>
          </p:cNvGraphicFramePr>
          <p:nvPr>
            <p:extLst>
              <p:ext uri="{D42A27DB-BD31-4B8C-83A1-F6EECF244321}">
                <p14:modId xmlns:p14="http://schemas.microsoft.com/office/powerpoint/2010/main" val="1689640328"/>
              </p:ext>
            </p:extLst>
          </p:nvPr>
        </p:nvGraphicFramePr>
        <p:xfrm>
          <a:off x="4192454" y="1180041"/>
          <a:ext cx="4572000" cy="27432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7" name="Chart 16">
            <a:extLst>
              <a:ext uri="{FF2B5EF4-FFF2-40B4-BE49-F238E27FC236}">
                <a16:creationId xmlns:a16="http://schemas.microsoft.com/office/drawing/2014/main" id="{7D9894D5-3167-6AE5-EDA7-021680783031}"/>
              </a:ext>
            </a:extLst>
          </p:cNvPr>
          <p:cNvGraphicFramePr>
            <a:graphicFrameLocks/>
          </p:cNvGraphicFramePr>
          <p:nvPr>
            <p:extLst>
              <p:ext uri="{D42A27DB-BD31-4B8C-83A1-F6EECF244321}">
                <p14:modId xmlns:p14="http://schemas.microsoft.com/office/powerpoint/2010/main" val="2641177407"/>
              </p:ext>
            </p:extLst>
          </p:nvPr>
        </p:nvGraphicFramePr>
        <p:xfrm>
          <a:off x="4202612" y="4312740"/>
          <a:ext cx="4572000" cy="27432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4" name="Chart 13"/>
          <p:cNvGraphicFramePr>
            <a:graphicFrameLocks/>
          </p:cNvGraphicFramePr>
          <p:nvPr>
            <p:extLst>
              <p:ext uri="{D42A27DB-BD31-4B8C-83A1-F6EECF244321}">
                <p14:modId xmlns:p14="http://schemas.microsoft.com/office/powerpoint/2010/main" val="396425896"/>
              </p:ext>
            </p:extLst>
          </p:nvPr>
        </p:nvGraphicFramePr>
        <p:xfrm>
          <a:off x="526508" y="4351691"/>
          <a:ext cx="4572000" cy="2743200"/>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269265721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83473" y="269966"/>
            <a:ext cx="8029303" cy="584775"/>
          </a:xfrm>
          <a:prstGeom prst="rect">
            <a:avLst/>
          </a:prstGeom>
          <a:noFill/>
        </p:spPr>
        <p:txBody>
          <a:bodyPr wrap="square" rtlCol="0">
            <a:spAutoFit/>
          </a:bodyPr>
          <a:lstStyle/>
          <a:p>
            <a:r>
              <a:rPr lang="en-US" sz="3200" u="sng" dirty="0">
                <a:solidFill>
                  <a:schemeClr val="accent5">
                    <a:lumMod val="75000"/>
                  </a:schemeClr>
                </a:solidFill>
              </a:rPr>
              <a:t>Comparison: Gender</a:t>
            </a:r>
          </a:p>
        </p:txBody>
      </p:sp>
      <p:graphicFrame>
        <p:nvGraphicFramePr>
          <p:cNvPr id="10" name="Chart 9">
            <a:extLst>
              <a:ext uri="{FF2B5EF4-FFF2-40B4-BE49-F238E27FC236}">
                <a16:creationId xmlns:a16="http://schemas.microsoft.com/office/drawing/2014/main" id="{BBBBC829-7944-B449-618E-73E24D6605A9}"/>
              </a:ext>
            </a:extLst>
          </p:cNvPr>
          <p:cNvGraphicFramePr>
            <a:graphicFrameLocks/>
          </p:cNvGraphicFramePr>
          <p:nvPr>
            <p:extLst>
              <p:ext uri="{D42A27DB-BD31-4B8C-83A1-F6EECF244321}">
                <p14:modId xmlns:p14="http://schemas.microsoft.com/office/powerpoint/2010/main" val="798511618"/>
              </p:ext>
            </p:extLst>
          </p:nvPr>
        </p:nvGraphicFramePr>
        <p:xfrm>
          <a:off x="868680" y="916638"/>
          <a:ext cx="4572000"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5" name="Chart 14">
            <a:extLst>
              <a:ext uri="{FF2B5EF4-FFF2-40B4-BE49-F238E27FC236}">
                <a16:creationId xmlns:a16="http://schemas.microsoft.com/office/drawing/2014/main" id="{01862405-784D-F2AC-416F-BFF4E75BC35B}"/>
              </a:ext>
            </a:extLst>
          </p:cNvPr>
          <p:cNvGraphicFramePr>
            <a:graphicFrameLocks/>
          </p:cNvGraphicFramePr>
          <p:nvPr>
            <p:extLst>
              <p:ext uri="{D42A27DB-BD31-4B8C-83A1-F6EECF244321}">
                <p14:modId xmlns:p14="http://schemas.microsoft.com/office/powerpoint/2010/main" val="2354400329"/>
              </p:ext>
            </p:extLst>
          </p:nvPr>
        </p:nvGraphicFramePr>
        <p:xfrm>
          <a:off x="4109720" y="933810"/>
          <a:ext cx="4572000" cy="27432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7" name="Chart 16">
            <a:extLst>
              <a:ext uri="{FF2B5EF4-FFF2-40B4-BE49-F238E27FC236}">
                <a16:creationId xmlns:a16="http://schemas.microsoft.com/office/drawing/2014/main" id="{678CF604-E17C-71EB-269E-D0ED096AF67A}"/>
              </a:ext>
            </a:extLst>
          </p:cNvPr>
          <p:cNvGraphicFramePr>
            <a:graphicFrameLocks/>
          </p:cNvGraphicFramePr>
          <p:nvPr>
            <p:extLst>
              <p:ext uri="{D42A27DB-BD31-4B8C-83A1-F6EECF244321}">
                <p14:modId xmlns:p14="http://schemas.microsoft.com/office/powerpoint/2010/main" val="2637686484"/>
              </p:ext>
            </p:extLst>
          </p:nvPr>
        </p:nvGraphicFramePr>
        <p:xfrm>
          <a:off x="4099560" y="4135784"/>
          <a:ext cx="4572000" cy="2743200"/>
        </p:xfrm>
        <a:graphic>
          <a:graphicData uri="http://schemas.openxmlformats.org/drawingml/2006/chart">
            <c:chart xmlns:c="http://schemas.openxmlformats.org/drawingml/2006/chart" xmlns:r="http://schemas.openxmlformats.org/officeDocument/2006/relationships" r:id="rId4"/>
          </a:graphicData>
        </a:graphic>
      </p:graphicFrame>
      <p:sp>
        <p:nvSpPr>
          <p:cNvPr id="3" name="TextBox 2">
            <a:extLst>
              <a:ext uri="{FF2B5EF4-FFF2-40B4-BE49-F238E27FC236}">
                <a16:creationId xmlns:a16="http://schemas.microsoft.com/office/drawing/2014/main" id="{23FAF7BE-7640-25E6-7250-2D5B7CEFB38C}"/>
              </a:ext>
            </a:extLst>
          </p:cNvPr>
          <p:cNvSpPr txBox="1"/>
          <p:nvPr/>
        </p:nvSpPr>
        <p:spPr>
          <a:xfrm>
            <a:off x="8253548" y="808307"/>
            <a:ext cx="3034212" cy="2308324"/>
          </a:xfrm>
          <a:prstGeom prst="rect">
            <a:avLst/>
          </a:prstGeom>
          <a:noFill/>
        </p:spPr>
        <p:txBody>
          <a:bodyPr wrap="square" rtlCol="0">
            <a:spAutoFit/>
          </a:bodyPr>
          <a:lstStyle/>
          <a:p>
            <a:pPr marL="285750" indent="-285750" algn="just">
              <a:buFont typeface="Arial" panose="020B0604020202020204" pitchFamily="34" charset="0"/>
              <a:buChar char="•"/>
            </a:pPr>
            <a:r>
              <a:rPr lang="en-IN" dirty="0">
                <a:solidFill>
                  <a:schemeClr val="accent1">
                    <a:lumMod val="75000"/>
                  </a:schemeClr>
                </a:solidFill>
              </a:rPr>
              <a:t>Training data has 2/3</a:t>
            </a:r>
            <a:r>
              <a:rPr lang="en-IN" baseline="30000" dirty="0">
                <a:solidFill>
                  <a:schemeClr val="accent1">
                    <a:lumMod val="75000"/>
                  </a:schemeClr>
                </a:solidFill>
              </a:rPr>
              <a:t>rd</a:t>
            </a:r>
            <a:r>
              <a:rPr lang="en-IN" dirty="0">
                <a:solidFill>
                  <a:schemeClr val="accent1">
                    <a:lumMod val="75000"/>
                  </a:schemeClr>
                </a:solidFill>
              </a:rPr>
              <a:t> proportion of female facial images, which is maintained in DDGAN and Stable Diffusion models</a:t>
            </a:r>
          </a:p>
          <a:p>
            <a:pPr marL="285750" indent="-285750" algn="just">
              <a:buFont typeface="Arial" panose="020B0604020202020204" pitchFamily="34" charset="0"/>
              <a:buChar char="•"/>
            </a:pPr>
            <a:endParaRPr lang="en-IN" dirty="0">
              <a:solidFill>
                <a:schemeClr val="accent1">
                  <a:lumMod val="75000"/>
                </a:schemeClr>
              </a:solidFill>
            </a:endParaRPr>
          </a:p>
          <a:p>
            <a:pPr marL="285750" indent="-285750" algn="just">
              <a:buFont typeface="Arial" panose="020B0604020202020204" pitchFamily="34" charset="0"/>
              <a:buChar char="•"/>
            </a:pPr>
            <a:r>
              <a:rPr lang="en-IN" dirty="0">
                <a:solidFill>
                  <a:schemeClr val="accent1">
                    <a:lumMod val="75000"/>
                  </a:schemeClr>
                </a:solidFill>
              </a:rPr>
              <a:t>DDPM tends to generate more females</a:t>
            </a:r>
          </a:p>
        </p:txBody>
      </p:sp>
      <p:sp>
        <p:nvSpPr>
          <p:cNvPr id="5" name="TextBox 4">
            <a:extLst>
              <a:ext uri="{FF2B5EF4-FFF2-40B4-BE49-F238E27FC236}">
                <a16:creationId xmlns:a16="http://schemas.microsoft.com/office/drawing/2014/main" id="{04AAF833-5699-ABEF-0468-7ADC127EAA54}"/>
              </a:ext>
            </a:extLst>
          </p:cNvPr>
          <p:cNvSpPr txBox="1"/>
          <p:nvPr/>
        </p:nvSpPr>
        <p:spPr>
          <a:xfrm>
            <a:off x="5147492" y="808307"/>
            <a:ext cx="2722880" cy="369332"/>
          </a:xfrm>
          <a:prstGeom prst="rect">
            <a:avLst/>
          </a:prstGeom>
          <a:noFill/>
        </p:spPr>
        <p:txBody>
          <a:bodyPr wrap="square" rtlCol="0">
            <a:spAutoFit/>
          </a:bodyPr>
          <a:lstStyle/>
          <a:p>
            <a:r>
              <a:rPr lang="en-IN" dirty="0"/>
              <a:t>Generated Data - DDGAN</a:t>
            </a:r>
          </a:p>
        </p:txBody>
      </p:sp>
      <p:sp>
        <p:nvSpPr>
          <p:cNvPr id="7" name="TextBox 6">
            <a:extLst>
              <a:ext uri="{FF2B5EF4-FFF2-40B4-BE49-F238E27FC236}">
                <a16:creationId xmlns:a16="http://schemas.microsoft.com/office/drawing/2014/main" id="{153D910B-39C6-1082-5EEE-460F6CEAE572}"/>
              </a:ext>
            </a:extLst>
          </p:cNvPr>
          <p:cNvSpPr txBox="1"/>
          <p:nvPr/>
        </p:nvSpPr>
        <p:spPr>
          <a:xfrm>
            <a:off x="2245360" y="782324"/>
            <a:ext cx="1259840" cy="369332"/>
          </a:xfrm>
          <a:prstGeom prst="rect">
            <a:avLst/>
          </a:prstGeom>
          <a:noFill/>
        </p:spPr>
        <p:txBody>
          <a:bodyPr wrap="square" rtlCol="0">
            <a:spAutoFit/>
          </a:bodyPr>
          <a:lstStyle/>
          <a:p>
            <a:r>
              <a:rPr lang="en-IN" dirty="0"/>
              <a:t>Train Data</a:t>
            </a:r>
          </a:p>
        </p:txBody>
      </p:sp>
      <p:sp>
        <p:nvSpPr>
          <p:cNvPr id="8" name="TextBox 7">
            <a:extLst>
              <a:ext uri="{FF2B5EF4-FFF2-40B4-BE49-F238E27FC236}">
                <a16:creationId xmlns:a16="http://schemas.microsoft.com/office/drawing/2014/main" id="{47918E4A-C4A8-749D-1FE4-17D38D0141B9}"/>
              </a:ext>
            </a:extLst>
          </p:cNvPr>
          <p:cNvSpPr txBox="1"/>
          <p:nvPr/>
        </p:nvSpPr>
        <p:spPr>
          <a:xfrm>
            <a:off x="1658986" y="3952800"/>
            <a:ext cx="2722880" cy="369332"/>
          </a:xfrm>
          <a:prstGeom prst="rect">
            <a:avLst/>
          </a:prstGeom>
          <a:noFill/>
        </p:spPr>
        <p:txBody>
          <a:bodyPr wrap="square" rtlCol="0">
            <a:spAutoFit/>
          </a:bodyPr>
          <a:lstStyle/>
          <a:p>
            <a:r>
              <a:rPr lang="en-IN" dirty="0"/>
              <a:t>Generated Data - DDPM</a:t>
            </a:r>
          </a:p>
        </p:txBody>
      </p:sp>
      <p:sp>
        <p:nvSpPr>
          <p:cNvPr id="9" name="TextBox 8">
            <a:extLst>
              <a:ext uri="{FF2B5EF4-FFF2-40B4-BE49-F238E27FC236}">
                <a16:creationId xmlns:a16="http://schemas.microsoft.com/office/drawing/2014/main" id="{316C6AC7-C2A0-3677-E934-2CD1C53329BA}"/>
              </a:ext>
            </a:extLst>
          </p:cNvPr>
          <p:cNvSpPr txBox="1"/>
          <p:nvPr/>
        </p:nvSpPr>
        <p:spPr>
          <a:xfrm>
            <a:off x="4734562" y="3952800"/>
            <a:ext cx="3566160" cy="369332"/>
          </a:xfrm>
          <a:prstGeom prst="rect">
            <a:avLst/>
          </a:prstGeom>
          <a:noFill/>
        </p:spPr>
        <p:txBody>
          <a:bodyPr wrap="square" rtlCol="0">
            <a:spAutoFit/>
          </a:bodyPr>
          <a:lstStyle/>
          <a:p>
            <a:r>
              <a:rPr lang="en-IN" dirty="0"/>
              <a:t>Generated Data – Stable Diffusion</a:t>
            </a:r>
          </a:p>
        </p:txBody>
      </p:sp>
      <p:graphicFrame>
        <p:nvGraphicFramePr>
          <p:cNvPr id="13" name="Chart 12"/>
          <p:cNvGraphicFramePr>
            <a:graphicFrameLocks/>
          </p:cNvGraphicFramePr>
          <p:nvPr>
            <p:extLst>
              <p:ext uri="{D42A27DB-BD31-4B8C-83A1-F6EECF244321}">
                <p14:modId xmlns:p14="http://schemas.microsoft.com/office/powerpoint/2010/main" val="2637162177"/>
              </p:ext>
            </p:extLst>
          </p:nvPr>
        </p:nvGraphicFramePr>
        <p:xfrm>
          <a:off x="565332" y="4135784"/>
          <a:ext cx="4572000" cy="2743200"/>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41245097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83473" y="269966"/>
            <a:ext cx="8029303" cy="584775"/>
          </a:xfrm>
          <a:prstGeom prst="rect">
            <a:avLst/>
          </a:prstGeom>
          <a:noFill/>
        </p:spPr>
        <p:txBody>
          <a:bodyPr wrap="square" rtlCol="0">
            <a:spAutoFit/>
          </a:bodyPr>
          <a:lstStyle/>
          <a:p>
            <a:r>
              <a:rPr lang="en-US" sz="3200" u="sng" dirty="0">
                <a:solidFill>
                  <a:schemeClr val="accent5">
                    <a:lumMod val="75000"/>
                  </a:schemeClr>
                </a:solidFill>
              </a:rPr>
              <a:t>Comparison: Age</a:t>
            </a:r>
          </a:p>
        </p:txBody>
      </p:sp>
      <p:graphicFrame>
        <p:nvGraphicFramePr>
          <p:cNvPr id="13" name="Chart 12">
            <a:extLst>
              <a:ext uri="{FF2B5EF4-FFF2-40B4-BE49-F238E27FC236}">
                <a16:creationId xmlns:a16="http://schemas.microsoft.com/office/drawing/2014/main" id="{1CE1A145-380E-B9D6-34A3-7CC074F82CD0}"/>
              </a:ext>
            </a:extLst>
          </p:cNvPr>
          <p:cNvGraphicFramePr>
            <a:graphicFrameLocks/>
          </p:cNvGraphicFramePr>
          <p:nvPr>
            <p:extLst>
              <p:ext uri="{D42A27DB-BD31-4B8C-83A1-F6EECF244321}">
                <p14:modId xmlns:p14="http://schemas.microsoft.com/office/powerpoint/2010/main" val="3914104982"/>
              </p:ext>
            </p:extLst>
          </p:nvPr>
        </p:nvGraphicFramePr>
        <p:xfrm>
          <a:off x="734426" y="1099745"/>
          <a:ext cx="4572000"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5" name="Chart 14">
            <a:extLst>
              <a:ext uri="{FF2B5EF4-FFF2-40B4-BE49-F238E27FC236}">
                <a16:creationId xmlns:a16="http://schemas.microsoft.com/office/drawing/2014/main" id="{12D5C51A-4075-BD4C-522D-1158A55BD239}"/>
              </a:ext>
            </a:extLst>
          </p:cNvPr>
          <p:cNvGraphicFramePr>
            <a:graphicFrameLocks/>
          </p:cNvGraphicFramePr>
          <p:nvPr>
            <p:extLst>
              <p:ext uri="{D42A27DB-BD31-4B8C-83A1-F6EECF244321}">
                <p14:modId xmlns:p14="http://schemas.microsoft.com/office/powerpoint/2010/main" val="4076243277"/>
              </p:ext>
            </p:extLst>
          </p:nvPr>
        </p:nvGraphicFramePr>
        <p:xfrm>
          <a:off x="4050936" y="1099745"/>
          <a:ext cx="4572000" cy="27432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7" name="Chart 16">
            <a:extLst>
              <a:ext uri="{FF2B5EF4-FFF2-40B4-BE49-F238E27FC236}">
                <a16:creationId xmlns:a16="http://schemas.microsoft.com/office/drawing/2014/main" id="{489046BA-5E56-A259-A538-25789080B079}"/>
              </a:ext>
            </a:extLst>
          </p:cNvPr>
          <p:cNvGraphicFramePr>
            <a:graphicFrameLocks/>
          </p:cNvGraphicFramePr>
          <p:nvPr>
            <p:extLst>
              <p:ext uri="{D42A27DB-BD31-4B8C-83A1-F6EECF244321}">
                <p14:modId xmlns:p14="http://schemas.microsoft.com/office/powerpoint/2010/main" val="786124934"/>
              </p:ext>
            </p:extLst>
          </p:nvPr>
        </p:nvGraphicFramePr>
        <p:xfrm>
          <a:off x="4040776" y="4326259"/>
          <a:ext cx="4572000" cy="2743200"/>
        </p:xfrm>
        <a:graphic>
          <a:graphicData uri="http://schemas.openxmlformats.org/drawingml/2006/chart">
            <c:chart xmlns:c="http://schemas.openxmlformats.org/drawingml/2006/chart" xmlns:r="http://schemas.openxmlformats.org/officeDocument/2006/relationships" r:id="rId4"/>
          </a:graphicData>
        </a:graphic>
      </p:graphicFrame>
      <p:sp>
        <p:nvSpPr>
          <p:cNvPr id="3" name="TextBox 2">
            <a:extLst>
              <a:ext uri="{FF2B5EF4-FFF2-40B4-BE49-F238E27FC236}">
                <a16:creationId xmlns:a16="http://schemas.microsoft.com/office/drawing/2014/main" id="{FF967707-A47F-1A21-C045-EC806D885A96}"/>
              </a:ext>
            </a:extLst>
          </p:cNvPr>
          <p:cNvSpPr txBox="1"/>
          <p:nvPr/>
        </p:nvSpPr>
        <p:spPr>
          <a:xfrm>
            <a:off x="8253548" y="808307"/>
            <a:ext cx="3034212" cy="3693319"/>
          </a:xfrm>
          <a:prstGeom prst="rect">
            <a:avLst/>
          </a:prstGeom>
          <a:noFill/>
        </p:spPr>
        <p:txBody>
          <a:bodyPr wrap="square" rtlCol="0">
            <a:spAutoFit/>
          </a:bodyPr>
          <a:lstStyle/>
          <a:p>
            <a:pPr marL="285750" indent="-285750" algn="just">
              <a:buFont typeface="Arial" panose="020B0604020202020204" pitchFamily="34" charset="0"/>
              <a:buChar char="•"/>
            </a:pPr>
            <a:r>
              <a:rPr lang="en-IN" dirty="0">
                <a:solidFill>
                  <a:schemeClr val="accent1">
                    <a:lumMod val="75000"/>
                  </a:schemeClr>
                </a:solidFill>
              </a:rPr>
              <a:t>Training data has 2/3</a:t>
            </a:r>
            <a:r>
              <a:rPr lang="en-IN" baseline="30000" dirty="0">
                <a:solidFill>
                  <a:schemeClr val="accent1">
                    <a:lumMod val="75000"/>
                  </a:schemeClr>
                </a:solidFill>
              </a:rPr>
              <a:t>rd</a:t>
            </a:r>
            <a:r>
              <a:rPr lang="en-IN" dirty="0">
                <a:solidFill>
                  <a:schemeClr val="accent1">
                    <a:lumMod val="75000"/>
                  </a:schemeClr>
                </a:solidFill>
              </a:rPr>
              <a:t> proportion of young faces, which is almost maintained in DDGAN and Stable Diffusion models</a:t>
            </a:r>
          </a:p>
          <a:p>
            <a:pPr marL="285750" indent="-285750" algn="just">
              <a:buFont typeface="Arial" panose="020B0604020202020204" pitchFamily="34" charset="0"/>
              <a:buChar char="•"/>
            </a:pPr>
            <a:endParaRPr lang="en-IN" dirty="0">
              <a:solidFill>
                <a:schemeClr val="accent1">
                  <a:lumMod val="75000"/>
                </a:schemeClr>
              </a:solidFill>
            </a:endParaRPr>
          </a:p>
          <a:p>
            <a:pPr marL="285750" indent="-285750" algn="just">
              <a:buFont typeface="Arial" panose="020B0604020202020204" pitchFamily="34" charset="0"/>
              <a:buChar char="•"/>
            </a:pPr>
            <a:r>
              <a:rPr lang="en-IN" dirty="0">
                <a:solidFill>
                  <a:schemeClr val="accent1">
                    <a:lumMod val="75000"/>
                  </a:schemeClr>
                </a:solidFill>
              </a:rPr>
              <a:t>DDPM tends to generate more young faces</a:t>
            </a:r>
          </a:p>
          <a:p>
            <a:pPr marL="285750" indent="-285750" algn="just">
              <a:buFont typeface="Arial" panose="020B0604020202020204" pitchFamily="34" charset="0"/>
              <a:buChar char="•"/>
            </a:pPr>
            <a:endParaRPr lang="en-IN" dirty="0">
              <a:solidFill>
                <a:schemeClr val="accent1">
                  <a:lumMod val="75000"/>
                </a:schemeClr>
              </a:solidFill>
            </a:endParaRPr>
          </a:p>
          <a:p>
            <a:pPr marL="285750" indent="-285750" algn="just">
              <a:buFont typeface="Arial" panose="020B0604020202020204" pitchFamily="34" charset="0"/>
              <a:buChar char="•"/>
            </a:pPr>
            <a:r>
              <a:rPr lang="en-IN" dirty="0">
                <a:solidFill>
                  <a:schemeClr val="accent1">
                    <a:lumMod val="75000"/>
                  </a:schemeClr>
                </a:solidFill>
              </a:rPr>
              <a:t>Diffusion models trained on </a:t>
            </a:r>
            <a:r>
              <a:rPr lang="en-IN" dirty="0" err="1">
                <a:solidFill>
                  <a:schemeClr val="accent1">
                    <a:lumMod val="75000"/>
                  </a:schemeClr>
                </a:solidFill>
              </a:rPr>
              <a:t>CelebA</a:t>
            </a:r>
            <a:r>
              <a:rPr lang="en-IN" dirty="0">
                <a:solidFill>
                  <a:schemeClr val="accent1">
                    <a:lumMod val="75000"/>
                  </a:schemeClr>
                </a:solidFill>
              </a:rPr>
              <a:t>-HQ faces are biased to generate young white female facial images</a:t>
            </a:r>
          </a:p>
        </p:txBody>
      </p:sp>
      <p:sp>
        <p:nvSpPr>
          <p:cNvPr id="4" name="TextBox 3">
            <a:extLst>
              <a:ext uri="{FF2B5EF4-FFF2-40B4-BE49-F238E27FC236}">
                <a16:creationId xmlns:a16="http://schemas.microsoft.com/office/drawing/2014/main" id="{9B2B092F-7125-9E5D-760C-701D82C63B7D}"/>
              </a:ext>
            </a:extLst>
          </p:cNvPr>
          <p:cNvSpPr txBox="1"/>
          <p:nvPr/>
        </p:nvSpPr>
        <p:spPr>
          <a:xfrm>
            <a:off x="5147492" y="808307"/>
            <a:ext cx="2722880" cy="369332"/>
          </a:xfrm>
          <a:prstGeom prst="rect">
            <a:avLst/>
          </a:prstGeom>
          <a:noFill/>
        </p:spPr>
        <p:txBody>
          <a:bodyPr wrap="square" rtlCol="0">
            <a:spAutoFit/>
          </a:bodyPr>
          <a:lstStyle/>
          <a:p>
            <a:r>
              <a:rPr lang="en-IN" dirty="0"/>
              <a:t>Generated Data - DDGAN</a:t>
            </a:r>
          </a:p>
        </p:txBody>
      </p:sp>
      <p:sp>
        <p:nvSpPr>
          <p:cNvPr id="5" name="TextBox 4">
            <a:extLst>
              <a:ext uri="{FF2B5EF4-FFF2-40B4-BE49-F238E27FC236}">
                <a16:creationId xmlns:a16="http://schemas.microsoft.com/office/drawing/2014/main" id="{6F6D0C9D-09AF-75B4-A763-C160D245650E}"/>
              </a:ext>
            </a:extLst>
          </p:cNvPr>
          <p:cNvSpPr txBox="1"/>
          <p:nvPr/>
        </p:nvSpPr>
        <p:spPr>
          <a:xfrm>
            <a:off x="2245360" y="782324"/>
            <a:ext cx="1259840" cy="369332"/>
          </a:xfrm>
          <a:prstGeom prst="rect">
            <a:avLst/>
          </a:prstGeom>
          <a:noFill/>
        </p:spPr>
        <p:txBody>
          <a:bodyPr wrap="square" rtlCol="0">
            <a:spAutoFit/>
          </a:bodyPr>
          <a:lstStyle/>
          <a:p>
            <a:r>
              <a:rPr lang="en-IN" dirty="0"/>
              <a:t>Train Data</a:t>
            </a:r>
          </a:p>
        </p:txBody>
      </p:sp>
      <p:sp>
        <p:nvSpPr>
          <p:cNvPr id="9" name="TextBox 8">
            <a:extLst>
              <a:ext uri="{FF2B5EF4-FFF2-40B4-BE49-F238E27FC236}">
                <a16:creationId xmlns:a16="http://schemas.microsoft.com/office/drawing/2014/main" id="{14227F2C-5F4C-6C74-E6C4-B68A88D32C06}"/>
              </a:ext>
            </a:extLst>
          </p:cNvPr>
          <p:cNvSpPr txBox="1"/>
          <p:nvPr/>
        </p:nvSpPr>
        <p:spPr>
          <a:xfrm>
            <a:off x="1658986" y="3952800"/>
            <a:ext cx="2722880" cy="369332"/>
          </a:xfrm>
          <a:prstGeom prst="rect">
            <a:avLst/>
          </a:prstGeom>
          <a:noFill/>
        </p:spPr>
        <p:txBody>
          <a:bodyPr wrap="square" rtlCol="0">
            <a:spAutoFit/>
          </a:bodyPr>
          <a:lstStyle/>
          <a:p>
            <a:r>
              <a:rPr lang="en-IN" dirty="0"/>
              <a:t>Generated Data - DDPM</a:t>
            </a:r>
          </a:p>
        </p:txBody>
      </p:sp>
      <p:sp>
        <p:nvSpPr>
          <p:cNvPr id="12" name="TextBox 11">
            <a:extLst>
              <a:ext uri="{FF2B5EF4-FFF2-40B4-BE49-F238E27FC236}">
                <a16:creationId xmlns:a16="http://schemas.microsoft.com/office/drawing/2014/main" id="{6965F4AD-A6AF-AF6A-CB84-22C6CD9A8D01}"/>
              </a:ext>
            </a:extLst>
          </p:cNvPr>
          <p:cNvSpPr txBox="1"/>
          <p:nvPr/>
        </p:nvSpPr>
        <p:spPr>
          <a:xfrm>
            <a:off x="4734562" y="3952800"/>
            <a:ext cx="3566160" cy="369332"/>
          </a:xfrm>
          <a:prstGeom prst="rect">
            <a:avLst/>
          </a:prstGeom>
          <a:noFill/>
        </p:spPr>
        <p:txBody>
          <a:bodyPr wrap="square" rtlCol="0">
            <a:spAutoFit/>
          </a:bodyPr>
          <a:lstStyle/>
          <a:p>
            <a:r>
              <a:rPr lang="en-IN" dirty="0"/>
              <a:t>Generated Data – Stable Diffusion</a:t>
            </a:r>
          </a:p>
        </p:txBody>
      </p:sp>
      <p:graphicFrame>
        <p:nvGraphicFramePr>
          <p:cNvPr id="16" name="Chart 15"/>
          <p:cNvGraphicFramePr>
            <a:graphicFrameLocks/>
          </p:cNvGraphicFramePr>
          <p:nvPr>
            <p:extLst>
              <p:ext uri="{D42A27DB-BD31-4B8C-83A1-F6EECF244321}">
                <p14:modId xmlns:p14="http://schemas.microsoft.com/office/powerpoint/2010/main" val="2511519603"/>
              </p:ext>
            </p:extLst>
          </p:nvPr>
        </p:nvGraphicFramePr>
        <p:xfrm>
          <a:off x="414384" y="4314671"/>
          <a:ext cx="4572000" cy="2743200"/>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286490613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83473" y="269966"/>
            <a:ext cx="8029303" cy="584775"/>
          </a:xfrm>
          <a:prstGeom prst="rect">
            <a:avLst/>
          </a:prstGeom>
          <a:noFill/>
        </p:spPr>
        <p:txBody>
          <a:bodyPr wrap="square" rtlCol="0">
            <a:spAutoFit/>
          </a:bodyPr>
          <a:lstStyle/>
          <a:p>
            <a:r>
              <a:rPr lang="en-US" sz="3200" u="sng" dirty="0">
                <a:solidFill>
                  <a:schemeClr val="accent5">
                    <a:lumMod val="75000"/>
                  </a:schemeClr>
                </a:solidFill>
              </a:rPr>
              <a:t>Comparison: Racial imbalance in Gender</a:t>
            </a:r>
          </a:p>
        </p:txBody>
      </p:sp>
      <p:sp>
        <p:nvSpPr>
          <p:cNvPr id="12" name="TextBox 11">
            <a:extLst>
              <a:ext uri="{FF2B5EF4-FFF2-40B4-BE49-F238E27FC236}">
                <a16:creationId xmlns:a16="http://schemas.microsoft.com/office/drawing/2014/main" id="{152251DE-6A8F-C52A-0DD7-28910A9002F8}"/>
              </a:ext>
            </a:extLst>
          </p:cNvPr>
          <p:cNvSpPr txBox="1"/>
          <p:nvPr/>
        </p:nvSpPr>
        <p:spPr>
          <a:xfrm>
            <a:off x="5575649" y="866910"/>
            <a:ext cx="2722880" cy="369332"/>
          </a:xfrm>
          <a:prstGeom prst="rect">
            <a:avLst/>
          </a:prstGeom>
          <a:noFill/>
        </p:spPr>
        <p:txBody>
          <a:bodyPr wrap="square" rtlCol="0">
            <a:spAutoFit/>
          </a:bodyPr>
          <a:lstStyle/>
          <a:p>
            <a:r>
              <a:rPr lang="en-IN" dirty="0"/>
              <a:t>Generated Data - DDGAN</a:t>
            </a:r>
          </a:p>
        </p:txBody>
      </p:sp>
      <p:sp>
        <p:nvSpPr>
          <p:cNvPr id="13" name="TextBox 12">
            <a:extLst>
              <a:ext uri="{FF2B5EF4-FFF2-40B4-BE49-F238E27FC236}">
                <a16:creationId xmlns:a16="http://schemas.microsoft.com/office/drawing/2014/main" id="{2DB2FF21-7A4E-5B87-A1AC-D7B53011CA6C}"/>
              </a:ext>
            </a:extLst>
          </p:cNvPr>
          <p:cNvSpPr txBox="1"/>
          <p:nvPr/>
        </p:nvSpPr>
        <p:spPr>
          <a:xfrm>
            <a:off x="2148858" y="869997"/>
            <a:ext cx="1188720" cy="369332"/>
          </a:xfrm>
          <a:prstGeom prst="rect">
            <a:avLst/>
          </a:prstGeom>
          <a:noFill/>
        </p:spPr>
        <p:txBody>
          <a:bodyPr wrap="square" rtlCol="0">
            <a:spAutoFit/>
          </a:bodyPr>
          <a:lstStyle/>
          <a:p>
            <a:r>
              <a:rPr lang="en-IN" dirty="0"/>
              <a:t>Train Data</a:t>
            </a:r>
          </a:p>
        </p:txBody>
      </p:sp>
      <p:sp>
        <p:nvSpPr>
          <p:cNvPr id="14" name="TextBox 13">
            <a:extLst>
              <a:ext uri="{FF2B5EF4-FFF2-40B4-BE49-F238E27FC236}">
                <a16:creationId xmlns:a16="http://schemas.microsoft.com/office/drawing/2014/main" id="{B71EDE5C-8A2C-F395-B6D3-B9C379880489}"/>
              </a:ext>
            </a:extLst>
          </p:cNvPr>
          <p:cNvSpPr txBox="1"/>
          <p:nvPr/>
        </p:nvSpPr>
        <p:spPr>
          <a:xfrm>
            <a:off x="1333764" y="3846285"/>
            <a:ext cx="2722880" cy="369332"/>
          </a:xfrm>
          <a:prstGeom prst="rect">
            <a:avLst/>
          </a:prstGeom>
          <a:noFill/>
        </p:spPr>
        <p:txBody>
          <a:bodyPr wrap="square" rtlCol="0">
            <a:spAutoFit/>
          </a:bodyPr>
          <a:lstStyle/>
          <a:p>
            <a:r>
              <a:rPr lang="en-IN" dirty="0"/>
              <a:t>Generated Data - DDPM</a:t>
            </a:r>
          </a:p>
        </p:txBody>
      </p:sp>
      <p:sp>
        <p:nvSpPr>
          <p:cNvPr id="15" name="TextBox 14">
            <a:extLst>
              <a:ext uri="{FF2B5EF4-FFF2-40B4-BE49-F238E27FC236}">
                <a16:creationId xmlns:a16="http://schemas.microsoft.com/office/drawing/2014/main" id="{A85F3EC8-52E1-8761-EF86-21A4D94CF26D}"/>
              </a:ext>
            </a:extLst>
          </p:cNvPr>
          <p:cNvSpPr txBox="1"/>
          <p:nvPr/>
        </p:nvSpPr>
        <p:spPr>
          <a:xfrm>
            <a:off x="5154009" y="3846285"/>
            <a:ext cx="3566160" cy="369332"/>
          </a:xfrm>
          <a:prstGeom prst="rect">
            <a:avLst/>
          </a:prstGeom>
          <a:noFill/>
        </p:spPr>
        <p:txBody>
          <a:bodyPr wrap="square" rtlCol="0">
            <a:spAutoFit/>
          </a:bodyPr>
          <a:lstStyle/>
          <a:p>
            <a:r>
              <a:rPr lang="en-IN" dirty="0"/>
              <a:t>Generated Data – Stable Diffusion</a:t>
            </a:r>
          </a:p>
        </p:txBody>
      </p:sp>
      <p:graphicFrame>
        <p:nvGraphicFramePr>
          <p:cNvPr id="3" name="Chart 2">
            <a:extLst>
              <a:ext uri="{FF2B5EF4-FFF2-40B4-BE49-F238E27FC236}">
                <a16:creationId xmlns:a16="http://schemas.microsoft.com/office/drawing/2014/main" id="{26C02B2B-0F5A-3C67-2341-518D46237106}"/>
              </a:ext>
            </a:extLst>
          </p:cNvPr>
          <p:cNvGraphicFramePr>
            <a:graphicFrameLocks/>
          </p:cNvGraphicFramePr>
          <p:nvPr>
            <p:extLst>
              <p:ext uri="{D42A27DB-BD31-4B8C-83A1-F6EECF244321}">
                <p14:modId xmlns:p14="http://schemas.microsoft.com/office/powerpoint/2010/main" val="1507927803"/>
              </p:ext>
            </p:extLst>
          </p:nvPr>
        </p:nvGraphicFramePr>
        <p:xfrm>
          <a:off x="625204" y="1129450"/>
          <a:ext cx="4140000" cy="25200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7" name="Chart 6">
            <a:extLst>
              <a:ext uri="{FF2B5EF4-FFF2-40B4-BE49-F238E27FC236}">
                <a16:creationId xmlns:a16="http://schemas.microsoft.com/office/drawing/2014/main" id="{0C7A91F6-B71D-AFAF-B28E-DF856D33537B}"/>
              </a:ext>
            </a:extLst>
          </p:cNvPr>
          <p:cNvGraphicFramePr>
            <a:graphicFrameLocks/>
          </p:cNvGraphicFramePr>
          <p:nvPr>
            <p:extLst>
              <p:ext uri="{D42A27DB-BD31-4B8C-83A1-F6EECF244321}">
                <p14:modId xmlns:p14="http://schemas.microsoft.com/office/powerpoint/2010/main" val="3453625848"/>
              </p:ext>
            </p:extLst>
          </p:nvPr>
        </p:nvGraphicFramePr>
        <p:xfrm>
          <a:off x="4685548" y="1129450"/>
          <a:ext cx="4140000" cy="25200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0" name="Chart 9">
            <a:extLst>
              <a:ext uri="{FF2B5EF4-FFF2-40B4-BE49-F238E27FC236}">
                <a16:creationId xmlns:a16="http://schemas.microsoft.com/office/drawing/2014/main" id="{E1D5C298-C7CB-9597-2F08-1D5583DCB61E}"/>
              </a:ext>
            </a:extLst>
          </p:cNvPr>
          <p:cNvGraphicFramePr>
            <a:graphicFrameLocks/>
          </p:cNvGraphicFramePr>
          <p:nvPr>
            <p:extLst>
              <p:ext uri="{D42A27DB-BD31-4B8C-83A1-F6EECF244321}">
                <p14:modId xmlns:p14="http://schemas.microsoft.com/office/powerpoint/2010/main" val="470093407"/>
              </p:ext>
            </p:extLst>
          </p:nvPr>
        </p:nvGraphicFramePr>
        <p:xfrm>
          <a:off x="4765204" y="4215617"/>
          <a:ext cx="4140000" cy="2520000"/>
        </p:xfrm>
        <a:graphic>
          <a:graphicData uri="http://schemas.openxmlformats.org/drawingml/2006/chart">
            <c:chart xmlns:c="http://schemas.openxmlformats.org/drawingml/2006/chart" xmlns:r="http://schemas.openxmlformats.org/officeDocument/2006/relationships" r:id="rId4"/>
          </a:graphicData>
        </a:graphic>
      </p:graphicFrame>
      <p:sp>
        <p:nvSpPr>
          <p:cNvPr id="2" name="TextBox 1">
            <a:extLst>
              <a:ext uri="{FF2B5EF4-FFF2-40B4-BE49-F238E27FC236}">
                <a16:creationId xmlns:a16="http://schemas.microsoft.com/office/drawing/2014/main" id="{4D71ADFF-1023-8BB4-B647-A64524224C6C}"/>
              </a:ext>
            </a:extLst>
          </p:cNvPr>
          <p:cNvSpPr txBox="1"/>
          <p:nvPr/>
        </p:nvSpPr>
        <p:spPr>
          <a:xfrm>
            <a:off x="8791700" y="854741"/>
            <a:ext cx="3034212" cy="2862322"/>
          </a:xfrm>
          <a:prstGeom prst="rect">
            <a:avLst/>
          </a:prstGeom>
          <a:noFill/>
        </p:spPr>
        <p:txBody>
          <a:bodyPr wrap="square" rtlCol="0">
            <a:spAutoFit/>
          </a:bodyPr>
          <a:lstStyle/>
          <a:p>
            <a:pPr marL="285750" indent="-285750" algn="just">
              <a:buFont typeface="Arial" panose="020B0604020202020204" pitchFamily="34" charset="0"/>
              <a:buChar char="•"/>
            </a:pPr>
            <a:r>
              <a:rPr lang="en-IN" sz="1800" dirty="0">
                <a:solidFill>
                  <a:schemeClr val="accent1">
                    <a:lumMod val="75000"/>
                  </a:schemeClr>
                </a:solidFill>
              </a:rPr>
              <a:t>In training data, even across gender (male &amp; female), White faces are more predominant</a:t>
            </a:r>
          </a:p>
          <a:p>
            <a:pPr marL="285750" indent="-285750" algn="just">
              <a:buFont typeface="Arial" panose="020B0604020202020204" pitchFamily="34" charset="0"/>
              <a:buChar char="•"/>
            </a:pPr>
            <a:endParaRPr lang="en-IN" sz="1800" dirty="0">
              <a:solidFill>
                <a:schemeClr val="accent1">
                  <a:lumMod val="75000"/>
                </a:schemeClr>
              </a:solidFill>
            </a:endParaRPr>
          </a:p>
          <a:p>
            <a:pPr marL="285750" indent="-285750" algn="just">
              <a:buFont typeface="Arial" panose="020B0604020202020204" pitchFamily="34" charset="0"/>
              <a:buChar char="•"/>
            </a:pPr>
            <a:r>
              <a:rPr lang="en-IN" sz="1800" dirty="0">
                <a:solidFill>
                  <a:schemeClr val="accent1">
                    <a:lumMod val="75000"/>
                  </a:schemeClr>
                </a:solidFill>
              </a:rPr>
              <a:t>All models almost maintains the same bias across races in gender as of the training data</a:t>
            </a:r>
          </a:p>
          <a:p>
            <a:pPr marL="285750" indent="-285750" algn="just">
              <a:buFont typeface="Arial" panose="020B0604020202020204" pitchFamily="34" charset="0"/>
              <a:buChar char="•"/>
            </a:pPr>
            <a:endParaRPr lang="en-IN" sz="1800" dirty="0">
              <a:solidFill>
                <a:schemeClr val="accent1">
                  <a:lumMod val="75000"/>
                </a:schemeClr>
              </a:solidFill>
            </a:endParaRPr>
          </a:p>
        </p:txBody>
      </p:sp>
      <p:graphicFrame>
        <p:nvGraphicFramePr>
          <p:cNvPr id="17" name="Chart 16"/>
          <p:cNvGraphicFramePr>
            <a:graphicFrameLocks/>
          </p:cNvGraphicFramePr>
          <p:nvPr>
            <p:extLst>
              <p:ext uri="{D42A27DB-BD31-4B8C-83A1-F6EECF244321}">
                <p14:modId xmlns:p14="http://schemas.microsoft.com/office/powerpoint/2010/main" val="4209220164"/>
              </p:ext>
            </p:extLst>
          </p:nvPr>
        </p:nvGraphicFramePr>
        <p:xfrm>
          <a:off x="545548" y="4215617"/>
          <a:ext cx="4140000" cy="2520000"/>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360279727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83473" y="269966"/>
            <a:ext cx="8029303" cy="584775"/>
          </a:xfrm>
          <a:prstGeom prst="rect">
            <a:avLst/>
          </a:prstGeom>
          <a:noFill/>
        </p:spPr>
        <p:txBody>
          <a:bodyPr wrap="square" rtlCol="0">
            <a:spAutoFit/>
          </a:bodyPr>
          <a:lstStyle/>
          <a:p>
            <a:r>
              <a:rPr lang="en-US" sz="3200" u="sng" dirty="0">
                <a:solidFill>
                  <a:schemeClr val="accent5">
                    <a:lumMod val="75000"/>
                  </a:schemeClr>
                </a:solidFill>
              </a:rPr>
              <a:t>Comparison: Gender imbalance in Race</a:t>
            </a:r>
          </a:p>
        </p:txBody>
      </p:sp>
      <p:graphicFrame>
        <p:nvGraphicFramePr>
          <p:cNvPr id="9" name="Chart 8">
            <a:extLst>
              <a:ext uri="{FF2B5EF4-FFF2-40B4-BE49-F238E27FC236}">
                <a16:creationId xmlns:a16="http://schemas.microsoft.com/office/drawing/2014/main" id="{B99F3EC4-B0C9-FACF-8772-E420CD7DBE5E}"/>
              </a:ext>
            </a:extLst>
          </p:cNvPr>
          <p:cNvGraphicFramePr>
            <a:graphicFrameLocks/>
          </p:cNvGraphicFramePr>
          <p:nvPr>
            <p:extLst>
              <p:ext uri="{D42A27DB-BD31-4B8C-83A1-F6EECF244321}">
                <p14:modId xmlns:p14="http://schemas.microsoft.com/office/powerpoint/2010/main" val="190572099"/>
              </p:ext>
            </p:extLst>
          </p:nvPr>
        </p:nvGraphicFramePr>
        <p:xfrm>
          <a:off x="583473" y="1141619"/>
          <a:ext cx="4140000" cy="25200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0" name="Chart 9">
            <a:extLst>
              <a:ext uri="{FF2B5EF4-FFF2-40B4-BE49-F238E27FC236}">
                <a16:creationId xmlns:a16="http://schemas.microsoft.com/office/drawing/2014/main" id="{F1AEE4FF-3C02-DAE2-2A92-456DD49B01DE}"/>
              </a:ext>
            </a:extLst>
          </p:cNvPr>
          <p:cNvGraphicFramePr>
            <a:graphicFrameLocks/>
          </p:cNvGraphicFramePr>
          <p:nvPr>
            <p:extLst>
              <p:ext uri="{D42A27DB-BD31-4B8C-83A1-F6EECF244321}">
                <p14:modId xmlns:p14="http://schemas.microsoft.com/office/powerpoint/2010/main" val="3355775092"/>
              </p:ext>
            </p:extLst>
          </p:nvPr>
        </p:nvGraphicFramePr>
        <p:xfrm>
          <a:off x="4719117" y="1141619"/>
          <a:ext cx="4140000" cy="25200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3" name="Chart 12">
            <a:extLst>
              <a:ext uri="{FF2B5EF4-FFF2-40B4-BE49-F238E27FC236}">
                <a16:creationId xmlns:a16="http://schemas.microsoft.com/office/drawing/2014/main" id="{CEF95F7B-A60A-2658-EB7A-92470E5AB990}"/>
              </a:ext>
            </a:extLst>
          </p:cNvPr>
          <p:cNvGraphicFramePr>
            <a:graphicFrameLocks/>
          </p:cNvGraphicFramePr>
          <p:nvPr>
            <p:extLst>
              <p:ext uri="{D42A27DB-BD31-4B8C-83A1-F6EECF244321}">
                <p14:modId xmlns:p14="http://schemas.microsoft.com/office/powerpoint/2010/main" val="2225296806"/>
              </p:ext>
            </p:extLst>
          </p:nvPr>
        </p:nvGraphicFramePr>
        <p:xfrm>
          <a:off x="4719117" y="4214834"/>
          <a:ext cx="4140000" cy="2520000"/>
        </p:xfrm>
        <a:graphic>
          <a:graphicData uri="http://schemas.openxmlformats.org/drawingml/2006/chart">
            <c:chart xmlns:c="http://schemas.openxmlformats.org/drawingml/2006/chart" xmlns:r="http://schemas.openxmlformats.org/officeDocument/2006/relationships" r:id="rId4"/>
          </a:graphicData>
        </a:graphic>
      </p:graphicFrame>
      <p:sp>
        <p:nvSpPr>
          <p:cNvPr id="2" name="TextBox 1">
            <a:extLst>
              <a:ext uri="{FF2B5EF4-FFF2-40B4-BE49-F238E27FC236}">
                <a16:creationId xmlns:a16="http://schemas.microsoft.com/office/drawing/2014/main" id="{0BAF65D6-C05B-84D0-1C5F-38C6DCBD098B}"/>
              </a:ext>
            </a:extLst>
          </p:cNvPr>
          <p:cNvSpPr txBox="1"/>
          <p:nvPr/>
        </p:nvSpPr>
        <p:spPr>
          <a:xfrm>
            <a:off x="5575649" y="866910"/>
            <a:ext cx="2722880" cy="369332"/>
          </a:xfrm>
          <a:prstGeom prst="rect">
            <a:avLst/>
          </a:prstGeom>
          <a:noFill/>
        </p:spPr>
        <p:txBody>
          <a:bodyPr wrap="square" rtlCol="0">
            <a:spAutoFit/>
          </a:bodyPr>
          <a:lstStyle/>
          <a:p>
            <a:r>
              <a:rPr lang="en-IN" dirty="0"/>
              <a:t>Generated Data - DDGAN</a:t>
            </a:r>
          </a:p>
        </p:txBody>
      </p:sp>
      <p:sp>
        <p:nvSpPr>
          <p:cNvPr id="8" name="TextBox 7">
            <a:extLst>
              <a:ext uri="{FF2B5EF4-FFF2-40B4-BE49-F238E27FC236}">
                <a16:creationId xmlns:a16="http://schemas.microsoft.com/office/drawing/2014/main" id="{65887FF5-B07D-54DE-6F42-DBA4EBE23FFF}"/>
              </a:ext>
            </a:extLst>
          </p:cNvPr>
          <p:cNvSpPr txBox="1"/>
          <p:nvPr/>
        </p:nvSpPr>
        <p:spPr>
          <a:xfrm>
            <a:off x="2148858" y="869997"/>
            <a:ext cx="1188720" cy="369332"/>
          </a:xfrm>
          <a:prstGeom prst="rect">
            <a:avLst/>
          </a:prstGeom>
          <a:noFill/>
        </p:spPr>
        <p:txBody>
          <a:bodyPr wrap="square" rtlCol="0">
            <a:spAutoFit/>
          </a:bodyPr>
          <a:lstStyle/>
          <a:p>
            <a:r>
              <a:rPr lang="en-IN" dirty="0"/>
              <a:t>Train Data</a:t>
            </a:r>
          </a:p>
        </p:txBody>
      </p:sp>
      <p:sp>
        <p:nvSpPr>
          <p:cNvPr id="12" name="TextBox 11">
            <a:extLst>
              <a:ext uri="{FF2B5EF4-FFF2-40B4-BE49-F238E27FC236}">
                <a16:creationId xmlns:a16="http://schemas.microsoft.com/office/drawing/2014/main" id="{E8E078DE-7900-C01E-76B7-B5BC6770D984}"/>
              </a:ext>
            </a:extLst>
          </p:cNvPr>
          <p:cNvSpPr txBox="1"/>
          <p:nvPr/>
        </p:nvSpPr>
        <p:spPr>
          <a:xfrm>
            <a:off x="1333764" y="3846285"/>
            <a:ext cx="2722880" cy="369332"/>
          </a:xfrm>
          <a:prstGeom prst="rect">
            <a:avLst/>
          </a:prstGeom>
          <a:noFill/>
        </p:spPr>
        <p:txBody>
          <a:bodyPr wrap="square" rtlCol="0">
            <a:spAutoFit/>
          </a:bodyPr>
          <a:lstStyle/>
          <a:p>
            <a:r>
              <a:rPr lang="en-IN" dirty="0"/>
              <a:t>Generated Data - DDPM</a:t>
            </a:r>
          </a:p>
        </p:txBody>
      </p:sp>
      <p:sp>
        <p:nvSpPr>
          <p:cNvPr id="15" name="TextBox 14">
            <a:extLst>
              <a:ext uri="{FF2B5EF4-FFF2-40B4-BE49-F238E27FC236}">
                <a16:creationId xmlns:a16="http://schemas.microsoft.com/office/drawing/2014/main" id="{ADB355F4-8543-1027-2FDF-EF8F1258E195}"/>
              </a:ext>
            </a:extLst>
          </p:cNvPr>
          <p:cNvSpPr txBox="1"/>
          <p:nvPr/>
        </p:nvSpPr>
        <p:spPr>
          <a:xfrm>
            <a:off x="5154009" y="3846285"/>
            <a:ext cx="3566160" cy="369332"/>
          </a:xfrm>
          <a:prstGeom prst="rect">
            <a:avLst/>
          </a:prstGeom>
          <a:noFill/>
        </p:spPr>
        <p:txBody>
          <a:bodyPr wrap="square" rtlCol="0">
            <a:spAutoFit/>
          </a:bodyPr>
          <a:lstStyle/>
          <a:p>
            <a:r>
              <a:rPr lang="en-IN" dirty="0"/>
              <a:t>Generated Data – Stable Diffusion</a:t>
            </a:r>
          </a:p>
        </p:txBody>
      </p:sp>
      <p:sp>
        <p:nvSpPr>
          <p:cNvPr id="16" name="TextBox 15">
            <a:extLst>
              <a:ext uri="{FF2B5EF4-FFF2-40B4-BE49-F238E27FC236}">
                <a16:creationId xmlns:a16="http://schemas.microsoft.com/office/drawing/2014/main" id="{0DE69B9B-569D-B9A0-EE26-CFEB97F1BF6E}"/>
              </a:ext>
            </a:extLst>
          </p:cNvPr>
          <p:cNvSpPr txBox="1"/>
          <p:nvPr/>
        </p:nvSpPr>
        <p:spPr>
          <a:xfrm>
            <a:off x="8791700" y="854741"/>
            <a:ext cx="3034212" cy="369332"/>
          </a:xfrm>
          <a:prstGeom prst="rect">
            <a:avLst/>
          </a:prstGeom>
          <a:noFill/>
        </p:spPr>
        <p:txBody>
          <a:bodyPr wrap="square" rtlCol="0">
            <a:spAutoFit/>
          </a:bodyPr>
          <a:lstStyle/>
          <a:p>
            <a:pPr marL="285750" indent="-285750" algn="just">
              <a:buFont typeface="Arial" panose="020B0604020202020204" pitchFamily="34" charset="0"/>
              <a:buChar char="•"/>
            </a:pPr>
            <a:r>
              <a:rPr lang="en-IN" sz="1800" dirty="0">
                <a:solidFill>
                  <a:schemeClr val="accent1">
                    <a:lumMod val="75000"/>
                  </a:schemeClr>
                </a:solidFill>
              </a:rPr>
              <a:t>x</a:t>
            </a:r>
          </a:p>
        </p:txBody>
      </p:sp>
      <p:graphicFrame>
        <p:nvGraphicFramePr>
          <p:cNvPr id="18" name="Chart 17"/>
          <p:cNvGraphicFramePr>
            <a:graphicFrameLocks/>
          </p:cNvGraphicFramePr>
          <p:nvPr>
            <p:extLst>
              <p:ext uri="{D42A27DB-BD31-4B8C-83A1-F6EECF244321}">
                <p14:modId xmlns:p14="http://schemas.microsoft.com/office/powerpoint/2010/main" val="4174007324"/>
              </p:ext>
            </p:extLst>
          </p:nvPr>
        </p:nvGraphicFramePr>
        <p:xfrm>
          <a:off x="579117" y="4214834"/>
          <a:ext cx="4140000" cy="2520000"/>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73758662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1AC9B0-8039-56E0-F888-7D26BAA5C2FF}"/>
              </a:ext>
            </a:extLst>
          </p:cNvPr>
          <p:cNvSpPr>
            <a:spLocks noGrp="1"/>
          </p:cNvSpPr>
          <p:nvPr>
            <p:ph type="title"/>
          </p:nvPr>
        </p:nvSpPr>
        <p:spPr/>
        <p:txBody>
          <a:bodyPr/>
          <a:lstStyle/>
          <a:p>
            <a:r>
              <a:rPr lang="en-IN" dirty="0" err="1"/>
              <a:t>Fairface</a:t>
            </a:r>
            <a:r>
              <a:rPr lang="en-IN" dirty="0"/>
              <a:t> dataset</a:t>
            </a:r>
          </a:p>
        </p:txBody>
      </p:sp>
    </p:spTree>
    <p:extLst>
      <p:ext uri="{BB962C8B-B14F-4D97-AF65-F5344CB8AC3E}">
        <p14:creationId xmlns:p14="http://schemas.microsoft.com/office/powerpoint/2010/main" val="93036961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83473" y="269966"/>
            <a:ext cx="8029303" cy="584775"/>
          </a:xfrm>
          <a:prstGeom prst="rect">
            <a:avLst/>
          </a:prstGeom>
          <a:noFill/>
        </p:spPr>
        <p:txBody>
          <a:bodyPr wrap="square" rtlCol="0">
            <a:spAutoFit/>
          </a:bodyPr>
          <a:lstStyle/>
          <a:p>
            <a:r>
              <a:rPr lang="en-US" sz="3200" u="sng" dirty="0">
                <a:solidFill>
                  <a:schemeClr val="accent5">
                    <a:lumMod val="75000"/>
                  </a:schemeClr>
                </a:solidFill>
              </a:rPr>
              <a:t>Comparison: Race</a:t>
            </a:r>
          </a:p>
        </p:txBody>
      </p:sp>
      <p:sp>
        <p:nvSpPr>
          <p:cNvPr id="2" name="TextBox 1">
            <a:extLst>
              <a:ext uri="{FF2B5EF4-FFF2-40B4-BE49-F238E27FC236}">
                <a16:creationId xmlns:a16="http://schemas.microsoft.com/office/drawing/2014/main" id="{A8D1C767-C315-8355-C1A0-28D903CDB5D3}"/>
              </a:ext>
            </a:extLst>
          </p:cNvPr>
          <p:cNvSpPr txBox="1"/>
          <p:nvPr/>
        </p:nvSpPr>
        <p:spPr>
          <a:xfrm>
            <a:off x="6627948" y="624540"/>
            <a:ext cx="2722880" cy="369332"/>
          </a:xfrm>
          <a:prstGeom prst="rect">
            <a:avLst/>
          </a:prstGeom>
          <a:noFill/>
        </p:spPr>
        <p:txBody>
          <a:bodyPr wrap="square" rtlCol="0">
            <a:spAutoFit/>
          </a:bodyPr>
          <a:lstStyle/>
          <a:p>
            <a:r>
              <a:rPr lang="en-IN" dirty="0"/>
              <a:t>Generated Data - DDGAN</a:t>
            </a:r>
          </a:p>
        </p:txBody>
      </p:sp>
      <p:sp>
        <p:nvSpPr>
          <p:cNvPr id="4" name="TextBox 3">
            <a:extLst>
              <a:ext uri="{FF2B5EF4-FFF2-40B4-BE49-F238E27FC236}">
                <a16:creationId xmlns:a16="http://schemas.microsoft.com/office/drawing/2014/main" id="{4B12E2EC-0DB2-4F6E-8291-F42301E4B392}"/>
              </a:ext>
            </a:extLst>
          </p:cNvPr>
          <p:cNvSpPr txBox="1"/>
          <p:nvPr/>
        </p:nvSpPr>
        <p:spPr>
          <a:xfrm>
            <a:off x="3606800" y="609730"/>
            <a:ext cx="1259840" cy="369332"/>
          </a:xfrm>
          <a:prstGeom prst="rect">
            <a:avLst/>
          </a:prstGeom>
          <a:noFill/>
        </p:spPr>
        <p:txBody>
          <a:bodyPr wrap="square" rtlCol="0">
            <a:spAutoFit/>
          </a:bodyPr>
          <a:lstStyle/>
          <a:p>
            <a:r>
              <a:rPr lang="en-IN" dirty="0"/>
              <a:t>Train Data</a:t>
            </a:r>
          </a:p>
        </p:txBody>
      </p:sp>
      <p:sp>
        <p:nvSpPr>
          <p:cNvPr id="5" name="TextBox 4">
            <a:extLst>
              <a:ext uri="{FF2B5EF4-FFF2-40B4-BE49-F238E27FC236}">
                <a16:creationId xmlns:a16="http://schemas.microsoft.com/office/drawing/2014/main" id="{1BFDDB0B-860B-8625-D320-37E01ED40754}"/>
              </a:ext>
            </a:extLst>
          </p:cNvPr>
          <p:cNvSpPr txBox="1"/>
          <p:nvPr/>
        </p:nvSpPr>
        <p:spPr>
          <a:xfrm>
            <a:off x="2875280" y="3863368"/>
            <a:ext cx="2722880" cy="369332"/>
          </a:xfrm>
          <a:prstGeom prst="rect">
            <a:avLst/>
          </a:prstGeom>
          <a:noFill/>
        </p:spPr>
        <p:txBody>
          <a:bodyPr wrap="square" rtlCol="0">
            <a:spAutoFit/>
          </a:bodyPr>
          <a:lstStyle/>
          <a:p>
            <a:r>
              <a:rPr lang="en-IN" dirty="0"/>
              <a:t>Generated Data - DDPM</a:t>
            </a:r>
          </a:p>
        </p:txBody>
      </p:sp>
      <p:sp>
        <p:nvSpPr>
          <p:cNvPr id="10" name="TextBox 9">
            <a:extLst>
              <a:ext uri="{FF2B5EF4-FFF2-40B4-BE49-F238E27FC236}">
                <a16:creationId xmlns:a16="http://schemas.microsoft.com/office/drawing/2014/main" id="{04BA6A61-6639-88E9-1B73-523A166AC0A8}"/>
              </a:ext>
            </a:extLst>
          </p:cNvPr>
          <p:cNvSpPr txBox="1"/>
          <p:nvPr/>
        </p:nvSpPr>
        <p:spPr>
          <a:xfrm>
            <a:off x="6370322" y="3863368"/>
            <a:ext cx="3566160" cy="369332"/>
          </a:xfrm>
          <a:prstGeom prst="rect">
            <a:avLst/>
          </a:prstGeom>
          <a:noFill/>
        </p:spPr>
        <p:txBody>
          <a:bodyPr wrap="square" rtlCol="0">
            <a:spAutoFit/>
          </a:bodyPr>
          <a:lstStyle/>
          <a:p>
            <a:r>
              <a:rPr lang="en-IN" dirty="0"/>
              <a:t>Generated Data – Stable Diffusion</a:t>
            </a:r>
          </a:p>
        </p:txBody>
      </p:sp>
      <p:graphicFrame>
        <p:nvGraphicFramePr>
          <p:cNvPr id="12" name="Chart 11">
            <a:extLst>
              <a:ext uri="{FF2B5EF4-FFF2-40B4-BE49-F238E27FC236}">
                <a16:creationId xmlns:a16="http://schemas.microsoft.com/office/drawing/2014/main" id="{01117595-5CAB-71EC-46DA-0BF2E9C9B085}"/>
              </a:ext>
            </a:extLst>
          </p:cNvPr>
          <p:cNvGraphicFramePr>
            <a:graphicFrameLocks/>
          </p:cNvGraphicFramePr>
          <p:nvPr>
            <p:extLst>
              <p:ext uri="{D42A27DB-BD31-4B8C-83A1-F6EECF244321}">
                <p14:modId xmlns:p14="http://schemas.microsoft.com/office/powerpoint/2010/main" val="3054484890"/>
              </p:ext>
            </p:extLst>
          </p:nvPr>
        </p:nvGraphicFramePr>
        <p:xfrm>
          <a:off x="2184400" y="913000"/>
          <a:ext cx="4572000"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4" name="Chart 13">
            <a:extLst>
              <a:ext uri="{FF2B5EF4-FFF2-40B4-BE49-F238E27FC236}">
                <a16:creationId xmlns:a16="http://schemas.microsoft.com/office/drawing/2014/main" id="{BABD944A-F459-7D12-84FE-BDA3DA46388B}"/>
              </a:ext>
            </a:extLst>
          </p:cNvPr>
          <p:cNvGraphicFramePr>
            <a:graphicFrameLocks/>
          </p:cNvGraphicFramePr>
          <p:nvPr>
            <p:extLst>
              <p:ext uri="{D42A27DB-BD31-4B8C-83A1-F6EECF244321}">
                <p14:modId xmlns:p14="http://schemas.microsoft.com/office/powerpoint/2010/main" val="2928320010"/>
              </p:ext>
            </p:extLst>
          </p:nvPr>
        </p:nvGraphicFramePr>
        <p:xfrm>
          <a:off x="5767614" y="844735"/>
          <a:ext cx="4572000" cy="27432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3" name="Chart 12"/>
          <p:cNvGraphicFramePr>
            <a:graphicFrameLocks/>
          </p:cNvGraphicFramePr>
          <p:nvPr>
            <p:extLst>
              <p:ext uri="{D42A27DB-BD31-4B8C-83A1-F6EECF244321}">
                <p14:modId xmlns:p14="http://schemas.microsoft.com/office/powerpoint/2010/main" val="904216103"/>
              </p:ext>
            </p:extLst>
          </p:nvPr>
        </p:nvGraphicFramePr>
        <p:xfrm>
          <a:off x="1930400" y="4070956"/>
          <a:ext cx="4572000" cy="274320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61278898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83473" y="269966"/>
            <a:ext cx="8029303" cy="584775"/>
          </a:xfrm>
          <a:prstGeom prst="rect">
            <a:avLst/>
          </a:prstGeom>
          <a:noFill/>
        </p:spPr>
        <p:txBody>
          <a:bodyPr wrap="square" rtlCol="0">
            <a:spAutoFit/>
          </a:bodyPr>
          <a:lstStyle/>
          <a:p>
            <a:r>
              <a:rPr lang="en-US" sz="3200" u="sng" dirty="0">
                <a:solidFill>
                  <a:schemeClr val="accent5">
                    <a:lumMod val="75000"/>
                  </a:schemeClr>
                </a:solidFill>
              </a:rPr>
              <a:t>Comparison: Gender</a:t>
            </a:r>
          </a:p>
        </p:txBody>
      </p:sp>
      <p:sp>
        <p:nvSpPr>
          <p:cNvPr id="2" name="TextBox 1">
            <a:extLst>
              <a:ext uri="{FF2B5EF4-FFF2-40B4-BE49-F238E27FC236}">
                <a16:creationId xmlns:a16="http://schemas.microsoft.com/office/drawing/2014/main" id="{CDB1AA91-9D05-7D9D-A129-A793E48A19D3}"/>
              </a:ext>
            </a:extLst>
          </p:cNvPr>
          <p:cNvSpPr txBox="1"/>
          <p:nvPr/>
        </p:nvSpPr>
        <p:spPr>
          <a:xfrm>
            <a:off x="6638108" y="817580"/>
            <a:ext cx="2722880" cy="369332"/>
          </a:xfrm>
          <a:prstGeom prst="rect">
            <a:avLst/>
          </a:prstGeom>
          <a:noFill/>
        </p:spPr>
        <p:txBody>
          <a:bodyPr wrap="square" rtlCol="0">
            <a:spAutoFit/>
          </a:bodyPr>
          <a:lstStyle/>
          <a:p>
            <a:r>
              <a:rPr lang="en-IN" dirty="0"/>
              <a:t>Generated Data - DDGAN</a:t>
            </a:r>
          </a:p>
        </p:txBody>
      </p:sp>
      <p:sp>
        <p:nvSpPr>
          <p:cNvPr id="3" name="TextBox 2">
            <a:extLst>
              <a:ext uri="{FF2B5EF4-FFF2-40B4-BE49-F238E27FC236}">
                <a16:creationId xmlns:a16="http://schemas.microsoft.com/office/drawing/2014/main" id="{190C95D3-A300-2D36-236B-FE923009B242}"/>
              </a:ext>
            </a:extLst>
          </p:cNvPr>
          <p:cNvSpPr txBox="1"/>
          <p:nvPr/>
        </p:nvSpPr>
        <p:spPr>
          <a:xfrm>
            <a:off x="3616960" y="802770"/>
            <a:ext cx="1259840" cy="369332"/>
          </a:xfrm>
          <a:prstGeom prst="rect">
            <a:avLst/>
          </a:prstGeom>
          <a:noFill/>
        </p:spPr>
        <p:txBody>
          <a:bodyPr wrap="square" rtlCol="0">
            <a:spAutoFit/>
          </a:bodyPr>
          <a:lstStyle/>
          <a:p>
            <a:r>
              <a:rPr lang="en-IN" dirty="0"/>
              <a:t>Train Data</a:t>
            </a:r>
          </a:p>
        </p:txBody>
      </p:sp>
      <p:sp>
        <p:nvSpPr>
          <p:cNvPr id="9" name="TextBox 8">
            <a:extLst>
              <a:ext uri="{FF2B5EF4-FFF2-40B4-BE49-F238E27FC236}">
                <a16:creationId xmlns:a16="http://schemas.microsoft.com/office/drawing/2014/main" id="{A1FD54E0-5EAB-32C4-D26F-80313DB29E6E}"/>
              </a:ext>
            </a:extLst>
          </p:cNvPr>
          <p:cNvSpPr txBox="1"/>
          <p:nvPr/>
        </p:nvSpPr>
        <p:spPr>
          <a:xfrm>
            <a:off x="2976880" y="3690648"/>
            <a:ext cx="2722880" cy="369332"/>
          </a:xfrm>
          <a:prstGeom prst="rect">
            <a:avLst/>
          </a:prstGeom>
          <a:noFill/>
        </p:spPr>
        <p:txBody>
          <a:bodyPr wrap="square" rtlCol="0">
            <a:spAutoFit/>
          </a:bodyPr>
          <a:lstStyle/>
          <a:p>
            <a:r>
              <a:rPr lang="en-IN" dirty="0"/>
              <a:t>Generated Data - DDPM</a:t>
            </a:r>
          </a:p>
        </p:txBody>
      </p:sp>
      <p:sp>
        <p:nvSpPr>
          <p:cNvPr id="10" name="TextBox 9">
            <a:extLst>
              <a:ext uri="{FF2B5EF4-FFF2-40B4-BE49-F238E27FC236}">
                <a16:creationId xmlns:a16="http://schemas.microsoft.com/office/drawing/2014/main" id="{751F1AA7-FC77-B88D-424C-B1229B3ABB9C}"/>
              </a:ext>
            </a:extLst>
          </p:cNvPr>
          <p:cNvSpPr txBox="1"/>
          <p:nvPr/>
        </p:nvSpPr>
        <p:spPr>
          <a:xfrm>
            <a:off x="6370322" y="3690648"/>
            <a:ext cx="3566160" cy="369332"/>
          </a:xfrm>
          <a:prstGeom prst="rect">
            <a:avLst/>
          </a:prstGeom>
          <a:noFill/>
        </p:spPr>
        <p:txBody>
          <a:bodyPr wrap="square" rtlCol="0">
            <a:spAutoFit/>
          </a:bodyPr>
          <a:lstStyle/>
          <a:p>
            <a:r>
              <a:rPr lang="en-IN" dirty="0"/>
              <a:t>Generated Data – Stable Diffusion</a:t>
            </a:r>
          </a:p>
        </p:txBody>
      </p:sp>
      <p:graphicFrame>
        <p:nvGraphicFramePr>
          <p:cNvPr id="12" name="Chart 11">
            <a:extLst>
              <a:ext uri="{FF2B5EF4-FFF2-40B4-BE49-F238E27FC236}">
                <a16:creationId xmlns:a16="http://schemas.microsoft.com/office/drawing/2014/main" id="{B622E20C-5C02-8DA3-6B2E-9D45A6B385D6}"/>
              </a:ext>
            </a:extLst>
          </p:cNvPr>
          <p:cNvGraphicFramePr>
            <a:graphicFrameLocks/>
          </p:cNvGraphicFramePr>
          <p:nvPr>
            <p:extLst>
              <p:ext uri="{D42A27DB-BD31-4B8C-83A1-F6EECF244321}">
                <p14:modId xmlns:p14="http://schemas.microsoft.com/office/powerpoint/2010/main" val="2439166518"/>
              </p:ext>
            </p:extLst>
          </p:nvPr>
        </p:nvGraphicFramePr>
        <p:xfrm>
          <a:off x="2129244" y="978577"/>
          <a:ext cx="4572000"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4" name="Chart 13">
            <a:extLst>
              <a:ext uri="{FF2B5EF4-FFF2-40B4-BE49-F238E27FC236}">
                <a16:creationId xmlns:a16="http://schemas.microsoft.com/office/drawing/2014/main" id="{A0D1E244-E85C-56E1-4DAC-4B6B145078DA}"/>
              </a:ext>
            </a:extLst>
          </p:cNvPr>
          <p:cNvGraphicFramePr>
            <a:graphicFrameLocks/>
          </p:cNvGraphicFramePr>
          <p:nvPr>
            <p:extLst>
              <p:ext uri="{D42A27DB-BD31-4B8C-83A1-F6EECF244321}">
                <p14:modId xmlns:p14="http://schemas.microsoft.com/office/powerpoint/2010/main" val="2363724619"/>
              </p:ext>
            </p:extLst>
          </p:nvPr>
        </p:nvGraphicFramePr>
        <p:xfrm>
          <a:off x="5770880" y="963013"/>
          <a:ext cx="4572000" cy="27432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3" name="Chart 12"/>
          <p:cNvGraphicFramePr>
            <a:graphicFrameLocks/>
          </p:cNvGraphicFramePr>
          <p:nvPr>
            <p:extLst>
              <p:ext uri="{D42A27DB-BD31-4B8C-83A1-F6EECF244321}">
                <p14:modId xmlns:p14="http://schemas.microsoft.com/office/powerpoint/2010/main" val="1616867844"/>
              </p:ext>
            </p:extLst>
          </p:nvPr>
        </p:nvGraphicFramePr>
        <p:xfrm>
          <a:off x="1798322" y="4059980"/>
          <a:ext cx="4572000" cy="274320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29785469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83473" y="269966"/>
            <a:ext cx="8029303" cy="584775"/>
          </a:xfrm>
          <a:prstGeom prst="rect">
            <a:avLst/>
          </a:prstGeom>
          <a:noFill/>
        </p:spPr>
        <p:txBody>
          <a:bodyPr wrap="square" rtlCol="0">
            <a:spAutoFit/>
          </a:bodyPr>
          <a:lstStyle/>
          <a:p>
            <a:r>
              <a:rPr lang="en-US" sz="3200" u="sng" dirty="0">
                <a:solidFill>
                  <a:schemeClr val="accent5">
                    <a:lumMod val="75000"/>
                  </a:schemeClr>
                </a:solidFill>
              </a:rPr>
              <a:t>Comparison: Age</a:t>
            </a:r>
          </a:p>
        </p:txBody>
      </p:sp>
      <p:sp>
        <p:nvSpPr>
          <p:cNvPr id="2" name="TextBox 1">
            <a:extLst>
              <a:ext uri="{FF2B5EF4-FFF2-40B4-BE49-F238E27FC236}">
                <a16:creationId xmlns:a16="http://schemas.microsoft.com/office/drawing/2014/main" id="{6067D91F-1DF0-7A9F-2D77-3379ACE9C45D}"/>
              </a:ext>
            </a:extLst>
          </p:cNvPr>
          <p:cNvSpPr txBox="1"/>
          <p:nvPr/>
        </p:nvSpPr>
        <p:spPr>
          <a:xfrm>
            <a:off x="6627948" y="624540"/>
            <a:ext cx="2722880" cy="369332"/>
          </a:xfrm>
          <a:prstGeom prst="rect">
            <a:avLst/>
          </a:prstGeom>
          <a:noFill/>
        </p:spPr>
        <p:txBody>
          <a:bodyPr wrap="square" rtlCol="0">
            <a:spAutoFit/>
          </a:bodyPr>
          <a:lstStyle/>
          <a:p>
            <a:r>
              <a:rPr lang="en-IN" dirty="0"/>
              <a:t>Generated Data - DDGAN</a:t>
            </a:r>
          </a:p>
        </p:txBody>
      </p:sp>
      <p:sp>
        <p:nvSpPr>
          <p:cNvPr id="3" name="TextBox 2">
            <a:extLst>
              <a:ext uri="{FF2B5EF4-FFF2-40B4-BE49-F238E27FC236}">
                <a16:creationId xmlns:a16="http://schemas.microsoft.com/office/drawing/2014/main" id="{FDCCD43C-C22D-EE3A-FAEF-969F0DD3B8DA}"/>
              </a:ext>
            </a:extLst>
          </p:cNvPr>
          <p:cNvSpPr txBox="1"/>
          <p:nvPr/>
        </p:nvSpPr>
        <p:spPr>
          <a:xfrm>
            <a:off x="3606800" y="609730"/>
            <a:ext cx="1259840" cy="369332"/>
          </a:xfrm>
          <a:prstGeom prst="rect">
            <a:avLst/>
          </a:prstGeom>
          <a:noFill/>
        </p:spPr>
        <p:txBody>
          <a:bodyPr wrap="square" rtlCol="0">
            <a:spAutoFit/>
          </a:bodyPr>
          <a:lstStyle/>
          <a:p>
            <a:r>
              <a:rPr lang="en-IN" dirty="0"/>
              <a:t>Train Data</a:t>
            </a:r>
          </a:p>
        </p:txBody>
      </p:sp>
      <p:sp>
        <p:nvSpPr>
          <p:cNvPr id="9" name="TextBox 8">
            <a:extLst>
              <a:ext uri="{FF2B5EF4-FFF2-40B4-BE49-F238E27FC236}">
                <a16:creationId xmlns:a16="http://schemas.microsoft.com/office/drawing/2014/main" id="{B8F726E2-5ACE-EF19-1C3B-7915021417F6}"/>
              </a:ext>
            </a:extLst>
          </p:cNvPr>
          <p:cNvSpPr txBox="1"/>
          <p:nvPr/>
        </p:nvSpPr>
        <p:spPr>
          <a:xfrm>
            <a:off x="2875280" y="3812568"/>
            <a:ext cx="2722880" cy="369332"/>
          </a:xfrm>
          <a:prstGeom prst="rect">
            <a:avLst/>
          </a:prstGeom>
          <a:noFill/>
        </p:spPr>
        <p:txBody>
          <a:bodyPr wrap="square" rtlCol="0">
            <a:spAutoFit/>
          </a:bodyPr>
          <a:lstStyle/>
          <a:p>
            <a:r>
              <a:rPr lang="en-IN" dirty="0"/>
              <a:t>Generated Data - DDPM</a:t>
            </a:r>
          </a:p>
        </p:txBody>
      </p:sp>
      <p:sp>
        <p:nvSpPr>
          <p:cNvPr id="10" name="TextBox 9">
            <a:extLst>
              <a:ext uri="{FF2B5EF4-FFF2-40B4-BE49-F238E27FC236}">
                <a16:creationId xmlns:a16="http://schemas.microsoft.com/office/drawing/2014/main" id="{0D632060-2462-8181-8B7E-040DFD86C6E4}"/>
              </a:ext>
            </a:extLst>
          </p:cNvPr>
          <p:cNvSpPr txBox="1"/>
          <p:nvPr/>
        </p:nvSpPr>
        <p:spPr>
          <a:xfrm>
            <a:off x="6370322" y="3812568"/>
            <a:ext cx="3566160" cy="369332"/>
          </a:xfrm>
          <a:prstGeom prst="rect">
            <a:avLst/>
          </a:prstGeom>
          <a:noFill/>
        </p:spPr>
        <p:txBody>
          <a:bodyPr wrap="square" rtlCol="0">
            <a:spAutoFit/>
          </a:bodyPr>
          <a:lstStyle/>
          <a:p>
            <a:r>
              <a:rPr lang="en-IN" dirty="0"/>
              <a:t>Generated Data – Stable Diffusion</a:t>
            </a:r>
          </a:p>
        </p:txBody>
      </p:sp>
      <p:graphicFrame>
        <p:nvGraphicFramePr>
          <p:cNvPr id="12" name="Chart 11">
            <a:extLst>
              <a:ext uri="{FF2B5EF4-FFF2-40B4-BE49-F238E27FC236}">
                <a16:creationId xmlns:a16="http://schemas.microsoft.com/office/drawing/2014/main" id="{D2655726-653F-C2A8-1B39-521130101D75}"/>
              </a:ext>
            </a:extLst>
          </p:cNvPr>
          <p:cNvGraphicFramePr>
            <a:graphicFrameLocks/>
          </p:cNvGraphicFramePr>
          <p:nvPr>
            <p:extLst>
              <p:ext uri="{D42A27DB-BD31-4B8C-83A1-F6EECF244321}">
                <p14:modId xmlns:p14="http://schemas.microsoft.com/office/powerpoint/2010/main" val="1996361566"/>
              </p:ext>
            </p:extLst>
          </p:nvPr>
        </p:nvGraphicFramePr>
        <p:xfrm>
          <a:off x="2209800" y="1098815"/>
          <a:ext cx="4572000"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4" name="Chart 13">
            <a:extLst>
              <a:ext uri="{FF2B5EF4-FFF2-40B4-BE49-F238E27FC236}">
                <a16:creationId xmlns:a16="http://schemas.microsoft.com/office/drawing/2014/main" id="{7D7FF751-CB33-4D49-360A-1DC9CB8A08C3}"/>
              </a:ext>
            </a:extLst>
          </p:cNvPr>
          <p:cNvGraphicFramePr>
            <a:graphicFrameLocks/>
          </p:cNvGraphicFramePr>
          <p:nvPr>
            <p:extLst>
              <p:ext uri="{D42A27DB-BD31-4B8C-83A1-F6EECF244321}">
                <p14:modId xmlns:p14="http://schemas.microsoft.com/office/powerpoint/2010/main" val="3672524602"/>
              </p:ext>
            </p:extLst>
          </p:nvPr>
        </p:nvGraphicFramePr>
        <p:xfrm>
          <a:off x="5703388" y="1098815"/>
          <a:ext cx="4572000" cy="27432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3" name="Chart 12"/>
          <p:cNvGraphicFramePr>
            <a:graphicFrameLocks/>
          </p:cNvGraphicFramePr>
          <p:nvPr>
            <p:extLst>
              <p:ext uri="{D42A27DB-BD31-4B8C-83A1-F6EECF244321}">
                <p14:modId xmlns:p14="http://schemas.microsoft.com/office/powerpoint/2010/main" val="1849135286"/>
              </p:ext>
            </p:extLst>
          </p:nvPr>
        </p:nvGraphicFramePr>
        <p:xfrm>
          <a:off x="1950720" y="4114800"/>
          <a:ext cx="4572000" cy="274320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89845786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83473" y="269966"/>
            <a:ext cx="8029303" cy="584775"/>
          </a:xfrm>
          <a:prstGeom prst="rect">
            <a:avLst/>
          </a:prstGeom>
          <a:noFill/>
        </p:spPr>
        <p:txBody>
          <a:bodyPr wrap="square" rtlCol="0">
            <a:spAutoFit/>
          </a:bodyPr>
          <a:lstStyle/>
          <a:p>
            <a:r>
              <a:rPr lang="en-US" sz="3200" u="sng" dirty="0">
                <a:solidFill>
                  <a:schemeClr val="accent5">
                    <a:lumMod val="75000"/>
                  </a:schemeClr>
                </a:solidFill>
              </a:rPr>
              <a:t>Perspective: Racial imbalance in Gender</a:t>
            </a:r>
          </a:p>
        </p:txBody>
      </p:sp>
      <p:sp>
        <p:nvSpPr>
          <p:cNvPr id="2" name="TextBox 1">
            <a:extLst>
              <a:ext uri="{FF2B5EF4-FFF2-40B4-BE49-F238E27FC236}">
                <a16:creationId xmlns:a16="http://schemas.microsoft.com/office/drawing/2014/main" id="{4A3BBF1E-035C-9C46-EE8A-D797C78C53DB}"/>
              </a:ext>
            </a:extLst>
          </p:cNvPr>
          <p:cNvSpPr txBox="1"/>
          <p:nvPr/>
        </p:nvSpPr>
        <p:spPr>
          <a:xfrm>
            <a:off x="7093432" y="854741"/>
            <a:ext cx="2722880" cy="369332"/>
          </a:xfrm>
          <a:prstGeom prst="rect">
            <a:avLst/>
          </a:prstGeom>
          <a:noFill/>
        </p:spPr>
        <p:txBody>
          <a:bodyPr wrap="square" rtlCol="0">
            <a:spAutoFit/>
          </a:bodyPr>
          <a:lstStyle/>
          <a:p>
            <a:r>
              <a:rPr lang="en-IN" dirty="0"/>
              <a:t>Generated Data - DDGAN</a:t>
            </a:r>
          </a:p>
        </p:txBody>
      </p:sp>
      <p:sp>
        <p:nvSpPr>
          <p:cNvPr id="3" name="TextBox 2">
            <a:extLst>
              <a:ext uri="{FF2B5EF4-FFF2-40B4-BE49-F238E27FC236}">
                <a16:creationId xmlns:a16="http://schemas.microsoft.com/office/drawing/2014/main" id="{2C7C4C4A-49C5-5BF7-25C6-A83D28B14206}"/>
              </a:ext>
            </a:extLst>
          </p:cNvPr>
          <p:cNvSpPr txBox="1"/>
          <p:nvPr/>
        </p:nvSpPr>
        <p:spPr>
          <a:xfrm>
            <a:off x="2879708" y="854741"/>
            <a:ext cx="1188720" cy="369332"/>
          </a:xfrm>
          <a:prstGeom prst="rect">
            <a:avLst/>
          </a:prstGeom>
          <a:noFill/>
        </p:spPr>
        <p:txBody>
          <a:bodyPr wrap="square" rtlCol="0">
            <a:spAutoFit/>
          </a:bodyPr>
          <a:lstStyle/>
          <a:p>
            <a:r>
              <a:rPr lang="en-IN" dirty="0"/>
              <a:t>Train Data</a:t>
            </a:r>
          </a:p>
        </p:txBody>
      </p:sp>
      <p:sp>
        <p:nvSpPr>
          <p:cNvPr id="4" name="TextBox 3">
            <a:extLst>
              <a:ext uri="{FF2B5EF4-FFF2-40B4-BE49-F238E27FC236}">
                <a16:creationId xmlns:a16="http://schemas.microsoft.com/office/drawing/2014/main" id="{AD880FCC-1202-A4B3-CBEF-BC3B37E50691}"/>
              </a:ext>
            </a:extLst>
          </p:cNvPr>
          <p:cNvSpPr txBox="1"/>
          <p:nvPr/>
        </p:nvSpPr>
        <p:spPr>
          <a:xfrm>
            <a:off x="2266381" y="3846285"/>
            <a:ext cx="2722880" cy="369332"/>
          </a:xfrm>
          <a:prstGeom prst="rect">
            <a:avLst/>
          </a:prstGeom>
          <a:noFill/>
        </p:spPr>
        <p:txBody>
          <a:bodyPr wrap="square" rtlCol="0">
            <a:spAutoFit/>
          </a:bodyPr>
          <a:lstStyle/>
          <a:p>
            <a:r>
              <a:rPr lang="en-IN" dirty="0"/>
              <a:t>Generated Data - DDPM</a:t>
            </a:r>
          </a:p>
        </p:txBody>
      </p:sp>
      <p:sp>
        <p:nvSpPr>
          <p:cNvPr id="5" name="TextBox 4">
            <a:extLst>
              <a:ext uri="{FF2B5EF4-FFF2-40B4-BE49-F238E27FC236}">
                <a16:creationId xmlns:a16="http://schemas.microsoft.com/office/drawing/2014/main" id="{B208D258-E8AF-127C-9235-52547B0453B3}"/>
              </a:ext>
            </a:extLst>
          </p:cNvPr>
          <p:cNvSpPr txBox="1"/>
          <p:nvPr/>
        </p:nvSpPr>
        <p:spPr>
          <a:xfrm>
            <a:off x="6829696" y="3846285"/>
            <a:ext cx="3566160" cy="369332"/>
          </a:xfrm>
          <a:prstGeom prst="rect">
            <a:avLst/>
          </a:prstGeom>
          <a:noFill/>
        </p:spPr>
        <p:txBody>
          <a:bodyPr wrap="square" rtlCol="0">
            <a:spAutoFit/>
          </a:bodyPr>
          <a:lstStyle/>
          <a:p>
            <a:r>
              <a:rPr lang="en-IN" dirty="0"/>
              <a:t>Generated Data – Stable Diffusion</a:t>
            </a:r>
          </a:p>
        </p:txBody>
      </p:sp>
      <p:graphicFrame>
        <p:nvGraphicFramePr>
          <p:cNvPr id="14" name="Chart 13">
            <a:extLst>
              <a:ext uri="{FF2B5EF4-FFF2-40B4-BE49-F238E27FC236}">
                <a16:creationId xmlns:a16="http://schemas.microsoft.com/office/drawing/2014/main" id="{68F85B42-0D6B-A63D-E14C-C7040716B9C1}"/>
              </a:ext>
            </a:extLst>
          </p:cNvPr>
          <p:cNvGraphicFramePr>
            <a:graphicFrameLocks/>
          </p:cNvGraphicFramePr>
          <p:nvPr>
            <p:extLst>
              <p:ext uri="{D42A27DB-BD31-4B8C-83A1-F6EECF244321}">
                <p14:modId xmlns:p14="http://schemas.microsoft.com/office/powerpoint/2010/main" val="1776202527"/>
              </p:ext>
            </p:extLst>
          </p:nvPr>
        </p:nvGraphicFramePr>
        <p:xfrm>
          <a:off x="1482659" y="1220917"/>
          <a:ext cx="4140000" cy="25200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6" name="Chart 15">
            <a:extLst>
              <a:ext uri="{FF2B5EF4-FFF2-40B4-BE49-F238E27FC236}">
                <a16:creationId xmlns:a16="http://schemas.microsoft.com/office/drawing/2014/main" id="{62DEEC70-C092-8DC1-D2AB-DA2DB76D7038}"/>
              </a:ext>
            </a:extLst>
          </p:cNvPr>
          <p:cNvGraphicFramePr>
            <a:graphicFrameLocks/>
          </p:cNvGraphicFramePr>
          <p:nvPr>
            <p:extLst>
              <p:ext uri="{D42A27DB-BD31-4B8C-83A1-F6EECF244321}">
                <p14:modId xmlns:p14="http://schemas.microsoft.com/office/powerpoint/2010/main" val="4095053659"/>
              </p:ext>
            </p:extLst>
          </p:nvPr>
        </p:nvGraphicFramePr>
        <p:xfrm>
          <a:off x="6569343" y="1326285"/>
          <a:ext cx="4140000" cy="25200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2" name="Chart 11"/>
          <p:cNvGraphicFramePr>
            <a:graphicFrameLocks/>
          </p:cNvGraphicFramePr>
          <p:nvPr>
            <p:extLst>
              <p:ext uri="{D42A27DB-BD31-4B8C-83A1-F6EECF244321}">
                <p14:modId xmlns:p14="http://schemas.microsoft.com/office/powerpoint/2010/main" val="483893656"/>
              </p:ext>
            </p:extLst>
          </p:nvPr>
        </p:nvGraphicFramePr>
        <p:xfrm>
          <a:off x="1482659" y="4254691"/>
          <a:ext cx="4140000" cy="252000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09447513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83473" y="269966"/>
            <a:ext cx="8029303" cy="584775"/>
          </a:xfrm>
          <a:prstGeom prst="rect">
            <a:avLst/>
          </a:prstGeom>
          <a:noFill/>
        </p:spPr>
        <p:txBody>
          <a:bodyPr wrap="square" rtlCol="0">
            <a:spAutoFit/>
          </a:bodyPr>
          <a:lstStyle/>
          <a:p>
            <a:r>
              <a:rPr lang="en-US" sz="3200" u="sng" dirty="0">
                <a:solidFill>
                  <a:schemeClr val="accent5">
                    <a:lumMod val="75000"/>
                  </a:schemeClr>
                </a:solidFill>
              </a:rPr>
              <a:t>Comparison: Gender imbalance in Race</a:t>
            </a:r>
          </a:p>
        </p:txBody>
      </p:sp>
      <p:sp>
        <p:nvSpPr>
          <p:cNvPr id="2" name="TextBox 1">
            <a:extLst>
              <a:ext uri="{FF2B5EF4-FFF2-40B4-BE49-F238E27FC236}">
                <a16:creationId xmlns:a16="http://schemas.microsoft.com/office/drawing/2014/main" id="{CC05ACBE-20FC-D7F7-EFDD-EBBA930C2092}"/>
              </a:ext>
            </a:extLst>
          </p:cNvPr>
          <p:cNvSpPr txBox="1"/>
          <p:nvPr/>
        </p:nvSpPr>
        <p:spPr>
          <a:xfrm>
            <a:off x="7093432" y="854741"/>
            <a:ext cx="2722880" cy="369332"/>
          </a:xfrm>
          <a:prstGeom prst="rect">
            <a:avLst/>
          </a:prstGeom>
          <a:noFill/>
        </p:spPr>
        <p:txBody>
          <a:bodyPr wrap="square" rtlCol="0">
            <a:spAutoFit/>
          </a:bodyPr>
          <a:lstStyle/>
          <a:p>
            <a:r>
              <a:rPr lang="en-IN" dirty="0"/>
              <a:t>Generated Data - DDGAN</a:t>
            </a:r>
          </a:p>
        </p:txBody>
      </p:sp>
      <p:sp>
        <p:nvSpPr>
          <p:cNvPr id="3" name="TextBox 2">
            <a:extLst>
              <a:ext uri="{FF2B5EF4-FFF2-40B4-BE49-F238E27FC236}">
                <a16:creationId xmlns:a16="http://schemas.microsoft.com/office/drawing/2014/main" id="{40349295-1BFD-CD63-6BB8-110873BA30E0}"/>
              </a:ext>
            </a:extLst>
          </p:cNvPr>
          <p:cNvSpPr txBox="1"/>
          <p:nvPr/>
        </p:nvSpPr>
        <p:spPr>
          <a:xfrm>
            <a:off x="2879708" y="854741"/>
            <a:ext cx="1188720" cy="369332"/>
          </a:xfrm>
          <a:prstGeom prst="rect">
            <a:avLst/>
          </a:prstGeom>
          <a:noFill/>
        </p:spPr>
        <p:txBody>
          <a:bodyPr wrap="square" rtlCol="0">
            <a:spAutoFit/>
          </a:bodyPr>
          <a:lstStyle/>
          <a:p>
            <a:r>
              <a:rPr lang="en-IN" dirty="0"/>
              <a:t>Train Data</a:t>
            </a:r>
          </a:p>
        </p:txBody>
      </p:sp>
      <p:sp>
        <p:nvSpPr>
          <p:cNvPr id="4" name="TextBox 3">
            <a:extLst>
              <a:ext uri="{FF2B5EF4-FFF2-40B4-BE49-F238E27FC236}">
                <a16:creationId xmlns:a16="http://schemas.microsoft.com/office/drawing/2014/main" id="{FB21F0D0-A889-DBCA-E65E-F3B9589EA544}"/>
              </a:ext>
            </a:extLst>
          </p:cNvPr>
          <p:cNvSpPr txBox="1"/>
          <p:nvPr/>
        </p:nvSpPr>
        <p:spPr>
          <a:xfrm>
            <a:off x="2266381" y="3846285"/>
            <a:ext cx="2722880" cy="369332"/>
          </a:xfrm>
          <a:prstGeom prst="rect">
            <a:avLst/>
          </a:prstGeom>
          <a:noFill/>
        </p:spPr>
        <p:txBody>
          <a:bodyPr wrap="square" rtlCol="0">
            <a:spAutoFit/>
          </a:bodyPr>
          <a:lstStyle/>
          <a:p>
            <a:r>
              <a:rPr lang="en-IN" dirty="0"/>
              <a:t>Generated Data - DDPM</a:t>
            </a:r>
          </a:p>
        </p:txBody>
      </p:sp>
      <p:sp>
        <p:nvSpPr>
          <p:cNvPr id="5" name="TextBox 4">
            <a:extLst>
              <a:ext uri="{FF2B5EF4-FFF2-40B4-BE49-F238E27FC236}">
                <a16:creationId xmlns:a16="http://schemas.microsoft.com/office/drawing/2014/main" id="{1B92D8D0-88A0-7ED2-ECB0-754C2C070F46}"/>
              </a:ext>
            </a:extLst>
          </p:cNvPr>
          <p:cNvSpPr txBox="1"/>
          <p:nvPr/>
        </p:nvSpPr>
        <p:spPr>
          <a:xfrm>
            <a:off x="6829696" y="3846285"/>
            <a:ext cx="3566160" cy="369332"/>
          </a:xfrm>
          <a:prstGeom prst="rect">
            <a:avLst/>
          </a:prstGeom>
          <a:noFill/>
        </p:spPr>
        <p:txBody>
          <a:bodyPr wrap="square" rtlCol="0">
            <a:spAutoFit/>
          </a:bodyPr>
          <a:lstStyle/>
          <a:p>
            <a:r>
              <a:rPr lang="en-IN" dirty="0"/>
              <a:t>Generated Data – Stable Diffusion</a:t>
            </a:r>
          </a:p>
        </p:txBody>
      </p:sp>
      <p:graphicFrame>
        <p:nvGraphicFramePr>
          <p:cNvPr id="10" name="Chart 9">
            <a:extLst>
              <a:ext uri="{FF2B5EF4-FFF2-40B4-BE49-F238E27FC236}">
                <a16:creationId xmlns:a16="http://schemas.microsoft.com/office/drawing/2014/main" id="{08786F0C-9FCC-809E-B8C3-6F1F703894C6}"/>
              </a:ext>
            </a:extLst>
          </p:cNvPr>
          <p:cNvGraphicFramePr>
            <a:graphicFrameLocks/>
          </p:cNvGraphicFramePr>
          <p:nvPr>
            <p:extLst>
              <p:ext uri="{D42A27DB-BD31-4B8C-83A1-F6EECF244321}">
                <p14:modId xmlns:p14="http://schemas.microsoft.com/office/powerpoint/2010/main" val="2710920666"/>
              </p:ext>
            </p:extLst>
          </p:nvPr>
        </p:nvGraphicFramePr>
        <p:xfrm>
          <a:off x="1557821" y="1160570"/>
          <a:ext cx="4140000" cy="25200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5" name="Chart 14">
            <a:extLst>
              <a:ext uri="{FF2B5EF4-FFF2-40B4-BE49-F238E27FC236}">
                <a16:creationId xmlns:a16="http://schemas.microsoft.com/office/drawing/2014/main" id="{8F92A8E1-14BE-AAD6-823F-B3A4993D6E7C}"/>
              </a:ext>
            </a:extLst>
          </p:cNvPr>
          <p:cNvGraphicFramePr>
            <a:graphicFrameLocks/>
          </p:cNvGraphicFramePr>
          <p:nvPr>
            <p:extLst>
              <p:ext uri="{D42A27DB-BD31-4B8C-83A1-F6EECF244321}">
                <p14:modId xmlns:p14="http://schemas.microsoft.com/office/powerpoint/2010/main" val="1568915454"/>
              </p:ext>
            </p:extLst>
          </p:nvPr>
        </p:nvGraphicFramePr>
        <p:xfrm>
          <a:off x="6494179" y="1160570"/>
          <a:ext cx="4140000" cy="25200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2" name="Chart 11"/>
          <p:cNvGraphicFramePr>
            <a:graphicFrameLocks/>
          </p:cNvGraphicFramePr>
          <p:nvPr>
            <p:extLst>
              <p:ext uri="{D42A27DB-BD31-4B8C-83A1-F6EECF244321}">
                <p14:modId xmlns:p14="http://schemas.microsoft.com/office/powerpoint/2010/main" val="3273013630"/>
              </p:ext>
            </p:extLst>
          </p:nvPr>
        </p:nvGraphicFramePr>
        <p:xfrm>
          <a:off x="1557821" y="4327057"/>
          <a:ext cx="4140000" cy="252000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65125036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1AC9B0-8039-56E0-F888-7D26BAA5C2FF}"/>
              </a:ext>
            </a:extLst>
          </p:cNvPr>
          <p:cNvSpPr>
            <a:spLocks noGrp="1"/>
          </p:cNvSpPr>
          <p:nvPr>
            <p:ph type="title"/>
          </p:nvPr>
        </p:nvSpPr>
        <p:spPr/>
        <p:txBody>
          <a:bodyPr/>
          <a:lstStyle/>
          <a:p>
            <a:r>
              <a:rPr lang="en-IN" dirty="0" err="1"/>
              <a:t>Fairface</a:t>
            </a:r>
            <a:r>
              <a:rPr lang="en-IN" dirty="0"/>
              <a:t> balanced </a:t>
            </a:r>
            <a:r>
              <a:rPr lang="en-IN"/>
              <a:t>(race + gender</a:t>
            </a:r>
            <a:r>
              <a:rPr lang="en-IN" dirty="0"/>
              <a:t>) dataset</a:t>
            </a:r>
          </a:p>
        </p:txBody>
      </p:sp>
    </p:spTree>
    <p:extLst>
      <p:ext uri="{BB962C8B-B14F-4D97-AF65-F5344CB8AC3E}">
        <p14:creationId xmlns:p14="http://schemas.microsoft.com/office/powerpoint/2010/main" val="261223727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83473" y="269966"/>
            <a:ext cx="8029303" cy="584775"/>
          </a:xfrm>
          <a:prstGeom prst="rect">
            <a:avLst/>
          </a:prstGeom>
          <a:noFill/>
        </p:spPr>
        <p:txBody>
          <a:bodyPr wrap="square" rtlCol="0">
            <a:spAutoFit/>
          </a:bodyPr>
          <a:lstStyle/>
          <a:p>
            <a:r>
              <a:rPr lang="en-US" sz="3200" u="sng" dirty="0">
                <a:solidFill>
                  <a:schemeClr val="accent5">
                    <a:lumMod val="75000"/>
                  </a:schemeClr>
                </a:solidFill>
              </a:rPr>
              <a:t>Comparison: Race</a:t>
            </a:r>
          </a:p>
        </p:txBody>
      </p:sp>
      <p:sp>
        <p:nvSpPr>
          <p:cNvPr id="2" name="TextBox 1">
            <a:extLst>
              <a:ext uri="{FF2B5EF4-FFF2-40B4-BE49-F238E27FC236}">
                <a16:creationId xmlns:a16="http://schemas.microsoft.com/office/drawing/2014/main" id="{A8D1C767-C315-8355-C1A0-28D903CDB5D3}"/>
              </a:ext>
            </a:extLst>
          </p:cNvPr>
          <p:cNvSpPr txBox="1"/>
          <p:nvPr/>
        </p:nvSpPr>
        <p:spPr>
          <a:xfrm>
            <a:off x="6627948" y="624540"/>
            <a:ext cx="2722880" cy="369332"/>
          </a:xfrm>
          <a:prstGeom prst="rect">
            <a:avLst/>
          </a:prstGeom>
          <a:noFill/>
        </p:spPr>
        <p:txBody>
          <a:bodyPr wrap="square" rtlCol="0">
            <a:spAutoFit/>
          </a:bodyPr>
          <a:lstStyle/>
          <a:p>
            <a:r>
              <a:rPr lang="en-IN" dirty="0"/>
              <a:t>Generated Data - DDGAN</a:t>
            </a:r>
          </a:p>
        </p:txBody>
      </p:sp>
      <p:sp>
        <p:nvSpPr>
          <p:cNvPr id="4" name="TextBox 3">
            <a:extLst>
              <a:ext uri="{FF2B5EF4-FFF2-40B4-BE49-F238E27FC236}">
                <a16:creationId xmlns:a16="http://schemas.microsoft.com/office/drawing/2014/main" id="{4B12E2EC-0DB2-4F6E-8291-F42301E4B392}"/>
              </a:ext>
            </a:extLst>
          </p:cNvPr>
          <p:cNvSpPr txBox="1"/>
          <p:nvPr/>
        </p:nvSpPr>
        <p:spPr>
          <a:xfrm>
            <a:off x="3606800" y="609730"/>
            <a:ext cx="1259840" cy="369332"/>
          </a:xfrm>
          <a:prstGeom prst="rect">
            <a:avLst/>
          </a:prstGeom>
          <a:noFill/>
        </p:spPr>
        <p:txBody>
          <a:bodyPr wrap="square" rtlCol="0">
            <a:spAutoFit/>
          </a:bodyPr>
          <a:lstStyle/>
          <a:p>
            <a:r>
              <a:rPr lang="en-IN" dirty="0"/>
              <a:t>Train Data</a:t>
            </a:r>
          </a:p>
        </p:txBody>
      </p:sp>
      <p:sp>
        <p:nvSpPr>
          <p:cNvPr id="5" name="TextBox 4">
            <a:extLst>
              <a:ext uri="{FF2B5EF4-FFF2-40B4-BE49-F238E27FC236}">
                <a16:creationId xmlns:a16="http://schemas.microsoft.com/office/drawing/2014/main" id="{1BFDDB0B-860B-8625-D320-37E01ED40754}"/>
              </a:ext>
            </a:extLst>
          </p:cNvPr>
          <p:cNvSpPr txBox="1"/>
          <p:nvPr/>
        </p:nvSpPr>
        <p:spPr>
          <a:xfrm>
            <a:off x="2875280" y="3863368"/>
            <a:ext cx="2722880" cy="369332"/>
          </a:xfrm>
          <a:prstGeom prst="rect">
            <a:avLst/>
          </a:prstGeom>
          <a:noFill/>
        </p:spPr>
        <p:txBody>
          <a:bodyPr wrap="square" rtlCol="0">
            <a:spAutoFit/>
          </a:bodyPr>
          <a:lstStyle/>
          <a:p>
            <a:r>
              <a:rPr lang="en-IN" dirty="0"/>
              <a:t>Generated Data - DDPM</a:t>
            </a:r>
          </a:p>
        </p:txBody>
      </p:sp>
      <p:sp>
        <p:nvSpPr>
          <p:cNvPr id="10" name="TextBox 9">
            <a:extLst>
              <a:ext uri="{FF2B5EF4-FFF2-40B4-BE49-F238E27FC236}">
                <a16:creationId xmlns:a16="http://schemas.microsoft.com/office/drawing/2014/main" id="{04BA6A61-6639-88E9-1B73-523A166AC0A8}"/>
              </a:ext>
            </a:extLst>
          </p:cNvPr>
          <p:cNvSpPr txBox="1"/>
          <p:nvPr/>
        </p:nvSpPr>
        <p:spPr>
          <a:xfrm>
            <a:off x="6370322" y="3863368"/>
            <a:ext cx="3566160" cy="369332"/>
          </a:xfrm>
          <a:prstGeom prst="rect">
            <a:avLst/>
          </a:prstGeom>
          <a:noFill/>
        </p:spPr>
        <p:txBody>
          <a:bodyPr wrap="square" rtlCol="0">
            <a:spAutoFit/>
          </a:bodyPr>
          <a:lstStyle/>
          <a:p>
            <a:r>
              <a:rPr lang="en-IN" dirty="0"/>
              <a:t>Generated Data – Stable Diffusion</a:t>
            </a:r>
          </a:p>
        </p:txBody>
      </p:sp>
      <p:graphicFrame>
        <p:nvGraphicFramePr>
          <p:cNvPr id="11" name="Chart 10">
            <a:extLst>
              <a:ext uri="{FF2B5EF4-FFF2-40B4-BE49-F238E27FC236}">
                <a16:creationId xmlns:a16="http://schemas.microsoft.com/office/drawing/2014/main" id="{5E519C08-145F-9E37-01A7-E5E72D88EE0A}"/>
              </a:ext>
            </a:extLst>
          </p:cNvPr>
          <p:cNvGraphicFramePr>
            <a:graphicFrameLocks/>
          </p:cNvGraphicFramePr>
          <p:nvPr>
            <p:extLst>
              <p:ext uri="{D42A27DB-BD31-4B8C-83A1-F6EECF244321}">
                <p14:modId xmlns:p14="http://schemas.microsoft.com/office/powerpoint/2010/main" val="1901798024"/>
              </p:ext>
            </p:extLst>
          </p:nvPr>
        </p:nvGraphicFramePr>
        <p:xfrm>
          <a:off x="2184400" y="913000"/>
          <a:ext cx="4572000"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7" name="Chart 6">
            <a:extLst>
              <a:ext uri="{FF2B5EF4-FFF2-40B4-BE49-F238E27FC236}">
                <a16:creationId xmlns:a16="http://schemas.microsoft.com/office/drawing/2014/main" id="{117EF42D-1639-42F9-5D1B-4DAAFAB80530}"/>
              </a:ext>
            </a:extLst>
          </p:cNvPr>
          <p:cNvGraphicFramePr>
            <a:graphicFrameLocks/>
          </p:cNvGraphicFramePr>
          <p:nvPr>
            <p:extLst>
              <p:ext uri="{D42A27DB-BD31-4B8C-83A1-F6EECF244321}">
                <p14:modId xmlns:p14="http://schemas.microsoft.com/office/powerpoint/2010/main" val="2038508988"/>
              </p:ext>
            </p:extLst>
          </p:nvPr>
        </p:nvGraphicFramePr>
        <p:xfrm>
          <a:off x="5777774" y="854741"/>
          <a:ext cx="4572000" cy="27432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3" name="Chart 2">
            <a:extLst>
              <a:ext uri="{FF2B5EF4-FFF2-40B4-BE49-F238E27FC236}">
                <a16:creationId xmlns:a16="http://schemas.microsoft.com/office/drawing/2014/main" id="{352DB522-0E8F-8993-4C61-36ADF3098C89}"/>
              </a:ext>
            </a:extLst>
          </p:cNvPr>
          <p:cNvGraphicFramePr>
            <a:graphicFrameLocks/>
          </p:cNvGraphicFramePr>
          <p:nvPr>
            <p:extLst>
              <p:ext uri="{D42A27DB-BD31-4B8C-83A1-F6EECF244321}">
                <p14:modId xmlns:p14="http://schemas.microsoft.com/office/powerpoint/2010/main" val="2908005002"/>
              </p:ext>
            </p:extLst>
          </p:nvPr>
        </p:nvGraphicFramePr>
        <p:xfrm>
          <a:off x="1879600" y="4048034"/>
          <a:ext cx="4572000" cy="27432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8" name="Chart 7">
            <a:extLst>
              <a:ext uri="{FF2B5EF4-FFF2-40B4-BE49-F238E27FC236}">
                <a16:creationId xmlns:a16="http://schemas.microsoft.com/office/drawing/2014/main" id="{EE66C11A-DC0C-A589-3A1C-D061BB75343E}"/>
              </a:ext>
            </a:extLst>
          </p:cNvPr>
          <p:cNvGraphicFramePr>
            <a:graphicFrameLocks/>
          </p:cNvGraphicFramePr>
          <p:nvPr>
            <p:extLst>
              <p:ext uri="{D42A27DB-BD31-4B8C-83A1-F6EECF244321}">
                <p14:modId xmlns:p14="http://schemas.microsoft.com/office/powerpoint/2010/main" val="76029939"/>
              </p:ext>
            </p:extLst>
          </p:nvPr>
        </p:nvGraphicFramePr>
        <p:xfrm>
          <a:off x="4534989" y="4048034"/>
          <a:ext cx="4572000" cy="2743200"/>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192916712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83473" y="269966"/>
            <a:ext cx="8029303" cy="584775"/>
          </a:xfrm>
          <a:prstGeom prst="rect">
            <a:avLst/>
          </a:prstGeom>
          <a:noFill/>
        </p:spPr>
        <p:txBody>
          <a:bodyPr wrap="square" rtlCol="0">
            <a:spAutoFit/>
          </a:bodyPr>
          <a:lstStyle/>
          <a:p>
            <a:r>
              <a:rPr lang="en-US" sz="3200" u="sng" dirty="0">
                <a:solidFill>
                  <a:schemeClr val="accent5">
                    <a:lumMod val="75000"/>
                  </a:schemeClr>
                </a:solidFill>
              </a:rPr>
              <a:t>Comparison: Gender</a:t>
            </a:r>
          </a:p>
        </p:txBody>
      </p:sp>
      <p:sp>
        <p:nvSpPr>
          <p:cNvPr id="2" name="TextBox 1">
            <a:extLst>
              <a:ext uri="{FF2B5EF4-FFF2-40B4-BE49-F238E27FC236}">
                <a16:creationId xmlns:a16="http://schemas.microsoft.com/office/drawing/2014/main" id="{CDB1AA91-9D05-7D9D-A129-A793E48A19D3}"/>
              </a:ext>
            </a:extLst>
          </p:cNvPr>
          <p:cNvSpPr txBox="1"/>
          <p:nvPr/>
        </p:nvSpPr>
        <p:spPr>
          <a:xfrm>
            <a:off x="6638108" y="817580"/>
            <a:ext cx="2722880" cy="369332"/>
          </a:xfrm>
          <a:prstGeom prst="rect">
            <a:avLst/>
          </a:prstGeom>
          <a:noFill/>
        </p:spPr>
        <p:txBody>
          <a:bodyPr wrap="square" rtlCol="0">
            <a:spAutoFit/>
          </a:bodyPr>
          <a:lstStyle/>
          <a:p>
            <a:r>
              <a:rPr lang="en-IN" dirty="0"/>
              <a:t>Generated Data - DDGAN</a:t>
            </a:r>
          </a:p>
        </p:txBody>
      </p:sp>
      <p:sp>
        <p:nvSpPr>
          <p:cNvPr id="3" name="TextBox 2">
            <a:extLst>
              <a:ext uri="{FF2B5EF4-FFF2-40B4-BE49-F238E27FC236}">
                <a16:creationId xmlns:a16="http://schemas.microsoft.com/office/drawing/2014/main" id="{190C95D3-A300-2D36-236B-FE923009B242}"/>
              </a:ext>
            </a:extLst>
          </p:cNvPr>
          <p:cNvSpPr txBox="1"/>
          <p:nvPr/>
        </p:nvSpPr>
        <p:spPr>
          <a:xfrm>
            <a:off x="3616960" y="802770"/>
            <a:ext cx="1259840" cy="369332"/>
          </a:xfrm>
          <a:prstGeom prst="rect">
            <a:avLst/>
          </a:prstGeom>
          <a:noFill/>
        </p:spPr>
        <p:txBody>
          <a:bodyPr wrap="square" rtlCol="0">
            <a:spAutoFit/>
          </a:bodyPr>
          <a:lstStyle/>
          <a:p>
            <a:r>
              <a:rPr lang="en-IN" dirty="0"/>
              <a:t>Train Data</a:t>
            </a:r>
          </a:p>
        </p:txBody>
      </p:sp>
      <p:sp>
        <p:nvSpPr>
          <p:cNvPr id="9" name="TextBox 8">
            <a:extLst>
              <a:ext uri="{FF2B5EF4-FFF2-40B4-BE49-F238E27FC236}">
                <a16:creationId xmlns:a16="http://schemas.microsoft.com/office/drawing/2014/main" id="{A1FD54E0-5EAB-32C4-D26F-80313DB29E6E}"/>
              </a:ext>
            </a:extLst>
          </p:cNvPr>
          <p:cNvSpPr txBox="1"/>
          <p:nvPr/>
        </p:nvSpPr>
        <p:spPr>
          <a:xfrm>
            <a:off x="2976880" y="3690648"/>
            <a:ext cx="2722880" cy="369332"/>
          </a:xfrm>
          <a:prstGeom prst="rect">
            <a:avLst/>
          </a:prstGeom>
          <a:noFill/>
        </p:spPr>
        <p:txBody>
          <a:bodyPr wrap="square" rtlCol="0">
            <a:spAutoFit/>
          </a:bodyPr>
          <a:lstStyle/>
          <a:p>
            <a:r>
              <a:rPr lang="en-IN" dirty="0"/>
              <a:t>Generated Data - DDPM</a:t>
            </a:r>
          </a:p>
        </p:txBody>
      </p:sp>
      <p:sp>
        <p:nvSpPr>
          <p:cNvPr id="10" name="TextBox 9">
            <a:extLst>
              <a:ext uri="{FF2B5EF4-FFF2-40B4-BE49-F238E27FC236}">
                <a16:creationId xmlns:a16="http://schemas.microsoft.com/office/drawing/2014/main" id="{751F1AA7-FC77-B88D-424C-B1229B3ABB9C}"/>
              </a:ext>
            </a:extLst>
          </p:cNvPr>
          <p:cNvSpPr txBox="1"/>
          <p:nvPr/>
        </p:nvSpPr>
        <p:spPr>
          <a:xfrm>
            <a:off x="6370322" y="3690648"/>
            <a:ext cx="3566160" cy="369332"/>
          </a:xfrm>
          <a:prstGeom prst="rect">
            <a:avLst/>
          </a:prstGeom>
          <a:noFill/>
        </p:spPr>
        <p:txBody>
          <a:bodyPr wrap="square" rtlCol="0">
            <a:spAutoFit/>
          </a:bodyPr>
          <a:lstStyle/>
          <a:p>
            <a:r>
              <a:rPr lang="en-IN" dirty="0"/>
              <a:t>Generated Data – Stable Diffusion</a:t>
            </a:r>
          </a:p>
        </p:txBody>
      </p:sp>
      <p:graphicFrame>
        <p:nvGraphicFramePr>
          <p:cNvPr id="8" name="Chart 7">
            <a:extLst>
              <a:ext uri="{FF2B5EF4-FFF2-40B4-BE49-F238E27FC236}">
                <a16:creationId xmlns:a16="http://schemas.microsoft.com/office/drawing/2014/main" id="{84176838-CBB3-5E52-E809-90BAABF9D3B1}"/>
              </a:ext>
            </a:extLst>
          </p:cNvPr>
          <p:cNvGraphicFramePr>
            <a:graphicFrameLocks/>
          </p:cNvGraphicFramePr>
          <p:nvPr>
            <p:extLst>
              <p:ext uri="{D42A27DB-BD31-4B8C-83A1-F6EECF244321}">
                <p14:modId xmlns:p14="http://schemas.microsoft.com/office/powerpoint/2010/main" val="3533147532"/>
              </p:ext>
            </p:extLst>
          </p:nvPr>
        </p:nvGraphicFramePr>
        <p:xfrm>
          <a:off x="2129244" y="975536"/>
          <a:ext cx="4572000"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7" name="Chart 6">
            <a:extLst>
              <a:ext uri="{FF2B5EF4-FFF2-40B4-BE49-F238E27FC236}">
                <a16:creationId xmlns:a16="http://schemas.microsoft.com/office/drawing/2014/main" id="{1293782F-034D-7DEC-866E-1705F461BA24}"/>
              </a:ext>
            </a:extLst>
          </p:cNvPr>
          <p:cNvGraphicFramePr>
            <a:graphicFrameLocks/>
          </p:cNvGraphicFramePr>
          <p:nvPr>
            <p:extLst>
              <p:ext uri="{D42A27DB-BD31-4B8C-83A1-F6EECF244321}">
                <p14:modId xmlns:p14="http://schemas.microsoft.com/office/powerpoint/2010/main" val="1988209238"/>
              </p:ext>
            </p:extLst>
          </p:nvPr>
        </p:nvGraphicFramePr>
        <p:xfrm>
          <a:off x="5770880" y="1002246"/>
          <a:ext cx="4572000" cy="27432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4" name="Chart 3">
            <a:extLst>
              <a:ext uri="{FF2B5EF4-FFF2-40B4-BE49-F238E27FC236}">
                <a16:creationId xmlns:a16="http://schemas.microsoft.com/office/drawing/2014/main" id="{7D819D70-7AAF-A399-9B50-CE59FE49B111}"/>
              </a:ext>
            </a:extLst>
          </p:cNvPr>
          <p:cNvGraphicFramePr>
            <a:graphicFrameLocks/>
          </p:cNvGraphicFramePr>
          <p:nvPr>
            <p:extLst>
              <p:ext uri="{D42A27DB-BD31-4B8C-83A1-F6EECF244321}">
                <p14:modId xmlns:p14="http://schemas.microsoft.com/office/powerpoint/2010/main" val="2089500000"/>
              </p:ext>
            </p:extLst>
          </p:nvPr>
        </p:nvGraphicFramePr>
        <p:xfrm>
          <a:off x="1879600" y="4114800"/>
          <a:ext cx="4572000" cy="27432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5" name="Chart 4">
            <a:extLst>
              <a:ext uri="{FF2B5EF4-FFF2-40B4-BE49-F238E27FC236}">
                <a16:creationId xmlns:a16="http://schemas.microsoft.com/office/drawing/2014/main" id="{9C5A81E2-1B78-8604-60AB-F358C6EBED33}"/>
              </a:ext>
            </a:extLst>
          </p:cNvPr>
          <p:cNvGraphicFramePr>
            <a:graphicFrameLocks/>
          </p:cNvGraphicFramePr>
          <p:nvPr>
            <p:extLst>
              <p:ext uri="{D42A27DB-BD31-4B8C-83A1-F6EECF244321}">
                <p14:modId xmlns:p14="http://schemas.microsoft.com/office/powerpoint/2010/main" val="4138709593"/>
              </p:ext>
            </p:extLst>
          </p:nvPr>
        </p:nvGraphicFramePr>
        <p:xfrm>
          <a:off x="4765042" y="4005182"/>
          <a:ext cx="4572000" cy="2743200"/>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128074863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83473" y="269966"/>
            <a:ext cx="8029303" cy="584775"/>
          </a:xfrm>
          <a:prstGeom prst="rect">
            <a:avLst/>
          </a:prstGeom>
          <a:noFill/>
        </p:spPr>
        <p:txBody>
          <a:bodyPr wrap="square" rtlCol="0">
            <a:spAutoFit/>
          </a:bodyPr>
          <a:lstStyle/>
          <a:p>
            <a:r>
              <a:rPr lang="en-US" sz="3200" u="sng" dirty="0">
                <a:solidFill>
                  <a:schemeClr val="accent5">
                    <a:lumMod val="75000"/>
                  </a:schemeClr>
                </a:solidFill>
              </a:rPr>
              <a:t>Comparison: Age</a:t>
            </a:r>
          </a:p>
        </p:txBody>
      </p:sp>
      <p:sp>
        <p:nvSpPr>
          <p:cNvPr id="2" name="TextBox 1">
            <a:extLst>
              <a:ext uri="{FF2B5EF4-FFF2-40B4-BE49-F238E27FC236}">
                <a16:creationId xmlns:a16="http://schemas.microsoft.com/office/drawing/2014/main" id="{6067D91F-1DF0-7A9F-2D77-3379ACE9C45D}"/>
              </a:ext>
            </a:extLst>
          </p:cNvPr>
          <p:cNvSpPr txBox="1"/>
          <p:nvPr/>
        </p:nvSpPr>
        <p:spPr>
          <a:xfrm>
            <a:off x="6627948" y="624540"/>
            <a:ext cx="2722880" cy="369332"/>
          </a:xfrm>
          <a:prstGeom prst="rect">
            <a:avLst/>
          </a:prstGeom>
          <a:noFill/>
        </p:spPr>
        <p:txBody>
          <a:bodyPr wrap="square" rtlCol="0">
            <a:spAutoFit/>
          </a:bodyPr>
          <a:lstStyle/>
          <a:p>
            <a:r>
              <a:rPr lang="en-IN" dirty="0"/>
              <a:t>Generated Data - DDGAN</a:t>
            </a:r>
          </a:p>
        </p:txBody>
      </p:sp>
      <p:sp>
        <p:nvSpPr>
          <p:cNvPr id="3" name="TextBox 2">
            <a:extLst>
              <a:ext uri="{FF2B5EF4-FFF2-40B4-BE49-F238E27FC236}">
                <a16:creationId xmlns:a16="http://schemas.microsoft.com/office/drawing/2014/main" id="{FDCCD43C-C22D-EE3A-FAEF-969F0DD3B8DA}"/>
              </a:ext>
            </a:extLst>
          </p:cNvPr>
          <p:cNvSpPr txBox="1"/>
          <p:nvPr/>
        </p:nvSpPr>
        <p:spPr>
          <a:xfrm>
            <a:off x="3606800" y="609730"/>
            <a:ext cx="1259840" cy="369332"/>
          </a:xfrm>
          <a:prstGeom prst="rect">
            <a:avLst/>
          </a:prstGeom>
          <a:noFill/>
        </p:spPr>
        <p:txBody>
          <a:bodyPr wrap="square" rtlCol="0">
            <a:spAutoFit/>
          </a:bodyPr>
          <a:lstStyle/>
          <a:p>
            <a:r>
              <a:rPr lang="en-IN" dirty="0"/>
              <a:t>Train Data</a:t>
            </a:r>
          </a:p>
        </p:txBody>
      </p:sp>
      <p:sp>
        <p:nvSpPr>
          <p:cNvPr id="9" name="TextBox 8">
            <a:extLst>
              <a:ext uri="{FF2B5EF4-FFF2-40B4-BE49-F238E27FC236}">
                <a16:creationId xmlns:a16="http://schemas.microsoft.com/office/drawing/2014/main" id="{B8F726E2-5ACE-EF19-1C3B-7915021417F6}"/>
              </a:ext>
            </a:extLst>
          </p:cNvPr>
          <p:cNvSpPr txBox="1"/>
          <p:nvPr/>
        </p:nvSpPr>
        <p:spPr>
          <a:xfrm>
            <a:off x="2875280" y="3812568"/>
            <a:ext cx="2722880" cy="369332"/>
          </a:xfrm>
          <a:prstGeom prst="rect">
            <a:avLst/>
          </a:prstGeom>
          <a:noFill/>
        </p:spPr>
        <p:txBody>
          <a:bodyPr wrap="square" rtlCol="0">
            <a:spAutoFit/>
          </a:bodyPr>
          <a:lstStyle/>
          <a:p>
            <a:r>
              <a:rPr lang="en-IN" dirty="0"/>
              <a:t>Generated Data - DDPM</a:t>
            </a:r>
          </a:p>
        </p:txBody>
      </p:sp>
      <p:sp>
        <p:nvSpPr>
          <p:cNvPr id="10" name="TextBox 9">
            <a:extLst>
              <a:ext uri="{FF2B5EF4-FFF2-40B4-BE49-F238E27FC236}">
                <a16:creationId xmlns:a16="http://schemas.microsoft.com/office/drawing/2014/main" id="{0D632060-2462-8181-8B7E-040DFD86C6E4}"/>
              </a:ext>
            </a:extLst>
          </p:cNvPr>
          <p:cNvSpPr txBox="1"/>
          <p:nvPr/>
        </p:nvSpPr>
        <p:spPr>
          <a:xfrm>
            <a:off x="6370322" y="3812568"/>
            <a:ext cx="3566160" cy="369332"/>
          </a:xfrm>
          <a:prstGeom prst="rect">
            <a:avLst/>
          </a:prstGeom>
          <a:noFill/>
        </p:spPr>
        <p:txBody>
          <a:bodyPr wrap="square" rtlCol="0">
            <a:spAutoFit/>
          </a:bodyPr>
          <a:lstStyle/>
          <a:p>
            <a:r>
              <a:rPr lang="en-IN" dirty="0"/>
              <a:t>Generated Data – Stable Diffusion</a:t>
            </a:r>
          </a:p>
        </p:txBody>
      </p:sp>
      <p:graphicFrame>
        <p:nvGraphicFramePr>
          <p:cNvPr id="8" name="Chart 7">
            <a:extLst>
              <a:ext uri="{FF2B5EF4-FFF2-40B4-BE49-F238E27FC236}">
                <a16:creationId xmlns:a16="http://schemas.microsoft.com/office/drawing/2014/main" id="{D6632804-FB31-7398-95A1-266D47C0F132}"/>
              </a:ext>
            </a:extLst>
          </p:cNvPr>
          <p:cNvGraphicFramePr>
            <a:graphicFrameLocks/>
          </p:cNvGraphicFramePr>
          <p:nvPr>
            <p:extLst>
              <p:ext uri="{D42A27DB-BD31-4B8C-83A1-F6EECF244321}">
                <p14:modId xmlns:p14="http://schemas.microsoft.com/office/powerpoint/2010/main" val="1577724565"/>
              </p:ext>
            </p:extLst>
          </p:nvPr>
        </p:nvGraphicFramePr>
        <p:xfrm>
          <a:off x="2209800" y="1091497"/>
          <a:ext cx="4572000"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7" name="Chart 6">
            <a:extLst>
              <a:ext uri="{FF2B5EF4-FFF2-40B4-BE49-F238E27FC236}">
                <a16:creationId xmlns:a16="http://schemas.microsoft.com/office/drawing/2014/main" id="{6535C6E0-8F51-BD63-9DD8-D76E203B124F}"/>
              </a:ext>
            </a:extLst>
          </p:cNvPr>
          <p:cNvGraphicFramePr>
            <a:graphicFrameLocks/>
          </p:cNvGraphicFramePr>
          <p:nvPr>
            <p:extLst>
              <p:ext uri="{D42A27DB-BD31-4B8C-83A1-F6EECF244321}">
                <p14:modId xmlns:p14="http://schemas.microsoft.com/office/powerpoint/2010/main" val="1233179794"/>
              </p:ext>
            </p:extLst>
          </p:nvPr>
        </p:nvGraphicFramePr>
        <p:xfrm>
          <a:off x="5703388" y="1121117"/>
          <a:ext cx="4572000" cy="27432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4" name="Chart 3">
            <a:extLst>
              <a:ext uri="{FF2B5EF4-FFF2-40B4-BE49-F238E27FC236}">
                <a16:creationId xmlns:a16="http://schemas.microsoft.com/office/drawing/2014/main" id="{E40A3F3F-051D-D697-CEB1-9F1B17AEE38D}"/>
              </a:ext>
            </a:extLst>
          </p:cNvPr>
          <p:cNvGraphicFramePr>
            <a:graphicFrameLocks/>
          </p:cNvGraphicFramePr>
          <p:nvPr>
            <p:extLst>
              <p:ext uri="{D42A27DB-BD31-4B8C-83A1-F6EECF244321}">
                <p14:modId xmlns:p14="http://schemas.microsoft.com/office/powerpoint/2010/main" val="2690440423"/>
              </p:ext>
            </p:extLst>
          </p:nvPr>
        </p:nvGraphicFramePr>
        <p:xfrm>
          <a:off x="1930400" y="4181900"/>
          <a:ext cx="4572000" cy="27432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5" name="Chart 4">
            <a:extLst>
              <a:ext uri="{FF2B5EF4-FFF2-40B4-BE49-F238E27FC236}">
                <a16:creationId xmlns:a16="http://schemas.microsoft.com/office/drawing/2014/main" id="{14FA4452-0614-2E30-A985-46FEEDFACD69}"/>
              </a:ext>
            </a:extLst>
          </p:cNvPr>
          <p:cNvGraphicFramePr>
            <a:graphicFrameLocks/>
          </p:cNvGraphicFramePr>
          <p:nvPr>
            <p:extLst>
              <p:ext uri="{D42A27DB-BD31-4B8C-83A1-F6EECF244321}">
                <p14:modId xmlns:p14="http://schemas.microsoft.com/office/powerpoint/2010/main" val="4212726530"/>
              </p:ext>
            </p:extLst>
          </p:nvPr>
        </p:nvGraphicFramePr>
        <p:xfrm>
          <a:off x="4744720" y="4181900"/>
          <a:ext cx="4572000" cy="2743200"/>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17249232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83473" y="269966"/>
            <a:ext cx="8029303" cy="584775"/>
          </a:xfrm>
          <a:prstGeom prst="rect">
            <a:avLst/>
          </a:prstGeom>
          <a:noFill/>
        </p:spPr>
        <p:txBody>
          <a:bodyPr wrap="square" rtlCol="0">
            <a:spAutoFit/>
          </a:bodyPr>
          <a:lstStyle/>
          <a:p>
            <a:r>
              <a:rPr lang="en-US" sz="3200" u="sng" dirty="0">
                <a:solidFill>
                  <a:schemeClr val="accent5">
                    <a:lumMod val="75000"/>
                  </a:schemeClr>
                </a:solidFill>
              </a:rPr>
              <a:t>Perspective: Racial imbalance in Gender</a:t>
            </a:r>
          </a:p>
        </p:txBody>
      </p:sp>
      <p:sp>
        <p:nvSpPr>
          <p:cNvPr id="2" name="TextBox 1">
            <a:extLst>
              <a:ext uri="{FF2B5EF4-FFF2-40B4-BE49-F238E27FC236}">
                <a16:creationId xmlns:a16="http://schemas.microsoft.com/office/drawing/2014/main" id="{4A3BBF1E-035C-9C46-EE8A-D797C78C53DB}"/>
              </a:ext>
            </a:extLst>
          </p:cNvPr>
          <p:cNvSpPr txBox="1"/>
          <p:nvPr/>
        </p:nvSpPr>
        <p:spPr>
          <a:xfrm>
            <a:off x="7093432" y="854741"/>
            <a:ext cx="2722880" cy="369332"/>
          </a:xfrm>
          <a:prstGeom prst="rect">
            <a:avLst/>
          </a:prstGeom>
          <a:noFill/>
        </p:spPr>
        <p:txBody>
          <a:bodyPr wrap="square" rtlCol="0">
            <a:spAutoFit/>
          </a:bodyPr>
          <a:lstStyle/>
          <a:p>
            <a:r>
              <a:rPr lang="en-IN" dirty="0"/>
              <a:t>Generated Data - DDGAN</a:t>
            </a:r>
          </a:p>
        </p:txBody>
      </p:sp>
      <p:sp>
        <p:nvSpPr>
          <p:cNvPr id="3" name="TextBox 2">
            <a:extLst>
              <a:ext uri="{FF2B5EF4-FFF2-40B4-BE49-F238E27FC236}">
                <a16:creationId xmlns:a16="http://schemas.microsoft.com/office/drawing/2014/main" id="{2C7C4C4A-49C5-5BF7-25C6-A83D28B14206}"/>
              </a:ext>
            </a:extLst>
          </p:cNvPr>
          <p:cNvSpPr txBox="1"/>
          <p:nvPr/>
        </p:nvSpPr>
        <p:spPr>
          <a:xfrm>
            <a:off x="2879708" y="854741"/>
            <a:ext cx="1188720" cy="369332"/>
          </a:xfrm>
          <a:prstGeom prst="rect">
            <a:avLst/>
          </a:prstGeom>
          <a:noFill/>
        </p:spPr>
        <p:txBody>
          <a:bodyPr wrap="square" rtlCol="0">
            <a:spAutoFit/>
          </a:bodyPr>
          <a:lstStyle/>
          <a:p>
            <a:r>
              <a:rPr lang="en-IN" dirty="0"/>
              <a:t>Train Data</a:t>
            </a:r>
          </a:p>
        </p:txBody>
      </p:sp>
      <p:sp>
        <p:nvSpPr>
          <p:cNvPr id="4" name="TextBox 3">
            <a:extLst>
              <a:ext uri="{FF2B5EF4-FFF2-40B4-BE49-F238E27FC236}">
                <a16:creationId xmlns:a16="http://schemas.microsoft.com/office/drawing/2014/main" id="{AD880FCC-1202-A4B3-CBEF-BC3B37E50691}"/>
              </a:ext>
            </a:extLst>
          </p:cNvPr>
          <p:cNvSpPr txBox="1"/>
          <p:nvPr/>
        </p:nvSpPr>
        <p:spPr>
          <a:xfrm>
            <a:off x="2266381" y="3846285"/>
            <a:ext cx="2722880" cy="369332"/>
          </a:xfrm>
          <a:prstGeom prst="rect">
            <a:avLst/>
          </a:prstGeom>
          <a:noFill/>
        </p:spPr>
        <p:txBody>
          <a:bodyPr wrap="square" rtlCol="0">
            <a:spAutoFit/>
          </a:bodyPr>
          <a:lstStyle/>
          <a:p>
            <a:r>
              <a:rPr lang="en-IN" dirty="0"/>
              <a:t>Generated Data - DDPM</a:t>
            </a:r>
          </a:p>
        </p:txBody>
      </p:sp>
      <p:sp>
        <p:nvSpPr>
          <p:cNvPr id="5" name="TextBox 4">
            <a:extLst>
              <a:ext uri="{FF2B5EF4-FFF2-40B4-BE49-F238E27FC236}">
                <a16:creationId xmlns:a16="http://schemas.microsoft.com/office/drawing/2014/main" id="{B208D258-E8AF-127C-9235-52547B0453B3}"/>
              </a:ext>
            </a:extLst>
          </p:cNvPr>
          <p:cNvSpPr txBox="1"/>
          <p:nvPr/>
        </p:nvSpPr>
        <p:spPr>
          <a:xfrm>
            <a:off x="6829696" y="3846285"/>
            <a:ext cx="3566160" cy="369332"/>
          </a:xfrm>
          <a:prstGeom prst="rect">
            <a:avLst/>
          </a:prstGeom>
          <a:noFill/>
        </p:spPr>
        <p:txBody>
          <a:bodyPr wrap="square" rtlCol="0">
            <a:spAutoFit/>
          </a:bodyPr>
          <a:lstStyle/>
          <a:p>
            <a:r>
              <a:rPr lang="en-IN" dirty="0"/>
              <a:t>Generated Data – Stable Diffusion</a:t>
            </a:r>
          </a:p>
        </p:txBody>
      </p:sp>
      <p:graphicFrame>
        <p:nvGraphicFramePr>
          <p:cNvPr id="8" name="Chart 7">
            <a:extLst>
              <a:ext uri="{FF2B5EF4-FFF2-40B4-BE49-F238E27FC236}">
                <a16:creationId xmlns:a16="http://schemas.microsoft.com/office/drawing/2014/main" id="{7D68F342-D383-4A46-FC47-86FCB1560A9C}"/>
              </a:ext>
            </a:extLst>
          </p:cNvPr>
          <p:cNvGraphicFramePr>
            <a:graphicFrameLocks/>
          </p:cNvGraphicFramePr>
          <p:nvPr>
            <p:extLst>
              <p:ext uri="{D42A27DB-BD31-4B8C-83A1-F6EECF244321}">
                <p14:modId xmlns:p14="http://schemas.microsoft.com/office/powerpoint/2010/main" val="2997083114"/>
              </p:ext>
            </p:extLst>
          </p:nvPr>
        </p:nvGraphicFramePr>
        <p:xfrm>
          <a:off x="1482659" y="1220917"/>
          <a:ext cx="4140000" cy="25200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0" name="Chart 9">
            <a:extLst>
              <a:ext uri="{FF2B5EF4-FFF2-40B4-BE49-F238E27FC236}">
                <a16:creationId xmlns:a16="http://schemas.microsoft.com/office/drawing/2014/main" id="{74234C2B-511F-B28A-8C7C-F43A5F7C1C02}"/>
              </a:ext>
            </a:extLst>
          </p:cNvPr>
          <p:cNvGraphicFramePr>
            <a:graphicFrameLocks/>
          </p:cNvGraphicFramePr>
          <p:nvPr>
            <p:extLst>
              <p:ext uri="{D42A27DB-BD31-4B8C-83A1-F6EECF244321}">
                <p14:modId xmlns:p14="http://schemas.microsoft.com/office/powerpoint/2010/main" val="3842809798"/>
              </p:ext>
            </p:extLst>
          </p:nvPr>
        </p:nvGraphicFramePr>
        <p:xfrm>
          <a:off x="6356019" y="1220917"/>
          <a:ext cx="4140000" cy="25200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29638957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83473" y="269966"/>
            <a:ext cx="8029303" cy="584775"/>
          </a:xfrm>
          <a:prstGeom prst="rect">
            <a:avLst/>
          </a:prstGeom>
          <a:noFill/>
        </p:spPr>
        <p:txBody>
          <a:bodyPr wrap="square" rtlCol="0">
            <a:spAutoFit/>
          </a:bodyPr>
          <a:lstStyle/>
          <a:p>
            <a:r>
              <a:rPr lang="en-US" sz="3200" u="sng" dirty="0">
                <a:solidFill>
                  <a:schemeClr val="accent5">
                    <a:lumMod val="75000"/>
                  </a:schemeClr>
                </a:solidFill>
              </a:rPr>
              <a:t>Comparison: Gender imbalance in Race</a:t>
            </a:r>
          </a:p>
        </p:txBody>
      </p:sp>
      <p:sp>
        <p:nvSpPr>
          <p:cNvPr id="2" name="TextBox 1">
            <a:extLst>
              <a:ext uri="{FF2B5EF4-FFF2-40B4-BE49-F238E27FC236}">
                <a16:creationId xmlns:a16="http://schemas.microsoft.com/office/drawing/2014/main" id="{CC05ACBE-20FC-D7F7-EFDD-EBBA930C2092}"/>
              </a:ext>
            </a:extLst>
          </p:cNvPr>
          <p:cNvSpPr txBox="1"/>
          <p:nvPr/>
        </p:nvSpPr>
        <p:spPr>
          <a:xfrm>
            <a:off x="7093432" y="854741"/>
            <a:ext cx="2722880" cy="369332"/>
          </a:xfrm>
          <a:prstGeom prst="rect">
            <a:avLst/>
          </a:prstGeom>
          <a:noFill/>
        </p:spPr>
        <p:txBody>
          <a:bodyPr wrap="square" rtlCol="0">
            <a:spAutoFit/>
          </a:bodyPr>
          <a:lstStyle/>
          <a:p>
            <a:r>
              <a:rPr lang="en-IN" dirty="0"/>
              <a:t>Generated Data - DDGAN</a:t>
            </a:r>
          </a:p>
        </p:txBody>
      </p:sp>
      <p:sp>
        <p:nvSpPr>
          <p:cNvPr id="3" name="TextBox 2">
            <a:extLst>
              <a:ext uri="{FF2B5EF4-FFF2-40B4-BE49-F238E27FC236}">
                <a16:creationId xmlns:a16="http://schemas.microsoft.com/office/drawing/2014/main" id="{40349295-1BFD-CD63-6BB8-110873BA30E0}"/>
              </a:ext>
            </a:extLst>
          </p:cNvPr>
          <p:cNvSpPr txBox="1"/>
          <p:nvPr/>
        </p:nvSpPr>
        <p:spPr>
          <a:xfrm>
            <a:off x="2879708" y="854741"/>
            <a:ext cx="1188720" cy="369332"/>
          </a:xfrm>
          <a:prstGeom prst="rect">
            <a:avLst/>
          </a:prstGeom>
          <a:noFill/>
        </p:spPr>
        <p:txBody>
          <a:bodyPr wrap="square" rtlCol="0">
            <a:spAutoFit/>
          </a:bodyPr>
          <a:lstStyle/>
          <a:p>
            <a:r>
              <a:rPr lang="en-IN" dirty="0"/>
              <a:t>Train Data</a:t>
            </a:r>
          </a:p>
        </p:txBody>
      </p:sp>
      <p:sp>
        <p:nvSpPr>
          <p:cNvPr id="4" name="TextBox 3">
            <a:extLst>
              <a:ext uri="{FF2B5EF4-FFF2-40B4-BE49-F238E27FC236}">
                <a16:creationId xmlns:a16="http://schemas.microsoft.com/office/drawing/2014/main" id="{FB21F0D0-A889-DBCA-E65E-F3B9589EA544}"/>
              </a:ext>
            </a:extLst>
          </p:cNvPr>
          <p:cNvSpPr txBox="1"/>
          <p:nvPr/>
        </p:nvSpPr>
        <p:spPr>
          <a:xfrm>
            <a:off x="2266381" y="3846285"/>
            <a:ext cx="2722880" cy="369332"/>
          </a:xfrm>
          <a:prstGeom prst="rect">
            <a:avLst/>
          </a:prstGeom>
          <a:noFill/>
        </p:spPr>
        <p:txBody>
          <a:bodyPr wrap="square" rtlCol="0">
            <a:spAutoFit/>
          </a:bodyPr>
          <a:lstStyle/>
          <a:p>
            <a:r>
              <a:rPr lang="en-IN" dirty="0"/>
              <a:t>Generated Data - DDPM</a:t>
            </a:r>
          </a:p>
        </p:txBody>
      </p:sp>
      <p:sp>
        <p:nvSpPr>
          <p:cNvPr id="5" name="TextBox 4">
            <a:extLst>
              <a:ext uri="{FF2B5EF4-FFF2-40B4-BE49-F238E27FC236}">
                <a16:creationId xmlns:a16="http://schemas.microsoft.com/office/drawing/2014/main" id="{1B92D8D0-88A0-7ED2-ECB0-754C2C070F46}"/>
              </a:ext>
            </a:extLst>
          </p:cNvPr>
          <p:cNvSpPr txBox="1"/>
          <p:nvPr/>
        </p:nvSpPr>
        <p:spPr>
          <a:xfrm>
            <a:off x="6829696" y="3846285"/>
            <a:ext cx="3566160" cy="369332"/>
          </a:xfrm>
          <a:prstGeom prst="rect">
            <a:avLst/>
          </a:prstGeom>
          <a:noFill/>
        </p:spPr>
        <p:txBody>
          <a:bodyPr wrap="square" rtlCol="0">
            <a:spAutoFit/>
          </a:bodyPr>
          <a:lstStyle/>
          <a:p>
            <a:r>
              <a:rPr lang="en-IN" dirty="0"/>
              <a:t>Generated Data – Stable Diffusion</a:t>
            </a:r>
          </a:p>
        </p:txBody>
      </p:sp>
      <p:graphicFrame>
        <p:nvGraphicFramePr>
          <p:cNvPr id="12" name="Chart 11">
            <a:extLst>
              <a:ext uri="{FF2B5EF4-FFF2-40B4-BE49-F238E27FC236}">
                <a16:creationId xmlns:a16="http://schemas.microsoft.com/office/drawing/2014/main" id="{8CDB0823-A4D0-D9B5-7051-0363FF21FDA6}"/>
              </a:ext>
            </a:extLst>
          </p:cNvPr>
          <p:cNvGraphicFramePr>
            <a:graphicFrameLocks/>
          </p:cNvGraphicFramePr>
          <p:nvPr>
            <p:extLst>
              <p:ext uri="{D42A27DB-BD31-4B8C-83A1-F6EECF244321}">
                <p14:modId xmlns:p14="http://schemas.microsoft.com/office/powerpoint/2010/main" val="2351593700"/>
              </p:ext>
            </p:extLst>
          </p:nvPr>
        </p:nvGraphicFramePr>
        <p:xfrm>
          <a:off x="1567982" y="1160570"/>
          <a:ext cx="4140000" cy="25200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9" name="Chart 8">
            <a:extLst>
              <a:ext uri="{FF2B5EF4-FFF2-40B4-BE49-F238E27FC236}">
                <a16:creationId xmlns:a16="http://schemas.microsoft.com/office/drawing/2014/main" id="{25B2E119-74AC-62BA-8ECE-BF8AEF57C686}"/>
              </a:ext>
            </a:extLst>
          </p:cNvPr>
          <p:cNvGraphicFramePr>
            <a:graphicFrameLocks/>
          </p:cNvGraphicFramePr>
          <p:nvPr>
            <p:extLst>
              <p:ext uri="{D42A27DB-BD31-4B8C-83A1-F6EECF244321}">
                <p14:modId xmlns:p14="http://schemas.microsoft.com/office/powerpoint/2010/main" val="441060954"/>
              </p:ext>
            </p:extLst>
          </p:nvPr>
        </p:nvGraphicFramePr>
        <p:xfrm>
          <a:off x="6484018" y="1168400"/>
          <a:ext cx="4140000" cy="25200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409202981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72A8A0C-0754-E422-B5F7-51B3627A332F}"/>
              </a:ext>
            </a:extLst>
          </p:cNvPr>
          <p:cNvPicPr>
            <a:picLocks noChangeAspect="1"/>
          </p:cNvPicPr>
          <p:nvPr/>
        </p:nvPicPr>
        <p:blipFill>
          <a:blip r:embed="rId2"/>
          <a:stretch>
            <a:fillRect/>
          </a:stretch>
        </p:blipFill>
        <p:spPr>
          <a:xfrm>
            <a:off x="1754413" y="558143"/>
            <a:ext cx="3562533" cy="844593"/>
          </a:xfrm>
          <a:prstGeom prst="rect">
            <a:avLst/>
          </a:prstGeom>
        </p:spPr>
      </p:pic>
      <p:pic>
        <p:nvPicPr>
          <p:cNvPr id="5" name="Picture 4">
            <a:extLst>
              <a:ext uri="{FF2B5EF4-FFF2-40B4-BE49-F238E27FC236}">
                <a16:creationId xmlns:a16="http://schemas.microsoft.com/office/drawing/2014/main" id="{67C24720-4167-8739-0B75-581BCD04E4E8}"/>
              </a:ext>
            </a:extLst>
          </p:cNvPr>
          <p:cNvPicPr>
            <a:picLocks noChangeAspect="1"/>
          </p:cNvPicPr>
          <p:nvPr/>
        </p:nvPicPr>
        <p:blipFill>
          <a:blip r:embed="rId3"/>
          <a:stretch>
            <a:fillRect/>
          </a:stretch>
        </p:blipFill>
        <p:spPr>
          <a:xfrm>
            <a:off x="1754413" y="1584266"/>
            <a:ext cx="4616687" cy="2267067"/>
          </a:xfrm>
          <a:prstGeom prst="rect">
            <a:avLst/>
          </a:prstGeom>
        </p:spPr>
      </p:pic>
    </p:spTree>
    <p:extLst>
      <p:ext uri="{BB962C8B-B14F-4D97-AF65-F5344CB8AC3E}">
        <p14:creationId xmlns:p14="http://schemas.microsoft.com/office/powerpoint/2010/main" val="232554667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2738BA0-154D-1263-9074-0EBD975AC9DA}"/>
              </a:ext>
            </a:extLst>
          </p:cNvPr>
          <p:cNvSpPr txBox="1">
            <a:spLocks/>
          </p:cNvSpPr>
          <p:nvPr/>
        </p:nvSpPr>
        <p:spPr>
          <a:xfrm>
            <a:off x="831850" y="1709738"/>
            <a:ext cx="10515600" cy="285273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dirty="0"/>
              <a:t>Appendix</a:t>
            </a:r>
          </a:p>
        </p:txBody>
      </p:sp>
    </p:spTree>
    <p:extLst>
      <p:ext uri="{BB962C8B-B14F-4D97-AF65-F5344CB8AC3E}">
        <p14:creationId xmlns:p14="http://schemas.microsoft.com/office/powerpoint/2010/main" val="398207255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3100</TotalTime>
  <Words>1233</Words>
  <Application>Microsoft Office PowerPoint</Application>
  <PresentationFormat>Widescreen</PresentationFormat>
  <Paragraphs>224</Paragraphs>
  <Slides>56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56</vt:i4>
      </vt:variant>
    </vt:vector>
  </HeadingPairs>
  <TitlesOfParts>
    <vt:vector size="60" baseType="lpstr">
      <vt:lpstr>Arial</vt:lpstr>
      <vt:lpstr>Calibri</vt:lpstr>
      <vt:lpstr>Calibri Light</vt:lpstr>
      <vt:lpstr>Office Theme</vt:lpstr>
      <vt:lpstr>Identification of Bias in Diffusion Models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Analysis on DDPM model</vt:lpstr>
      <vt:lpstr>PowerPoint Presentation</vt:lpstr>
      <vt:lpstr>PowerPoint Presentation</vt:lpstr>
      <vt:lpstr>PowerPoint Presentation</vt:lpstr>
      <vt:lpstr>PowerPoint Presentation</vt:lpstr>
      <vt:lpstr>PowerPoint Presentation</vt:lpstr>
      <vt:lpstr>Analysis on Stable Diffusion model</vt:lpstr>
      <vt:lpstr>PowerPoint Presentation</vt:lpstr>
      <vt:lpstr>PowerPoint Presentation</vt:lpstr>
      <vt:lpstr>PowerPoint Presentation</vt:lpstr>
      <vt:lpstr>PowerPoint Presentation</vt:lpstr>
      <vt:lpstr>PowerPoint Presentation</vt:lpstr>
      <vt:lpstr>Analysis on DDGAN model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CelebA-HQ dataset</vt:lpstr>
      <vt:lpstr>PowerPoint Presentation</vt:lpstr>
      <vt:lpstr>PowerPoint Presentation</vt:lpstr>
      <vt:lpstr>PowerPoint Presentation</vt:lpstr>
      <vt:lpstr>PowerPoint Presentation</vt:lpstr>
      <vt:lpstr>PowerPoint Presentation</vt:lpstr>
      <vt:lpstr>Fairface dataset</vt:lpstr>
      <vt:lpstr>PowerPoint Presentation</vt:lpstr>
      <vt:lpstr>PowerPoint Presentation</vt:lpstr>
      <vt:lpstr>PowerPoint Presentation</vt:lpstr>
      <vt:lpstr>PowerPoint Presentation</vt:lpstr>
      <vt:lpstr>PowerPoint Presentation</vt:lpstr>
      <vt:lpstr>Fairface balanced (race + gender) dataset</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account</dc:creator>
  <cp:lastModifiedBy>Subir Parida</cp:lastModifiedBy>
  <cp:revision>49</cp:revision>
  <dcterms:created xsi:type="dcterms:W3CDTF">2023-12-11T11:15:53Z</dcterms:created>
  <dcterms:modified xsi:type="dcterms:W3CDTF">2024-02-06T03:31:26Z</dcterms:modified>
</cp:coreProperties>
</file>