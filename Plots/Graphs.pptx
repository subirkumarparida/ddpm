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dae42a5ff17c16/Documents/github_large/Plots/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dae42a5ff17c16/Documents/github_large/Plots/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dae42a5ff17c16/Documents/github_large/Plots/Dat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dae42a5ff17c16/Documents/github_large/Plots/Dat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dae42a5ff17c16/Documents/github_large/Plots/Data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dae42a5ff17c16/Documents/github_large/Plots/Data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dae42a5ff17c16/Documents/github_large/Plots/Data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dae42a5ff17c16/Documents/github_large/Plots/Data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dae42a5ff17c16/Documents/github_large/Plots/Data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percentStacked"/>
        <c:varyColors val="0"/>
        <c:ser>
          <c:idx val="0"/>
          <c:order val="0"/>
          <c:tx>
            <c:strRef>
              <c:f>Race!$A$2</c:f>
              <c:strCache>
                <c:ptCount val="1"/>
                <c:pt idx="0">
                  <c:v>White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dLbl>
              <c:idx val="3"/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600" b="1" i="0" u="none" strike="noStrike" kern="120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A0DA5075-E24C-481E-9BE5-656EF72D88F1}" type="VALUE">
                      <a:rPr lang="en-US" sz="1600"/>
                      <a:pPr>
                        <a:defRPr sz="1600"/>
                      </a:pPr>
                      <a:t>[VALUE]</a:t>
                    </a:fld>
                    <a:endParaRPr lang="en-IN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9606919789612099E-2"/>
                      <c:h val="6.6405847953216371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E677-42D3-8419-ADE17ED213F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Race!$B$1:$E$1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CelebA-HQ</c:v>
                </c:pt>
              </c:strCache>
            </c:strRef>
          </c:cat>
          <c:val>
            <c:numRef>
              <c:f>Race!$B$2:$E$2</c:f>
              <c:numCache>
                <c:formatCode>General</c:formatCode>
                <c:ptCount val="4"/>
                <c:pt idx="0">
                  <c:v>91</c:v>
                </c:pt>
                <c:pt idx="1">
                  <c:v>82</c:v>
                </c:pt>
                <c:pt idx="2">
                  <c:v>89</c:v>
                </c:pt>
                <c:pt idx="3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13-4F70-B29E-9A2D47970E2E}"/>
            </c:ext>
          </c:extLst>
        </c:ser>
        <c:ser>
          <c:idx val="1"/>
          <c:order val="1"/>
          <c:tx>
            <c:strRef>
              <c:f>Race!$A$3</c:f>
              <c:strCache>
                <c:ptCount val="1"/>
                <c:pt idx="0">
                  <c:v>Asian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Race!$B$1:$E$1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CelebA-HQ</c:v>
                </c:pt>
              </c:strCache>
            </c:strRef>
          </c:cat>
          <c:val>
            <c:numRef>
              <c:f>Race!$B$3:$E$3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5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C13-4F70-B29E-9A2D47970E2E}"/>
            </c:ext>
          </c:extLst>
        </c:ser>
        <c:ser>
          <c:idx val="2"/>
          <c:order val="2"/>
          <c:tx>
            <c:strRef>
              <c:f>Race!$A$4</c:f>
              <c:strCache>
                <c:ptCount val="1"/>
                <c:pt idx="0">
                  <c:v>Black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Race!$B$1:$E$1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CelebA-HQ</c:v>
                </c:pt>
              </c:strCache>
            </c:strRef>
          </c:cat>
          <c:val>
            <c:numRef>
              <c:f>Race!$B$4:$E$4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4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C13-4F70-B29E-9A2D47970E2E}"/>
            </c:ext>
          </c:extLst>
        </c:ser>
        <c:ser>
          <c:idx val="3"/>
          <c:order val="3"/>
          <c:tx>
            <c:strRef>
              <c:f>Race!$A$5</c:f>
              <c:strCache>
                <c:ptCount val="1"/>
                <c:pt idx="0">
                  <c:v>Indian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Race!$B$1:$E$1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CelebA-HQ</c:v>
                </c:pt>
              </c:strCache>
            </c:strRef>
          </c:cat>
          <c:val>
            <c:numRef>
              <c:f>Race!$B$5:$E$5</c:f>
              <c:numCache>
                <c:formatCode>General</c:formatCode>
                <c:ptCount val="4"/>
                <c:pt idx="0">
                  <c:v>2</c:v>
                </c:pt>
                <c:pt idx="1">
                  <c:v>10</c:v>
                </c:pt>
                <c:pt idx="2">
                  <c:v>2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C13-4F70-B29E-9A2D47970E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gapDepth val="95"/>
        <c:shape val="box"/>
        <c:axId val="593075487"/>
        <c:axId val="835120959"/>
        <c:axId val="0"/>
      </c:bar3DChart>
      <c:catAx>
        <c:axId val="59307548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35120959"/>
        <c:crosses val="autoZero"/>
        <c:auto val="1"/>
        <c:lblAlgn val="ctr"/>
        <c:lblOffset val="100"/>
        <c:noMultiLvlLbl val="0"/>
      </c:catAx>
      <c:valAx>
        <c:axId val="83512095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600"/>
                  <a:t>percentages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30754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4844551282051284"/>
          <c:y val="1.6710526315789474E-2"/>
          <c:w val="0.34694518408941488"/>
          <c:h val="0.1185985380116959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percentStacked"/>
        <c:varyColors val="0"/>
        <c:ser>
          <c:idx val="0"/>
          <c:order val="0"/>
          <c:tx>
            <c:strRef>
              <c:f>Race!$A$20</c:f>
              <c:strCache>
                <c:ptCount val="1"/>
                <c:pt idx="0">
                  <c:v>White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Race!$B$19:$E$19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FairFace</c:v>
                </c:pt>
              </c:strCache>
            </c:strRef>
          </c:cat>
          <c:val>
            <c:numRef>
              <c:f>Race!$B$20:$E$20</c:f>
              <c:numCache>
                <c:formatCode>General</c:formatCode>
                <c:ptCount val="4"/>
                <c:pt idx="0">
                  <c:v>0</c:v>
                </c:pt>
                <c:pt idx="1">
                  <c:v>24</c:v>
                </c:pt>
                <c:pt idx="2">
                  <c:v>51</c:v>
                </c:pt>
                <c:pt idx="3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61-4114-BB61-F83D028E5A07}"/>
            </c:ext>
          </c:extLst>
        </c:ser>
        <c:ser>
          <c:idx val="1"/>
          <c:order val="1"/>
          <c:tx>
            <c:strRef>
              <c:f>Race!$A$21</c:f>
              <c:strCache>
                <c:ptCount val="1"/>
                <c:pt idx="0">
                  <c:v>Asian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Race!$B$19:$E$19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FairFace</c:v>
                </c:pt>
              </c:strCache>
            </c:strRef>
          </c:cat>
          <c:val>
            <c:numRef>
              <c:f>Race!$B$21:$E$21</c:f>
              <c:numCache>
                <c:formatCode>General</c:formatCode>
                <c:ptCount val="4"/>
                <c:pt idx="0">
                  <c:v>0</c:v>
                </c:pt>
                <c:pt idx="1">
                  <c:v>19</c:v>
                </c:pt>
                <c:pt idx="2">
                  <c:v>33</c:v>
                </c:pt>
                <c:pt idx="3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961-4114-BB61-F83D028E5A07}"/>
            </c:ext>
          </c:extLst>
        </c:ser>
        <c:ser>
          <c:idx val="2"/>
          <c:order val="2"/>
          <c:tx>
            <c:strRef>
              <c:f>Race!$A$22</c:f>
              <c:strCache>
                <c:ptCount val="1"/>
                <c:pt idx="0">
                  <c:v>Black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Race!$B$19:$E$19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FairFace</c:v>
                </c:pt>
              </c:strCache>
            </c:strRef>
          </c:cat>
          <c:val>
            <c:numRef>
              <c:f>Race!$B$22:$E$22</c:f>
              <c:numCache>
                <c:formatCode>General</c:formatCode>
                <c:ptCount val="4"/>
                <c:pt idx="0">
                  <c:v>0</c:v>
                </c:pt>
                <c:pt idx="1">
                  <c:v>13</c:v>
                </c:pt>
                <c:pt idx="2">
                  <c:v>7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961-4114-BB61-F83D028E5A07}"/>
            </c:ext>
          </c:extLst>
        </c:ser>
        <c:ser>
          <c:idx val="3"/>
          <c:order val="3"/>
          <c:tx>
            <c:strRef>
              <c:f>Race!$A$23</c:f>
              <c:strCache>
                <c:ptCount val="1"/>
                <c:pt idx="0">
                  <c:v>Indian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Race!$B$19:$E$19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FairFace</c:v>
                </c:pt>
              </c:strCache>
            </c:strRef>
          </c:cat>
          <c:val>
            <c:numRef>
              <c:f>Race!$B$23:$E$23</c:f>
              <c:numCache>
                <c:formatCode>General</c:formatCode>
                <c:ptCount val="4"/>
                <c:pt idx="0">
                  <c:v>0</c:v>
                </c:pt>
                <c:pt idx="1">
                  <c:v>44</c:v>
                </c:pt>
                <c:pt idx="2">
                  <c:v>9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961-4114-BB61-F83D028E5A0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9"/>
        <c:shape val="box"/>
        <c:axId val="651788063"/>
        <c:axId val="784941855"/>
        <c:axId val="0"/>
      </c:bar3DChart>
      <c:catAx>
        <c:axId val="65178806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4941855"/>
        <c:crosses val="autoZero"/>
        <c:auto val="1"/>
        <c:lblAlgn val="ctr"/>
        <c:lblOffset val="100"/>
        <c:noMultiLvlLbl val="0"/>
      </c:catAx>
      <c:valAx>
        <c:axId val="78494185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600" b="0" i="0" u="none" strike="noStrike" kern="1200" cap="all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percentages</a:t>
                </a:r>
                <a:endParaRPr lang="en-IN" sz="16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17880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4740179158448387"/>
          <c:y val="1.1140350877192982E-2"/>
          <c:w val="0.3782568211702827"/>
          <c:h val="0.1167418128654970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percentStacked"/>
        <c:varyColors val="0"/>
        <c:ser>
          <c:idx val="0"/>
          <c:order val="0"/>
          <c:tx>
            <c:strRef>
              <c:f>Race!$A$36</c:f>
              <c:strCache>
                <c:ptCount val="1"/>
                <c:pt idx="0">
                  <c:v>White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Race!$B$35:$E$35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Bal - FairFace</c:v>
                </c:pt>
              </c:strCache>
            </c:strRef>
          </c:cat>
          <c:val>
            <c:numRef>
              <c:f>Race!$B$36:$E$36</c:f>
              <c:numCache>
                <c:formatCode>General</c:formatCode>
                <c:ptCount val="4"/>
                <c:pt idx="0">
                  <c:v>0</c:v>
                </c:pt>
                <c:pt idx="1">
                  <c:v>22</c:v>
                </c:pt>
                <c:pt idx="2">
                  <c:v>42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83-4900-BB43-687E62600F07}"/>
            </c:ext>
          </c:extLst>
        </c:ser>
        <c:ser>
          <c:idx val="1"/>
          <c:order val="1"/>
          <c:tx>
            <c:strRef>
              <c:f>Race!$A$37</c:f>
              <c:strCache>
                <c:ptCount val="1"/>
                <c:pt idx="0">
                  <c:v>Asian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Race!$B$35:$E$35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Bal - FairFace</c:v>
                </c:pt>
              </c:strCache>
            </c:strRef>
          </c:cat>
          <c:val>
            <c:numRef>
              <c:f>Race!$B$37:$E$37</c:f>
              <c:numCache>
                <c:formatCode>General</c:formatCode>
                <c:ptCount val="4"/>
                <c:pt idx="0">
                  <c:v>0</c:v>
                </c:pt>
                <c:pt idx="1">
                  <c:v>24</c:v>
                </c:pt>
                <c:pt idx="2">
                  <c:v>27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83-4900-BB43-687E62600F07}"/>
            </c:ext>
          </c:extLst>
        </c:ser>
        <c:ser>
          <c:idx val="2"/>
          <c:order val="2"/>
          <c:tx>
            <c:strRef>
              <c:f>Race!$A$38</c:f>
              <c:strCache>
                <c:ptCount val="1"/>
                <c:pt idx="0">
                  <c:v>Black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Race!$B$35:$E$35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Bal - FairFace</c:v>
                </c:pt>
              </c:strCache>
            </c:strRef>
          </c:cat>
          <c:val>
            <c:numRef>
              <c:f>Race!$B$38:$E$38</c:f>
              <c:numCache>
                <c:formatCode>General</c:formatCode>
                <c:ptCount val="4"/>
                <c:pt idx="0">
                  <c:v>0</c:v>
                </c:pt>
                <c:pt idx="1">
                  <c:v>19</c:v>
                </c:pt>
                <c:pt idx="2">
                  <c:v>16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83-4900-BB43-687E62600F07}"/>
            </c:ext>
          </c:extLst>
        </c:ser>
        <c:ser>
          <c:idx val="3"/>
          <c:order val="3"/>
          <c:tx>
            <c:strRef>
              <c:f>Race!$A$39</c:f>
              <c:strCache>
                <c:ptCount val="1"/>
                <c:pt idx="0">
                  <c:v>Indian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Race!$B$35:$E$35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Bal - FairFace</c:v>
                </c:pt>
              </c:strCache>
            </c:strRef>
          </c:cat>
          <c:val>
            <c:numRef>
              <c:f>Race!$B$39:$E$39</c:f>
              <c:numCache>
                <c:formatCode>General</c:formatCode>
                <c:ptCount val="4"/>
                <c:pt idx="0">
                  <c:v>0</c:v>
                </c:pt>
                <c:pt idx="1">
                  <c:v>35</c:v>
                </c:pt>
                <c:pt idx="2">
                  <c:v>15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183-4900-BB43-687E62600F0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9"/>
        <c:shape val="box"/>
        <c:axId val="659421071"/>
        <c:axId val="653020591"/>
        <c:axId val="0"/>
      </c:bar3DChart>
      <c:catAx>
        <c:axId val="6594210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3020591"/>
        <c:crosses val="autoZero"/>
        <c:auto val="1"/>
        <c:lblAlgn val="ctr"/>
        <c:lblOffset val="100"/>
        <c:noMultiLvlLbl val="0"/>
      </c:catAx>
      <c:valAx>
        <c:axId val="65302059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600" b="0" i="0" u="none" strike="noStrike" kern="1200" cap="all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percentages</a:t>
                </a:r>
                <a:endParaRPr lang="en-IN" sz="16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94210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5305391190006574"/>
          <c:y val="1.4147717018923778E-2"/>
          <c:w val="0.31828624260355032"/>
          <c:h val="0.1127390350877192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percentStacked"/>
        <c:varyColors val="0"/>
        <c:ser>
          <c:idx val="0"/>
          <c:order val="0"/>
          <c:tx>
            <c:strRef>
              <c:f>Gender!$A$2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Gender!$B$1:$E$1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CelebA-HQ</c:v>
                </c:pt>
              </c:strCache>
            </c:strRef>
          </c:cat>
          <c:val>
            <c:numRef>
              <c:f>Gender!$B$2:$E$2</c:f>
              <c:numCache>
                <c:formatCode>General</c:formatCode>
                <c:ptCount val="4"/>
                <c:pt idx="0">
                  <c:v>34</c:v>
                </c:pt>
                <c:pt idx="1">
                  <c:v>31</c:v>
                </c:pt>
                <c:pt idx="2">
                  <c:v>29</c:v>
                </c:pt>
                <c:pt idx="3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8A-4203-A44F-2C319AE94EE0}"/>
            </c:ext>
          </c:extLst>
        </c:ser>
        <c:ser>
          <c:idx val="1"/>
          <c:order val="1"/>
          <c:tx>
            <c:strRef>
              <c:f>Gender!$A$3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Gender!$B$1:$E$1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CelebA-HQ</c:v>
                </c:pt>
              </c:strCache>
            </c:strRef>
          </c:cat>
          <c:val>
            <c:numRef>
              <c:f>Gender!$B$3:$E$3</c:f>
              <c:numCache>
                <c:formatCode>General</c:formatCode>
                <c:ptCount val="4"/>
                <c:pt idx="0">
                  <c:v>66</c:v>
                </c:pt>
                <c:pt idx="1">
                  <c:v>69</c:v>
                </c:pt>
                <c:pt idx="2">
                  <c:v>71</c:v>
                </c:pt>
                <c:pt idx="3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8A-4203-A44F-2C319AE94E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9"/>
        <c:shape val="box"/>
        <c:axId val="954177727"/>
        <c:axId val="835133359"/>
        <c:axId val="0"/>
      </c:bar3DChart>
      <c:catAx>
        <c:axId val="9541777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35133359"/>
        <c:crosses val="autoZero"/>
        <c:auto val="1"/>
        <c:lblAlgn val="ctr"/>
        <c:lblOffset val="100"/>
        <c:noMultiLvlLbl val="0"/>
      </c:catAx>
      <c:valAx>
        <c:axId val="83513335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600"/>
                  <a:t>Percentages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41777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45930539119000657"/>
          <c:y val="1.1140350877192982E-2"/>
          <c:w val="0.13357527942143327"/>
          <c:h val="0.1074581871345029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percentStacked"/>
        <c:varyColors val="0"/>
        <c:ser>
          <c:idx val="0"/>
          <c:order val="0"/>
          <c:tx>
            <c:strRef>
              <c:f>Gender!$A$12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Gender!$B$11:$E$11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FairFace</c:v>
                </c:pt>
              </c:strCache>
            </c:strRef>
          </c:cat>
          <c:val>
            <c:numRef>
              <c:f>Gender!$B$12:$E$12</c:f>
              <c:numCache>
                <c:formatCode>General</c:formatCode>
                <c:ptCount val="4"/>
                <c:pt idx="0">
                  <c:v>0</c:v>
                </c:pt>
                <c:pt idx="1">
                  <c:v>44</c:v>
                </c:pt>
                <c:pt idx="2">
                  <c:v>42</c:v>
                </c:pt>
                <c:pt idx="3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49-4CE8-87D7-68B45A822AF6}"/>
            </c:ext>
          </c:extLst>
        </c:ser>
        <c:ser>
          <c:idx val="1"/>
          <c:order val="1"/>
          <c:tx>
            <c:strRef>
              <c:f>Gender!$A$13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Gender!$B$11:$E$11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FairFace</c:v>
                </c:pt>
              </c:strCache>
            </c:strRef>
          </c:cat>
          <c:val>
            <c:numRef>
              <c:f>Gender!$B$13:$E$13</c:f>
              <c:numCache>
                <c:formatCode>General</c:formatCode>
                <c:ptCount val="4"/>
                <c:pt idx="0">
                  <c:v>0</c:v>
                </c:pt>
                <c:pt idx="1">
                  <c:v>56</c:v>
                </c:pt>
                <c:pt idx="2">
                  <c:v>58</c:v>
                </c:pt>
                <c:pt idx="3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549-4CE8-87D7-68B45A822A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9"/>
        <c:shape val="box"/>
        <c:axId val="233705247"/>
        <c:axId val="653018607"/>
        <c:axId val="0"/>
      </c:bar3DChart>
      <c:catAx>
        <c:axId val="23370524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3018607"/>
        <c:crosses val="autoZero"/>
        <c:auto val="1"/>
        <c:lblAlgn val="ctr"/>
        <c:lblOffset val="100"/>
        <c:noMultiLvlLbl val="0"/>
      </c:catAx>
      <c:valAx>
        <c:axId val="65301860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600" b="0" i="0" u="none" strike="noStrike" kern="1200" cap="all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Percentages</a:t>
                </a:r>
                <a:endParaRPr lang="en-IN" sz="16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37052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45930539119000657"/>
          <c:y val="1.1140350877192982E-2"/>
          <c:w val="0.12313806706114397"/>
          <c:h val="0.1000312865497075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percentStacked"/>
        <c:varyColors val="0"/>
        <c:ser>
          <c:idx val="0"/>
          <c:order val="0"/>
          <c:tx>
            <c:strRef>
              <c:f>Gender!$A$21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Gender!$B$20:$E$20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Bal - FairFace</c:v>
                </c:pt>
              </c:strCache>
            </c:strRef>
          </c:cat>
          <c:val>
            <c:numRef>
              <c:f>Gender!$B$21:$E$21</c:f>
              <c:numCache>
                <c:formatCode>General</c:formatCode>
                <c:ptCount val="4"/>
                <c:pt idx="0">
                  <c:v>0</c:v>
                </c:pt>
                <c:pt idx="1">
                  <c:v>43</c:v>
                </c:pt>
                <c:pt idx="2">
                  <c:v>44</c:v>
                </c:pt>
                <c:pt idx="3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28-4C63-B98E-329C70D7D41C}"/>
            </c:ext>
          </c:extLst>
        </c:ser>
        <c:ser>
          <c:idx val="1"/>
          <c:order val="1"/>
          <c:tx>
            <c:strRef>
              <c:f>Gender!$A$22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Gender!$B$20:$E$20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Bal - FairFace</c:v>
                </c:pt>
              </c:strCache>
            </c:strRef>
          </c:cat>
          <c:val>
            <c:numRef>
              <c:f>Gender!$B$22:$E$22</c:f>
              <c:numCache>
                <c:formatCode>General</c:formatCode>
                <c:ptCount val="4"/>
                <c:pt idx="0">
                  <c:v>0</c:v>
                </c:pt>
                <c:pt idx="1">
                  <c:v>57</c:v>
                </c:pt>
                <c:pt idx="2">
                  <c:v>56</c:v>
                </c:pt>
                <c:pt idx="3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A28-4C63-B98E-329C70D7D4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9"/>
        <c:shape val="box"/>
        <c:axId val="659423951"/>
        <c:axId val="835130383"/>
        <c:axId val="0"/>
      </c:bar3DChart>
      <c:catAx>
        <c:axId val="6594239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35130383"/>
        <c:crosses val="autoZero"/>
        <c:auto val="1"/>
        <c:lblAlgn val="ctr"/>
        <c:lblOffset val="100"/>
        <c:noMultiLvlLbl val="0"/>
      </c:catAx>
      <c:valAx>
        <c:axId val="83513038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600" b="0" i="0" u="none" strike="noStrike" kern="1200" cap="all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Percentages</a:t>
                </a:r>
                <a:endParaRPr lang="en-IN" sz="16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9423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44051840894148586"/>
          <c:y val="0"/>
          <c:w val="0.15966831032215648"/>
          <c:h val="0.1241687134502924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percentStacked"/>
        <c:varyColors val="0"/>
        <c:ser>
          <c:idx val="0"/>
          <c:order val="0"/>
          <c:tx>
            <c:strRef>
              <c:f>Age!$A$2</c:f>
              <c:strCache>
                <c:ptCount val="1"/>
                <c:pt idx="0">
                  <c:v>10 – 19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Age!$B$1:$E$1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CelebA-HQ</c:v>
                </c:pt>
              </c:strCache>
            </c:strRef>
          </c:cat>
          <c:val>
            <c:numRef>
              <c:f>Age!$B$2:$E$2</c:f>
              <c:numCache>
                <c:formatCode>General</c:formatCode>
                <c:ptCount val="4"/>
                <c:pt idx="0">
                  <c:v>3</c:v>
                </c:pt>
                <c:pt idx="1">
                  <c:v>1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21-4D94-875D-EDD579ED120D}"/>
            </c:ext>
          </c:extLst>
        </c:ser>
        <c:ser>
          <c:idx val="1"/>
          <c:order val="1"/>
          <c:tx>
            <c:strRef>
              <c:f>Age!$A$3</c:f>
              <c:strCache>
                <c:ptCount val="1"/>
                <c:pt idx="0">
                  <c:v>20 – 29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Age!$B$1:$E$1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CelebA-HQ</c:v>
                </c:pt>
              </c:strCache>
            </c:strRef>
          </c:cat>
          <c:val>
            <c:numRef>
              <c:f>Age!$B$3:$E$3</c:f>
              <c:numCache>
                <c:formatCode>General</c:formatCode>
                <c:ptCount val="4"/>
                <c:pt idx="0">
                  <c:v>67</c:v>
                </c:pt>
                <c:pt idx="1">
                  <c:v>60</c:v>
                </c:pt>
                <c:pt idx="2">
                  <c:v>80</c:v>
                </c:pt>
                <c:pt idx="3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321-4D94-875D-EDD579ED120D}"/>
            </c:ext>
          </c:extLst>
        </c:ser>
        <c:ser>
          <c:idx val="2"/>
          <c:order val="2"/>
          <c:tx>
            <c:strRef>
              <c:f>Age!$A$4</c:f>
              <c:strCache>
                <c:ptCount val="1"/>
                <c:pt idx="0">
                  <c:v>30 – 39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Age!$B$1:$E$1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CelebA-HQ</c:v>
                </c:pt>
              </c:strCache>
            </c:strRef>
          </c:cat>
          <c:val>
            <c:numRef>
              <c:f>Age!$B$4:$E$4</c:f>
              <c:numCache>
                <c:formatCode>General</c:formatCode>
                <c:ptCount val="4"/>
                <c:pt idx="0">
                  <c:v>16</c:v>
                </c:pt>
                <c:pt idx="1">
                  <c:v>28</c:v>
                </c:pt>
                <c:pt idx="2">
                  <c:v>14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321-4D94-875D-EDD579ED120D}"/>
            </c:ext>
          </c:extLst>
        </c:ser>
        <c:ser>
          <c:idx val="3"/>
          <c:order val="3"/>
          <c:tx>
            <c:strRef>
              <c:f>Age!$A$5</c:f>
              <c:strCache>
                <c:ptCount val="1"/>
                <c:pt idx="0">
                  <c:v>40 – 49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Age!$B$1:$E$1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CelebA-HQ</c:v>
                </c:pt>
              </c:strCache>
            </c:strRef>
          </c:cat>
          <c:val>
            <c:numRef>
              <c:f>Age!$B$5:$E$5</c:f>
              <c:numCache>
                <c:formatCode>General</c:formatCode>
                <c:ptCount val="4"/>
                <c:pt idx="0">
                  <c:v>7</c:v>
                </c:pt>
                <c:pt idx="1">
                  <c:v>6</c:v>
                </c:pt>
                <c:pt idx="2">
                  <c:v>2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321-4D94-875D-EDD579ED120D}"/>
            </c:ext>
          </c:extLst>
        </c:ser>
        <c:ser>
          <c:idx val="4"/>
          <c:order val="4"/>
          <c:tx>
            <c:strRef>
              <c:f>Age!$A$6</c:f>
              <c:strCache>
                <c:ptCount val="1"/>
                <c:pt idx="0">
                  <c:v>50 – 59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Age!$B$1:$E$1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CelebA-HQ</c:v>
                </c:pt>
              </c:strCache>
            </c:strRef>
          </c:cat>
          <c:val>
            <c:numRef>
              <c:f>Age!$B$6:$E$6</c:f>
              <c:numCache>
                <c:formatCode>General</c:formatCode>
                <c:ptCount val="4"/>
                <c:pt idx="0">
                  <c:v>5</c:v>
                </c:pt>
                <c:pt idx="1">
                  <c:v>4</c:v>
                </c:pt>
                <c:pt idx="2">
                  <c:v>1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321-4D94-875D-EDD579ED120D}"/>
            </c:ext>
          </c:extLst>
        </c:ser>
        <c:ser>
          <c:idx val="5"/>
          <c:order val="5"/>
          <c:tx>
            <c:strRef>
              <c:f>Age!$A$7</c:f>
              <c:strCache>
                <c:ptCount val="1"/>
                <c:pt idx="0">
                  <c:v>60 – 69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  <a:sp3d/>
          </c:spPr>
          <c:invertIfNegative val="0"/>
          <c:dLbls>
            <c:dLbl>
              <c:idx val="2"/>
              <c:layout>
                <c:manualLayout>
                  <c:x val="2.0874424720577038E-3"/>
                  <c:y val="-6.8079135571306906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7CA-4DF1-A40E-89DC1D05ED4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Age!$B$1:$E$1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CelebA-HQ</c:v>
                </c:pt>
              </c:strCache>
            </c:strRef>
          </c:cat>
          <c:val>
            <c:numRef>
              <c:f>Age!$B$7:$E$7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0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321-4D94-875D-EDD579ED120D}"/>
            </c:ext>
          </c:extLst>
        </c:ser>
        <c:ser>
          <c:idx val="6"/>
          <c:order val="6"/>
          <c:tx>
            <c:strRef>
              <c:f>Age!$A$8</c:f>
              <c:strCache>
                <c:ptCount val="1"/>
                <c:pt idx="0">
                  <c:v>70++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7.306048652202345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7CA-4DF1-A40E-89DC1D05ED43}"/>
                </c:ext>
              </c:extLst>
            </c:dLbl>
            <c:dLbl>
              <c:idx val="1"/>
              <c:layout>
                <c:manualLayout>
                  <c:x val="9.3934911242603558E-3"/>
                  <c:y val="-6.8079135571306906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7CA-4DF1-A40E-89DC1D05ED43}"/>
                </c:ext>
              </c:extLst>
            </c:dLbl>
            <c:dLbl>
              <c:idx val="2"/>
              <c:layout>
                <c:manualLayout>
                  <c:x val="1.043721236028913E-2"/>
                  <c:y val="-6.8079135571306906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7CA-4DF1-A40E-89DC1D05ED4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Age!$B$1:$E$1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CelebA-HQ</c:v>
                </c:pt>
              </c:strCache>
            </c:strRef>
          </c:cat>
          <c:val>
            <c:numRef>
              <c:f>Age!$B$8:$E$8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321-4D94-875D-EDD579ED12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9"/>
        <c:shape val="box"/>
        <c:axId val="789584079"/>
        <c:axId val="835115503"/>
        <c:axId val="0"/>
      </c:bar3DChart>
      <c:catAx>
        <c:axId val="7895840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35115503"/>
        <c:crosses val="autoZero"/>
        <c:auto val="1"/>
        <c:lblAlgn val="ctr"/>
        <c:lblOffset val="100"/>
        <c:noMultiLvlLbl val="0"/>
      </c:catAx>
      <c:valAx>
        <c:axId val="83511550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600"/>
                  <a:t>PERCENTAGES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95840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4865581854043392"/>
          <c:y val="2.2280701754385963E-2"/>
          <c:w val="0.58931722550953325"/>
          <c:h val="0.1278821637426900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percentStacked"/>
        <c:varyColors val="0"/>
        <c:ser>
          <c:idx val="0"/>
          <c:order val="0"/>
          <c:tx>
            <c:strRef>
              <c:f>Age!$A$28</c:f>
              <c:strCache>
                <c:ptCount val="1"/>
                <c:pt idx="0">
                  <c:v>0 – 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Age!$B$27:$E$27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FairFace</c:v>
                </c:pt>
              </c:strCache>
            </c:strRef>
          </c:cat>
          <c:val>
            <c:numRef>
              <c:f>Age!$B$28:$E$28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2A-4E30-BD16-1BE896FAE22C}"/>
            </c:ext>
          </c:extLst>
        </c:ser>
        <c:ser>
          <c:idx val="1"/>
          <c:order val="1"/>
          <c:tx>
            <c:strRef>
              <c:f>Age!$A$29</c:f>
              <c:strCache>
                <c:ptCount val="1"/>
                <c:pt idx="0">
                  <c:v>3 – 9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Age!$B$27:$E$27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FairFace</c:v>
                </c:pt>
              </c:strCache>
            </c:strRef>
          </c:cat>
          <c:val>
            <c:numRef>
              <c:f>Age!$B$29:$E$29</c:f>
              <c:numCache>
                <c:formatCode>General</c:formatCode>
                <c:ptCount val="4"/>
                <c:pt idx="0">
                  <c:v>0</c:v>
                </c:pt>
                <c:pt idx="1">
                  <c:v>11</c:v>
                </c:pt>
                <c:pt idx="2">
                  <c:v>12</c:v>
                </c:pt>
                <c:pt idx="3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2A-4E30-BD16-1BE896FAE22C}"/>
            </c:ext>
          </c:extLst>
        </c:ser>
        <c:ser>
          <c:idx val="2"/>
          <c:order val="2"/>
          <c:tx>
            <c:strRef>
              <c:f>Age!$A$30</c:f>
              <c:strCache>
                <c:ptCount val="1"/>
                <c:pt idx="0">
                  <c:v>10 – 19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Age!$B$27:$E$27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FairFace</c:v>
                </c:pt>
              </c:strCache>
            </c:strRef>
          </c:cat>
          <c:val>
            <c:numRef>
              <c:f>Age!$B$30:$E$30</c:f>
              <c:numCache>
                <c:formatCode>General</c:formatCode>
                <c:ptCount val="4"/>
                <c:pt idx="0">
                  <c:v>0</c:v>
                </c:pt>
                <c:pt idx="1">
                  <c:v>8</c:v>
                </c:pt>
                <c:pt idx="2">
                  <c:v>19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32A-4E30-BD16-1BE896FAE22C}"/>
            </c:ext>
          </c:extLst>
        </c:ser>
        <c:ser>
          <c:idx val="3"/>
          <c:order val="3"/>
          <c:tx>
            <c:strRef>
              <c:f>Age!$A$31</c:f>
              <c:strCache>
                <c:ptCount val="1"/>
                <c:pt idx="0">
                  <c:v>20 – 29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Age!$B$27:$E$27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FairFace</c:v>
                </c:pt>
              </c:strCache>
            </c:strRef>
          </c:cat>
          <c:val>
            <c:numRef>
              <c:f>Age!$B$31:$E$31</c:f>
              <c:numCache>
                <c:formatCode>General</c:formatCode>
                <c:ptCount val="4"/>
                <c:pt idx="0">
                  <c:v>0</c:v>
                </c:pt>
                <c:pt idx="1">
                  <c:v>49</c:v>
                </c:pt>
                <c:pt idx="2">
                  <c:v>45</c:v>
                </c:pt>
                <c:pt idx="3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32A-4E30-BD16-1BE896FAE22C}"/>
            </c:ext>
          </c:extLst>
        </c:ser>
        <c:ser>
          <c:idx val="4"/>
          <c:order val="4"/>
          <c:tx>
            <c:strRef>
              <c:f>Age!$A$32</c:f>
              <c:strCache>
                <c:ptCount val="1"/>
                <c:pt idx="0">
                  <c:v>30 – 39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Age!$B$27:$E$27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FairFace</c:v>
                </c:pt>
              </c:strCache>
            </c:strRef>
          </c:cat>
          <c:val>
            <c:numRef>
              <c:f>Age!$B$32:$E$32</c:f>
              <c:numCache>
                <c:formatCode>General</c:formatCode>
                <c:ptCount val="4"/>
                <c:pt idx="0">
                  <c:v>0</c:v>
                </c:pt>
                <c:pt idx="1">
                  <c:v>25</c:v>
                </c:pt>
                <c:pt idx="2">
                  <c:v>16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32A-4E30-BD16-1BE896FAE22C}"/>
            </c:ext>
          </c:extLst>
        </c:ser>
        <c:ser>
          <c:idx val="5"/>
          <c:order val="5"/>
          <c:tx>
            <c:strRef>
              <c:f>Age!$A$33</c:f>
              <c:strCache>
                <c:ptCount val="1"/>
                <c:pt idx="0">
                  <c:v>40 – 49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Age!$B$27:$E$27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FairFace</c:v>
                </c:pt>
              </c:strCache>
            </c:strRef>
          </c:cat>
          <c:val>
            <c:numRef>
              <c:f>Age!$B$33:$E$33</c:f>
              <c:numCache>
                <c:formatCode>General</c:formatCode>
                <c:ptCount val="4"/>
                <c:pt idx="0">
                  <c:v>0</c:v>
                </c:pt>
                <c:pt idx="1">
                  <c:v>6</c:v>
                </c:pt>
                <c:pt idx="2">
                  <c:v>6</c:v>
                </c:pt>
                <c:pt idx="3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32A-4E30-BD16-1BE896FAE22C}"/>
            </c:ext>
          </c:extLst>
        </c:ser>
        <c:ser>
          <c:idx val="6"/>
          <c:order val="6"/>
          <c:tx>
            <c:strRef>
              <c:f>Age!$A$34</c:f>
              <c:strCache>
                <c:ptCount val="1"/>
                <c:pt idx="0">
                  <c:v>50 – 59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Age!$B$27:$E$27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FairFace</c:v>
                </c:pt>
              </c:strCache>
            </c:strRef>
          </c:cat>
          <c:val>
            <c:numRef>
              <c:f>Age!$B$34:$E$34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32A-4E30-BD16-1BE896FAE22C}"/>
            </c:ext>
          </c:extLst>
        </c:ser>
        <c:ser>
          <c:idx val="7"/>
          <c:order val="7"/>
          <c:tx>
            <c:strRef>
              <c:f>Age!$A$35</c:f>
              <c:strCache>
                <c:ptCount val="1"/>
                <c:pt idx="0">
                  <c:v>60 – 69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  <a:sp3d/>
          </c:spPr>
          <c:invertIfNegative val="0"/>
          <c:dLbls>
            <c:dLbl>
              <c:idx val="1"/>
              <c:layout>
                <c:manualLayout>
                  <c:x val="1.4612097304404844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9C0-42C2-A8BD-AA3D9D781237}"/>
                </c:ext>
              </c:extLst>
            </c:dLbl>
            <c:dLbl>
              <c:idx val="2"/>
              <c:layout>
                <c:manualLayout>
                  <c:x val="5.2186061801444885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9C0-42C2-A8BD-AA3D9D7812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Age!$B$27:$E$27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FairFace</c:v>
                </c:pt>
              </c:strCache>
            </c:strRef>
          </c:cat>
          <c:val>
            <c:numRef>
              <c:f>Age!$B$35:$E$35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232A-4E30-BD16-1BE896FAE22C}"/>
            </c:ext>
          </c:extLst>
        </c:ser>
        <c:ser>
          <c:idx val="8"/>
          <c:order val="8"/>
          <c:tx>
            <c:strRef>
              <c:f>Age!$A$36</c:f>
              <c:strCache>
                <c:ptCount val="1"/>
                <c:pt idx="0">
                  <c:v>70++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  <a:sp3d/>
          </c:spPr>
          <c:invertIfNegative val="0"/>
          <c:dLbls>
            <c:dLbl>
              <c:idx val="1"/>
              <c:layout>
                <c:manualLayout>
                  <c:x val="4.174884944115712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9C0-42C2-A8BD-AA3D9D781237}"/>
                </c:ext>
              </c:extLst>
            </c:dLbl>
            <c:dLbl>
              <c:idx val="2"/>
              <c:layout>
                <c:manualLayout>
                  <c:x val="1.3568376068376069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9C0-42C2-A8BD-AA3D9D7812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Age!$B$27:$E$27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FairFace</c:v>
                </c:pt>
              </c:strCache>
            </c:strRef>
          </c:cat>
          <c:val>
            <c:numRef>
              <c:f>Age!$B$36:$E$36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32A-4E30-BD16-1BE896FAE22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9"/>
        <c:shape val="box"/>
        <c:axId val="885105471"/>
        <c:axId val="1421689247"/>
        <c:axId val="0"/>
      </c:bar3DChart>
      <c:catAx>
        <c:axId val="8851054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1689247"/>
        <c:crosses val="autoZero"/>
        <c:auto val="1"/>
        <c:lblAlgn val="ctr"/>
        <c:lblOffset val="100"/>
        <c:noMultiLvlLbl val="0"/>
      </c:catAx>
      <c:valAx>
        <c:axId val="142168924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600" b="0" i="0" u="none" strike="noStrike" kern="1200" cap="all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PERCENTAGES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51054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1309845496383958"/>
          <c:y val="1.1140350877192982E-2"/>
          <c:w val="0.62077046351084808"/>
          <c:h val="0.1353090643274853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percentStacked"/>
        <c:varyColors val="0"/>
        <c:ser>
          <c:idx val="0"/>
          <c:order val="0"/>
          <c:tx>
            <c:strRef>
              <c:f>Age!$A$59</c:f>
              <c:strCache>
                <c:ptCount val="1"/>
                <c:pt idx="0">
                  <c:v>0 – 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Age!$B$58:$E$58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Bal - FairFace</c:v>
                </c:pt>
              </c:strCache>
            </c:strRef>
          </c:cat>
          <c:val>
            <c:numRef>
              <c:f>Age!$B$59:$E$59</c:f>
              <c:numCache>
                <c:formatCode>General</c:formatCode>
                <c:ptCount val="4"/>
                <c:pt idx="0">
                  <c:v>0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46-4FFD-B1A9-008A3DB660C8}"/>
            </c:ext>
          </c:extLst>
        </c:ser>
        <c:ser>
          <c:idx val="1"/>
          <c:order val="1"/>
          <c:tx>
            <c:strRef>
              <c:f>Age!$A$60</c:f>
              <c:strCache>
                <c:ptCount val="1"/>
                <c:pt idx="0">
                  <c:v>3 – 9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Age!$B$58:$E$58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Bal - FairFace</c:v>
                </c:pt>
              </c:strCache>
            </c:strRef>
          </c:cat>
          <c:val>
            <c:numRef>
              <c:f>Age!$B$60:$E$60</c:f>
              <c:numCache>
                <c:formatCode>General</c:formatCode>
                <c:ptCount val="4"/>
                <c:pt idx="0">
                  <c:v>0</c:v>
                </c:pt>
                <c:pt idx="1">
                  <c:v>13</c:v>
                </c:pt>
                <c:pt idx="2">
                  <c:v>12</c:v>
                </c:pt>
                <c:pt idx="3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546-4FFD-B1A9-008A3DB660C8}"/>
            </c:ext>
          </c:extLst>
        </c:ser>
        <c:ser>
          <c:idx val="2"/>
          <c:order val="2"/>
          <c:tx>
            <c:strRef>
              <c:f>Age!$A$61</c:f>
              <c:strCache>
                <c:ptCount val="1"/>
                <c:pt idx="0">
                  <c:v>10 – 19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Age!$B$58:$E$58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Bal - FairFace</c:v>
                </c:pt>
              </c:strCache>
            </c:strRef>
          </c:cat>
          <c:val>
            <c:numRef>
              <c:f>Age!$B$61:$E$61</c:f>
              <c:numCache>
                <c:formatCode>General</c:formatCode>
                <c:ptCount val="4"/>
                <c:pt idx="0">
                  <c:v>0</c:v>
                </c:pt>
                <c:pt idx="1">
                  <c:v>8</c:v>
                </c:pt>
                <c:pt idx="2">
                  <c:v>13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546-4FFD-B1A9-008A3DB660C8}"/>
            </c:ext>
          </c:extLst>
        </c:ser>
        <c:ser>
          <c:idx val="3"/>
          <c:order val="3"/>
          <c:tx>
            <c:strRef>
              <c:f>Age!$A$62</c:f>
              <c:strCache>
                <c:ptCount val="1"/>
                <c:pt idx="0">
                  <c:v>20 – 29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Age!$B$58:$E$58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Bal - FairFace</c:v>
                </c:pt>
              </c:strCache>
            </c:strRef>
          </c:cat>
          <c:val>
            <c:numRef>
              <c:f>Age!$B$62:$E$62</c:f>
              <c:numCache>
                <c:formatCode>General</c:formatCode>
                <c:ptCount val="4"/>
                <c:pt idx="0">
                  <c:v>0</c:v>
                </c:pt>
                <c:pt idx="1">
                  <c:v>39</c:v>
                </c:pt>
                <c:pt idx="2">
                  <c:v>39</c:v>
                </c:pt>
                <c:pt idx="3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546-4FFD-B1A9-008A3DB660C8}"/>
            </c:ext>
          </c:extLst>
        </c:ser>
        <c:ser>
          <c:idx val="4"/>
          <c:order val="4"/>
          <c:tx>
            <c:strRef>
              <c:f>Age!$A$63</c:f>
              <c:strCache>
                <c:ptCount val="1"/>
                <c:pt idx="0">
                  <c:v>30 – 39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Age!$B$58:$E$58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Bal - FairFace</c:v>
                </c:pt>
              </c:strCache>
            </c:strRef>
          </c:cat>
          <c:val>
            <c:numRef>
              <c:f>Age!$B$63:$E$63</c:f>
              <c:numCache>
                <c:formatCode>General</c:formatCode>
                <c:ptCount val="4"/>
                <c:pt idx="0">
                  <c:v>0</c:v>
                </c:pt>
                <c:pt idx="1">
                  <c:v>25</c:v>
                </c:pt>
                <c:pt idx="2">
                  <c:v>21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546-4FFD-B1A9-008A3DB660C8}"/>
            </c:ext>
          </c:extLst>
        </c:ser>
        <c:ser>
          <c:idx val="5"/>
          <c:order val="5"/>
          <c:tx>
            <c:strRef>
              <c:f>Age!$A$64</c:f>
              <c:strCache>
                <c:ptCount val="1"/>
                <c:pt idx="0">
                  <c:v>40 – 49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Age!$B$58:$E$58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Bal - FairFace</c:v>
                </c:pt>
              </c:strCache>
            </c:strRef>
          </c:cat>
          <c:val>
            <c:numRef>
              <c:f>Age!$B$64:$E$64</c:f>
              <c:numCache>
                <c:formatCode>General</c:formatCode>
                <c:ptCount val="4"/>
                <c:pt idx="0">
                  <c:v>0</c:v>
                </c:pt>
                <c:pt idx="1">
                  <c:v>9</c:v>
                </c:pt>
                <c:pt idx="2">
                  <c:v>9</c:v>
                </c:pt>
                <c:pt idx="3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546-4FFD-B1A9-008A3DB660C8}"/>
            </c:ext>
          </c:extLst>
        </c:ser>
        <c:ser>
          <c:idx val="6"/>
          <c:order val="6"/>
          <c:tx>
            <c:strRef>
              <c:f>Age!$A$65</c:f>
              <c:strCache>
                <c:ptCount val="1"/>
                <c:pt idx="0">
                  <c:v>50 – 59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Age!$B$58:$E$58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Bal - FairFace</c:v>
                </c:pt>
              </c:strCache>
            </c:strRef>
          </c:cat>
          <c:val>
            <c:numRef>
              <c:f>Age!$B$65:$E$65</c:f>
              <c:numCache>
                <c:formatCode>General</c:formatCode>
                <c:ptCount val="4"/>
                <c:pt idx="0">
                  <c:v>0</c:v>
                </c:pt>
                <c:pt idx="1">
                  <c:v>3</c:v>
                </c:pt>
                <c:pt idx="2">
                  <c:v>4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546-4FFD-B1A9-008A3DB660C8}"/>
            </c:ext>
          </c:extLst>
        </c:ser>
        <c:ser>
          <c:idx val="7"/>
          <c:order val="7"/>
          <c:tx>
            <c:strRef>
              <c:f>Age!$A$66</c:f>
              <c:strCache>
                <c:ptCount val="1"/>
                <c:pt idx="0">
                  <c:v>60 – 69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Age!$B$58:$E$58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Bal - FairFace</c:v>
                </c:pt>
              </c:strCache>
            </c:strRef>
          </c:cat>
          <c:val>
            <c:numRef>
              <c:f>Age!$B$66:$E$66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9546-4FFD-B1A9-008A3DB660C8}"/>
            </c:ext>
          </c:extLst>
        </c:ser>
        <c:ser>
          <c:idx val="8"/>
          <c:order val="8"/>
          <c:tx>
            <c:strRef>
              <c:f>Age!$A$67</c:f>
              <c:strCache>
                <c:ptCount val="1"/>
                <c:pt idx="0">
                  <c:v>70++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  <a:sp3d/>
          </c:spPr>
          <c:invertIfNegative val="0"/>
          <c:dLbls>
            <c:dLbl>
              <c:idx val="1"/>
              <c:layout>
                <c:manualLayout>
                  <c:x val="7.3060486522024985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196-4C6F-9E14-1E3498091F8B}"/>
                </c:ext>
              </c:extLst>
            </c:dLbl>
            <c:dLbl>
              <c:idx val="2"/>
              <c:layout>
                <c:manualLayout>
                  <c:x val="9.3934911242602014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196-4C6F-9E14-1E3498091F8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Age!$B$58:$E$58</c:f>
              <c:strCache>
                <c:ptCount val="4"/>
                <c:pt idx="0">
                  <c:v>LDM</c:v>
                </c:pt>
                <c:pt idx="1">
                  <c:v>DDGAN</c:v>
                </c:pt>
                <c:pt idx="2">
                  <c:v>DDPM</c:v>
                </c:pt>
                <c:pt idx="3">
                  <c:v>Bal - FairFace</c:v>
                </c:pt>
              </c:strCache>
            </c:strRef>
          </c:cat>
          <c:val>
            <c:numRef>
              <c:f>Age!$B$67:$E$67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546-4FFD-B1A9-008A3DB660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9"/>
        <c:shape val="box"/>
        <c:axId val="885118911"/>
        <c:axId val="1421695695"/>
        <c:axId val="0"/>
      </c:bar3DChart>
      <c:catAx>
        <c:axId val="8851189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1695695"/>
        <c:crosses val="autoZero"/>
        <c:auto val="1"/>
        <c:lblAlgn val="ctr"/>
        <c:lblOffset val="100"/>
        <c:noMultiLvlLbl val="0"/>
      </c:catAx>
      <c:valAx>
        <c:axId val="142169569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600" b="0" i="0" u="none" strike="noStrike" kern="1200" cap="all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PERCENTAGES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51189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5171614069690995"/>
          <c:y val="2.4137426900584794E-2"/>
          <c:w val="0.57693417159763316"/>
          <c:h val="0.1353090643274853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8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8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8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8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8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8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8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3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8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3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8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8342A-D147-800E-0F22-11F9B088A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3B1728-45FB-FF98-9B41-C5078296F0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64983-1F2D-07F8-CD9D-1F6CEC382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8DD2-ABFE-4B94-9DB0-75F403B2BA4B}" type="datetimeFigureOut">
              <a:rPr lang="en-IN" smtClean="0"/>
              <a:t>18-02-2024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247C2-5AC0-10D7-768D-70ADC0E43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9D6AE-AEB3-74E8-2297-612B1EA4F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899F0-B1A5-4954-ADD0-2C9ACC4AA1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395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9FB0-C7DA-FFB4-680D-CBC192986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62F3E-09CD-5F55-BF4A-EA4B5E557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EB551-664E-FFE5-5954-CEE160501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8DD2-ABFE-4B94-9DB0-75F403B2BA4B}" type="datetimeFigureOut">
              <a:rPr lang="en-IN" smtClean="0"/>
              <a:t>18-02-2024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0C994-2E88-A632-9360-68A363231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E3704-982C-A491-4722-9A636AACB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899F0-B1A5-4954-ADD0-2C9ACC4AA1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748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519EF-EC6F-B23D-7939-66D9BFBB9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B2E6F-5181-7212-1E92-0642B02FB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C7490-762E-2EDD-7C4C-48B19160D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8DD2-ABFE-4B94-9DB0-75F403B2BA4B}" type="datetimeFigureOut">
              <a:rPr lang="en-IN" smtClean="0"/>
              <a:t>18-02-2024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653EF-495C-3B78-9227-72AAABE9F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87E1E-61F6-970E-ABA9-49B42E55E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899F0-B1A5-4954-ADD0-2C9ACC4AA1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32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C6966-7980-4F7D-EC93-938992ACA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1E922-9A33-908A-F818-C915944F49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9EAC74-76EA-D3EF-4744-6E8C52382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EAF0FB-AF35-A530-0AD5-E47604753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8DD2-ABFE-4B94-9DB0-75F403B2BA4B}" type="datetimeFigureOut">
              <a:rPr lang="en-IN" smtClean="0"/>
              <a:t>18-02-2024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6EDDF-2891-378C-AD6A-56F51B0F4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287DD-8D39-DFAC-01B8-D8DF78D32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899F0-B1A5-4954-ADD0-2C9ACC4AA1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563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406D6-88DA-11FA-B6B2-EB6D8524E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70064-F5DA-8DC0-A21D-8FE49A191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4B5ADB-1FBE-20D7-6D6E-DF2BBC6B0B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0ABDEC-0A19-DDC5-29FF-FC64A8CE31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9DABE0-1568-278D-A47E-7CDD2BC84A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076917-CB1E-A318-6997-D5B1D75A5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8DD2-ABFE-4B94-9DB0-75F403B2BA4B}" type="datetimeFigureOut">
              <a:rPr lang="en-IN" smtClean="0"/>
              <a:t>18-02-2024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8340E1-3FA2-C3B3-790F-11334A458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957A50-FD6C-48F8-7D85-2F7177338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899F0-B1A5-4954-ADD0-2C9ACC4AA1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732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6B9FD-96D9-CC33-03C8-CE2250D0D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FF4B97-B557-FFF5-EB65-CF6F0A42D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8DD2-ABFE-4B94-9DB0-75F403B2BA4B}" type="datetimeFigureOut">
              <a:rPr lang="en-IN" smtClean="0"/>
              <a:t>18-02-2024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56402E-EA01-979E-3F1D-E1E065123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306E4-4E49-1DBE-F919-26712AEE7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899F0-B1A5-4954-ADD0-2C9ACC4AA1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943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B22F05-FF39-9437-44C8-ACF2C2F56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8DD2-ABFE-4B94-9DB0-75F403B2BA4B}" type="datetimeFigureOut">
              <a:rPr lang="en-IN" smtClean="0"/>
              <a:t>18-02-2024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6FA3A7-C55B-0520-EB0E-BEFA186F4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5C38D-F346-E9E4-D667-C8AF76A7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899F0-B1A5-4954-ADD0-2C9ACC4AA1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363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E7A93-63C8-C4C9-F661-60097DAC1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EF181-F9DE-E57D-65DD-4FAD063AE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8F7129-4E3C-F279-72BA-537472801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8E35B3-2D1B-BFE5-2F40-599E41B45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8DD2-ABFE-4B94-9DB0-75F403B2BA4B}" type="datetimeFigureOut">
              <a:rPr lang="en-IN" smtClean="0"/>
              <a:t>18-02-2024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71600-2A21-DCC5-2CA0-6DFCE201D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A7F68-68B3-2FD7-534A-F5FDF42DA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899F0-B1A5-4954-ADD0-2C9ACC4AA1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303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2B2B8-B5F3-2157-978B-94C838216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423345-B746-764C-5478-334E49A9AC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4ACD35-25ED-23EA-53AD-B4AEC376E6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A2D21-9CE5-571C-C9CE-E5587B9D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8DD2-ABFE-4B94-9DB0-75F403B2BA4B}" type="datetimeFigureOut">
              <a:rPr lang="en-IN" smtClean="0"/>
              <a:t>18-02-2024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E9787-7414-9FBA-4F60-98BEF3F5E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0D1CE-1132-8DE4-F176-A1B9BC3E0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899F0-B1A5-4954-ADD0-2C9ACC4AA1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58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4E44A-BE63-34DB-5D81-9F93A5DAF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6BFA9F-8549-92A5-2EC6-52921419AC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F97D0-1513-C5DA-22D3-F0F53A8A8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8DD2-ABFE-4B94-9DB0-75F403B2BA4B}" type="datetimeFigureOut">
              <a:rPr lang="en-IN" smtClean="0"/>
              <a:t>18-02-2024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9FA91-628A-403E-BA9E-BFF54DE6E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01F14-17C2-87E3-24B1-6E74ED922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899F0-B1A5-4954-ADD0-2C9ACC4AA1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952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1B2233-9658-141D-DF1D-7FE7B95713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AED0C-F382-4228-9549-1DF71890CE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1EFF3-D317-3314-BA6A-A17398F4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8DD2-ABFE-4B94-9DB0-75F403B2BA4B}" type="datetimeFigureOut">
              <a:rPr lang="en-IN" smtClean="0"/>
              <a:t>18-02-2024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5172A-0E2F-FEEE-E87E-DD73AADD4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C6B32-7099-DD33-3979-F4A2F17D2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899F0-B1A5-4954-ADD0-2C9ACC4AA1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94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491720-D541-9560-59BA-3BD5E0CD0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9EB3D-4CAA-F0D3-08D6-6DA6BC0FA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F6D11-F6FF-EAD5-1F6F-3234BA826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108DD2-ABFE-4B94-9DB0-75F403B2BA4B}" type="datetimeFigureOut">
              <a:rPr lang="en-IN" smtClean="0"/>
              <a:t>18-02-2024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82AEF-33A5-7D50-F7B4-7E5C58B5DD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A5CB3-9D4B-61C2-E238-5F47CAF28E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899F0-B1A5-4954-ADD0-2C9ACC4AA1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32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BF29F4EC-BAFC-AF35-2C3B-62BB19620E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1057778"/>
              </p:ext>
            </p:extLst>
          </p:nvPr>
        </p:nvGraphicFramePr>
        <p:xfrm>
          <a:off x="0" y="0"/>
          <a:ext cx="12168000" cy="68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28591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02469-C016-5ABC-FDE0-BDFD7FD03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49918756-BD45-37E1-B8A0-DC3B0B8151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5701400"/>
              </p:ext>
            </p:extLst>
          </p:nvPr>
        </p:nvGraphicFramePr>
        <p:xfrm>
          <a:off x="0" y="0"/>
          <a:ext cx="12168000" cy="68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59677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15260-7B09-BE77-A3F3-7DE3E5F0A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85DEB965-0531-6319-1CA8-D745EE5648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1139535"/>
              </p:ext>
            </p:extLst>
          </p:nvPr>
        </p:nvGraphicFramePr>
        <p:xfrm>
          <a:off x="0" y="0"/>
          <a:ext cx="12168000" cy="68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88959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3C5B9-BE9C-83AD-5978-4DA37B951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D8254D4-7144-B252-EA24-4FEDE37459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5390285"/>
              </p:ext>
            </p:extLst>
          </p:nvPr>
        </p:nvGraphicFramePr>
        <p:xfrm>
          <a:off x="0" y="0"/>
          <a:ext cx="12168000" cy="68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21160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384C3-AC53-D1FD-8D7A-66BE1A5BD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6A3D613-3EB3-CA0D-FD22-9C208823FF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533055"/>
              </p:ext>
            </p:extLst>
          </p:nvPr>
        </p:nvGraphicFramePr>
        <p:xfrm>
          <a:off x="0" y="0"/>
          <a:ext cx="12168000" cy="68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98282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D1054-51FD-BAA5-F8E3-AEB7589DA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A7ADA39-6572-C1B7-6A9F-E9CAA90297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1712922"/>
              </p:ext>
            </p:extLst>
          </p:nvPr>
        </p:nvGraphicFramePr>
        <p:xfrm>
          <a:off x="0" y="0"/>
          <a:ext cx="12168000" cy="68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91522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B5DF6-88C8-D718-C075-5FA01844F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D562B51-FBB0-D57D-23A1-99BBE79462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7004893"/>
              </p:ext>
            </p:extLst>
          </p:nvPr>
        </p:nvGraphicFramePr>
        <p:xfrm>
          <a:off x="0" y="0"/>
          <a:ext cx="12168000" cy="68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95535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17996-6F4B-F124-451D-336AFF29D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F2520F9-DEB6-A55F-C3F0-3190EE25966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3310195"/>
              </p:ext>
            </p:extLst>
          </p:nvPr>
        </p:nvGraphicFramePr>
        <p:xfrm>
          <a:off x="0" y="0"/>
          <a:ext cx="12168000" cy="68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17447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FB5BA-80EA-AD6B-5CBF-D5D10C2EC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2ABD05A-42F4-AB9E-058C-88AC1D0DAC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1847607"/>
              </p:ext>
            </p:extLst>
          </p:nvPr>
        </p:nvGraphicFramePr>
        <p:xfrm>
          <a:off x="0" y="0"/>
          <a:ext cx="12168000" cy="68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68029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20</Words>
  <Application>Microsoft Office PowerPoint</Application>
  <PresentationFormat>Widescreen</PresentationFormat>
  <Paragraphs>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Subir Parida</dc:creator>
  <cp:lastModifiedBy>Subir Parida</cp:lastModifiedBy>
  <cp:revision>9</cp:revision>
  <dcterms:created xsi:type="dcterms:W3CDTF">2024-02-17T18:17:45Z</dcterms:created>
  <dcterms:modified xsi:type="dcterms:W3CDTF">2024-02-17T20:44:36Z</dcterms:modified>
</cp:coreProperties>
</file>