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80" r:id="rId5"/>
    <p:sldId id="278" r:id="rId6"/>
    <p:sldId id="279" r:id="rId7"/>
    <p:sldId id="331" r:id="rId8"/>
    <p:sldId id="282" r:id="rId9"/>
    <p:sldId id="297" r:id="rId10"/>
    <p:sldId id="302" r:id="rId11"/>
    <p:sldId id="303" r:id="rId12"/>
    <p:sldId id="301" r:id="rId13"/>
    <p:sldId id="266" r:id="rId14"/>
    <p:sldId id="267" r:id="rId15"/>
    <p:sldId id="283" r:id="rId16"/>
    <p:sldId id="333" r:id="rId17"/>
    <p:sldId id="319" r:id="rId18"/>
    <p:sldId id="320" r:id="rId19"/>
    <p:sldId id="334" r:id="rId20"/>
    <p:sldId id="321" r:id="rId21"/>
    <p:sldId id="322" r:id="rId22"/>
    <p:sldId id="335" r:id="rId23"/>
    <p:sldId id="329" r:id="rId24"/>
    <p:sldId id="330" r:id="rId25"/>
    <p:sldId id="332" r:id="rId26"/>
    <p:sldId id="264"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589B5E-0D6D-47FC-8B6E-F734D00DB5F1}" v="3" dt="2024-02-04T16:42:56.079"/>
    <p1510:client id="{E7F114A3-2290-493E-A215-0EC9B9C80270}" v="7" dt="2024-02-05T16:30:16.41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94660"/>
  </p:normalViewPr>
  <p:slideViewPr>
    <p:cSldViewPr snapToGrid="0">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E7F114A3-2290-493E-A215-0EC9B9C80270}"/>
    <pc:docChg chg="custSel modSld">
      <pc:chgData name="Subir Parida" userId="5adae42a5ff17c16" providerId="LiveId" clId="{E7F114A3-2290-493E-A215-0EC9B9C80270}" dt="2024-02-05T16:31:39.014" v="341" actId="166"/>
      <pc:docMkLst>
        <pc:docMk/>
      </pc:docMkLst>
      <pc:sldChg chg="addSp delSp modSp mod">
        <pc:chgData name="Subir Parida" userId="5adae42a5ff17c16" providerId="LiveId" clId="{E7F114A3-2290-493E-A215-0EC9B9C80270}" dt="2024-02-03T20:32:37.939" v="54" actId="1076"/>
        <pc:sldMkLst>
          <pc:docMk/>
          <pc:sldMk cId="2219232480" sldId="333"/>
        </pc:sldMkLst>
        <pc:picChg chg="add mod">
          <ac:chgData name="Subir Parida" userId="5adae42a5ff17c16" providerId="LiveId" clId="{E7F114A3-2290-493E-A215-0EC9B9C80270}" dt="2024-02-03T20:32:10.327" v="51" actId="12789"/>
          <ac:picMkLst>
            <pc:docMk/>
            <pc:sldMk cId="2219232480" sldId="333"/>
            <ac:picMk id="3" creationId="{C822C99A-812D-7C11-3E4D-2030080DBE18}"/>
          </ac:picMkLst>
        </pc:picChg>
        <pc:picChg chg="del">
          <ac:chgData name="Subir Parida" userId="5adae42a5ff17c16" providerId="LiveId" clId="{E7F114A3-2290-493E-A215-0EC9B9C80270}" dt="2024-02-03T20:31:54.141" v="45" actId="478"/>
          <ac:picMkLst>
            <pc:docMk/>
            <pc:sldMk cId="2219232480" sldId="333"/>
            <ac:picMk id="5" creationId="{00000000-0000-0000-0000-000000000000}"/>
          </ac:picMkLst>
        </pc:picChg>
        <pc:picChg chg="del">
          <ac:chgData name="Subir Parida" userId="5adae42a5ff17c16" providerId="LiveId" clId="{E7F114A3-2290-493E-A215-0EC9B9C80270}" dt="2024-02-03T20:31:54.141" v="45" actId="478"/>
          <ac:picMkLst>
            <pc:docMk/>
            <pc:sldMk cId="2219232480" sldId="333"/>
            <ac:picMk id="6" creationId="{00000000-0000-0000-0000-000000000000}"/>
          </ac:picMkLst>
        </pc:picChg>
        <pc:picChg chg="del">
          <ac:chgData name="Subir Parida" userId="5adae42a5ff17c16" providerId="LiveId" clId="{E7F114A3-2290-493E-A215-0EC9B9C80270}" dt="2024-02-03T20:31:54.141" v="45" actId="478"/>
          <ac:picMkLst>
            <pc:docMk/>
            <pc:sldMk cId="2219232480" sldId="333"/>
            <ac:picMk id="7" creationId="{00000000-0000-0000-0000-000000000000}"/>
          </ac:picMkLst>
        </pc:picChg>
        <pc:picChg chg="add mod">
          <ac:chgData name="Subir Parida" userId="5adae42a5ff17c16" providerId="LiveId" clId="{E7F114A3-2290-493E-A215-0EC9B9C80270}" dt="2024-02-03T20:32:14.575" v="52" actId="408"/>
          <ac:picMkLst>
            <pc:docMk/>
            <pc:sldMk cId="2219232480" sldId="333"/>
            <ac:picMk id="10" creationId="{5BECDEF1-92CE-1772-F331-521BA963D5F2}"/>
          </ac:picMkLst>
        </pc:picChg>
        <pc:picChg chg="add mod">
          <ac:chgData name="Subir Parida" userId="5adae42a5ff17c16" providerId="LiveId" clId="{E7F114A3-2290-493E-A215-0EC9B9C80270}" dt="2024-02-03T20:32:10.327" v="51" actId="12789"/>
          <ac:picMkLst>
            <pc:docMk/>
            <pc:sldMk cId="2219232480" sldId="333"/>
            <ac:picMk id="12" creationId="{C51CA399-B059-37CE-E979-7955C5F70E27}"/>
          </ac:picMkLst>
        </pc:picChg>
        <pc:picChg chg="add mod">
          <ac:chgData name="Subir Parida" userId="5adae42a5ff17c16" providerId="LiveId" clId="{E7F114A3-2290-493E-A215-0EC9B9C80270}" dt="2024-02-03T20:32:37.939" v="54" actId="1076"/>
          <ac:picMkLst>
            <pc:docMk/>
            <pc:sldMk cId="2219232480" sldId="333"/>
            <ac:picMk id="14" creationId="{E3233F92-6E75-9200-DAE3-8C6B1E339485}"/>
          </ac:picMkLst>
        </pc:picChg>
      </pc:sldChg>
      <pc:sldChg chg="addSp delSp modSp mod">
        <pc:chgData name="Subir Parida" userId="5adae42a5ff17c16" providerId="LiveId" clId="{E7F114A3-2290-493E-A215-0EC9B9C80270}" dt="2024-02-05T16:31:39.014" v="341" actId="166"/>
        <pc:sldMkLst>
          <pc:docMk/>
          <pc:sldMk cId="2355974788" sldId="334"/>
        </pc:sldMkLst>
        <pc:picChg chg="del">
          <ac:chgData name="Subir Parida" userId="5adae42a5ff17c16" providerId="LiveId" clId="{E7F114A3-2290-493E-A215-0EC9B9C80270}" dt="2024-02-03T20:34:18.209" v="98" actId="478"/>
          <ac:picMkLst>
            <pc:docMk/>
            <pc:sldMk cId="2355974788" sldId="334"/>
            <ac:picMk id="2" creationId="{00000000-0000-0000-0000-000000000000}"/>
          </ac:picMkLst>
        </pc:picChg>
        <pc:picChg chg="del">
          <ac:chgData name="Subir Parida" userId="5adae42a5ff17c16" providerId="LiveId" clId="{E7F114A3-2290-493E-A215-0EC9B9C80270}" dt="2024-02-03T20:34:18.209" v="98" actId="478"/>
          <ac:picMkLst>
            <pc:docMk/>
            <pc:sldMk cId="2355974788" sldId="334"/>
            <ac:picMk id="3" creationId="{00000000-0000-0000-0000-000000000000}"/>
          </ac:picMkLst>
        </pc:picChg>
        <pc:picChg chg="add mod">
          <ac:chgData name="Subir Parida" userId="5adae42a5ff17c16" providerId="LiveId" clId="{E7F114A3-2290-493E-A215-0EC9B9C80270}" dt="2024-02-05T16:31:35.194" v="340" actId="1035"/>
          <ac:picMkLst>
            <pc:docMk/>
            <pc:sldMk cId="2355974788" sldId="334"/>
            <ac:picMk id="3" creationId="{659B19E9-060C-762A-5F2F-783F84DB5F4D}"/>
          </ac:picMkLst>
        </pc:picChg>
        <pc:picChg chg="add mod ord">
          <ac:chgData name="Subir Parida" userId="5adae42a5ff17c16" providerId="LiveId" clId="{E7F114A3-2290-493E-A215-0EC9B9C80270}" dt="2024-02-05T16:31:39.014" v="341" actId="166"/>
          <ac:picMkLst>
            <pc:docMk/>
            <pc:sldMk cId="2355974788" sldId="334"/>
            <ac:picMk id="5" creationId="{648529E2-799D-CF0B-FB59-94743DDD4CC6}"/>
          </ac:picMkLst>
        </pc:picChg>
        <pc:picChg chg="add del mod">
          <ac:chgData name="Subir Parida" userId="5adae42a5ff17c16" providerId="LiveId" clId="{E7F114A3-2290-493E-A215-0EC9B9C80270}" dt="2024-02-05T16:31:27.032" v="281" actId="478"/>
          <ac:picMkLst>
            <pc:docMk/>
            <pc:sldMk cId="2355974788" sldId="334"/>
            <ac:picMk id="7" creationId="{6AE1CF72-531A-3C97-5D1E-FDE53581E49A}"/>
          </ac:picMkLst>
        </pc:picChg>
        <pc:picChg chg="add mod">
          <ac:chgData name="Subir Parida" userId="5adae42a5ff17c16" providerId="LiveId" clId="{E7F114A3-2290-493E-A215-0EC9B9C80270}" dt="2024-02-05T16:31:35.194" v="340" actId="1035"/>
          <ac:picMkLst>
            <pc:docMk/>
            <pc:sldMk cId="2355974788" sldId="334"/>
            <ac:picMk id="9" creationId="{B4463845-4CD1-F734-D7A0-0710D0F5ADE4}"/>
          </ac:picMkLst>
        </pc:picChg>
        <pc:picChg chg="del">
          <ac:chgData name="Subir Parida" userId="5adae42a5ff17c16" providerId="LiveId" clId="{E7F114A3-2290-493E-A215-0EC9B9C80270}" dt="2024-02-03T20:34:18.209" v="98" actId="478"/>
          <ac:picMkLst>
            <pc:docMk/>
            <pc:sldMk cId="2355974788" sldId="334"/>
            <ac:picMk id="10" creationId="{00000000-0000-0000-0000-000000000000}"/>
          </ac:picMkLst>
        </pc:picChg>
        <pc:picChg chg="add del mod">
          <ac:chgData name="Subir Parida" userId="5adae42a5ff17c16" providerId="LiveId" clId="{E7F114A3-2290-493E-A215-0EC9B9C80270}" dt="2024-02-05T16:31:27.032" v="281" actId="478"/>
          <ac:picMkLst>
            <pc:docMk/>
            <pc:sldMk cId="2355974788" sldId="334"/>
            <ac:picMk id="11" creationId="{54E614DC-D379-5426-EB32-969325D46BFA}"/>
          </ac:picMkLst>
        </pc:picChg>
        <pc:picChg chg="add mod">
          <ac:chgData name="Subir Parida" userId="5adae42a5ff17c16" providerId="LiveId" clId="{E7F114A3-2290-493E-A215-0EC9B9C80270}" dt="2024-02-05T16:31:35.194" v="340" actId="1035"/>
          <ac:picMkLst>
            <pc:docMk/>
            <pc:sldMk cId="2355974788" sldId="334"/>
            <ac:picMk id="12" creationId="{C3CDB019-A87E-5529-00CB-0FBC401B8E2F}"/>
          </ac:picMkLst>
        </pc:picChg>
        <pc:picChg chg="add del mod">
          <ac:chgData name="Subir Parida" userId="5adae42a5ff17c16" providerId="LiveId" clId="{E7F114A3-2290-493E-A215-0EC9B9C80270}" dt="2024-02-05T16:31:27.032" v="281" actId="478"/>
          <ac:picMkLst>
            <pc:docMk/>
            <pc:sldMk cId="2355974788" sldId="334"/>
            <ac:picMk id="13" creationId="{7D7DDF41-BB9E-66F0-E3B4-98AA6CD63B18}"/>
          </ac:picMkLst>
        </pc:picChg>
      </pc:sldChg>
      <pc:sldChg chg="addSp delSp modSp mod">
        <pc:chgData name="Subir Parida" userId="5adae42a5ff17c16" providerId="LiveId" clId="{E7F114A3-2290-493E-A215-0EC9B9C80270}" dt="2024-02-03T20:37:27.237" v="230" actId="1035"/>
        <pc:sldMkLst>
          <pc:docMk/>
          <pc:sldMk cId="4150459399" sldId="335"/>
        </pc:sldMkLst>
        <pc:spChg chg="mod">
          <ac:chgData name="Subir Parida" userId="5adae42a5ff17c16" providerId="LiveId" clId="{E7F114A3-2290-493E-A215-0EC9B9C80270}" dt="2024-02-03T20:35:59.790" v="170" actId="20577"/>
          <ac:spMkLst>
            <pc:docMk/>
            <pc:sldMk cId="4150459399" sldId="335"/>
            <ac:spMk id="4" creationId="{00000000-0000-0000-0000-000000000000}"/>
          </ac:spMkLst>
        </pc:spChg>
        <pc:picChg chg="add mod ord">
          <ac:chgData name="Subir Parida" userId="5adae42a5ff17c16" providerId="LiveId" clId="{E7F114A3-2290-493E-A215-0EC9B9C80270}" dt="2024-02-03T20:36:58.804" v="213" actId="166"/>
          <ac:picMkLst>
            <pc:docMk/>
            <pc:sldMk cId="4150459399" sldId="335"/>
            <ac:picMk id="2" creationId="{D0F07CF6-7824-0017-3C36-229B754AE4BF}"/>
          </ac:picMkLst>
        </pc:picChg>
        <pc:picChg chg="del">
          <ac:chgData name="Subir Parida" userId="5adae42a5ff17c16" providerId="LiveId" clId="{E7F114A3-2290-493E-A215-0EC9B9C80270}" dt="2024-02-03T20:36:52.568" v="211" actId="478"/>
          <ac:picMkLst>
            <pc:docMk/>
            <pc:sldMk cId="4150459399" sldId="335"/>
            <ac:picMk id="5" creationId="{00000000-0000-0000-0000-000000000000}"/>
          </ac:picMkLst>
        </pc:picChg>
        <pc:picChg chg="del">
          <ac:chgData name="Subir Parida" userId="5adae42a5ff17c16" providerId="LiveId" clId="{E7F114A3-2290-493E-A215-0EC9B9C80270}" dt="2024-02-03T20:36:52.568" v="211" actId="478"/>
          <ac:picMkLst>
            <pc:docMk/>
            <pc:sldMk cId="4150459399" sldId="335"/>
            <ac:picMk id="6" creationId="{00000000-0000-0000-0000-000000000000}"/>
          </ac:picMkLst>
        </pc:picChg>
        <pc:picChg chg="del">
          <ac:chgData name="Subir Parida" userId="5adae42a5ff17c16" providerId="LiveId" clId="{E7F114A3-2290-493E-A215-0EC9B9C80270}" dt="2024-02-03T20:36:52.568" v="211" actId="478"/>
          <ac:picMkLst>
            <pc:docMk/>
            <pc:sldMk cId="4150459399" sldId="335"/>
            <ac:picMk id="7" creationId="{00000000-0000-0000-0000-000000000000}"/>
          </ac:picMkLst>
        </pc:picChg>
        <pc:picChg chg="add mod">
          <ac:chgData name="Subir Parida" userId="5adae42a5ff17c16" providerId="LiveId" clId="{E7F114A3-2290-493E-A215-0EC9B9C80270}" dt="2024-02-03T20:37:27.237" v="230" actId="1035"/>
          <ac:picMkLst>
            <pc:docMk/>
            <pc:sldMk cId="4150459399" sldId="335"/>
            <ac:picMk id="9" creationId="{71AD63BB-CC93-FBF6-8B73-4A5DC677B9BC}"/>
          </ac:picMkLst>
        </pc:picChg>
        <pc:picChg chg="add mod">
          <ac:chgData name="Subir Parida" userId="5adae42a5ff17c16" providerId="LiveId" clId="{E7F114A3-2290-493E-A215-0EC9B9C80270}" dt="2024-02-03T20:37:27.237" v="230" actId="1035"/>
          <ac:picMkLst>
            <pc:docMk/>
            <pc:sldMk cId="4150459399" sldId="335"/>
            <ac:picMk id="11" creationId="{50747B9D-22DB-C623-9FF0-2D2717AF8C4C}"/>
          </ac:picMkLst>
        </pc:picChg>
        <pc:picChg chg="add mod">
          <ac:chgData name="Subir Parida" userId="5adae42a5ff17c16" providerId="LiveId" clId="{E7F114A3-2290-493E-A215-0EC9B9C80270}" dt="2024-02-03T20:37:27.237" v="230" actId="1035"/>
          <ac:picMkLst>
            <pc:docMk/>
            <pc:sldMk cId="4150459399" sldId="335"/>
            <ac:picMk id="13" creationId="{677CCE72-E24D-003D-3EBE-23715F9C05EC}"/>
          </ac:picMkLst>
        </pc:picChg>
      </pc:sldChg>
    </pc:docChg>
  </pc:docChgLst>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sldOrd">
      <pc:chgData name="Subir Parida" userId="5adae42a5ff17c16" providerId="LiveId" clId="{2570E06C-6CDE-4131-A690-3FA8836EEC55}" dt="2024-01-29T05:47:36.147" v="3531"/>
      <pc:docMkLst>
        <pc:docMk/>
      </pc:docMkLst>
      <pc:sldChg chg="add">
        <pc:chgData name="Subir Parida" userId="5adae42a5ff17c16" providerId="LiveId" clId="{2570E06C-6CDE-4131-A690-3FA8836EEC55}" dt="2024-01-25T10:11:46.871" v="3444"/>
        <pc:sldMkLst>
          <pc:docMk/>
          <pc:sldMk cId="1560635309" sldId="257"/>
        </pc:sldMkLst>
      </pc:sldChg>
      <pc:sldChg chg="addSp delSp modSp del mod">
        <pc:chgData name="Subir Parida" userId="5adae42a5ff17c16" providerId="LiveId" clId="{2570E06C-6CDE-4131-A690-3FA8836EEC55}" dt="2024-01-25T10:11:40.750" v="3443" actId="2696"/>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
        <pc:chgData name="Subir Parida" userId="5adae42a5ff17c16" providerId="LiveId" clId="{2570E06C-6CDE-4131-A690-3FA8836EEC55}" dt="2024-01-25T10:11:46.871" v="3444"/>
        <pc:sldMkLst>
          <pc:docMk/>
          <pc:sldMk cId="2795034914" sldId="272"/>
        </pc:sldMkLst>
      </pc:sldChg>
      <pc:sldChg chg="addSp delSp modSp del mod">
        <pc:chgData name="Subir Parida" userId="5adae42a5ff17c16" providerId="LiveId" clId="{2570E06C-6CDE-4131-A690-3FA8836EEC55}" dt="2024-01-25T10:11:40.750" v="3443" actId="2696"/>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del mod">
        <pc:chgData name="Subir Parida" userId="5adae42a5ff17c16" providerId="LiveId" clId="{2570E06C-6CDE-4131-A690-3FA8836EEC55}" dt="2024-01-25T10:11:40.750" v="3443" actId="2696"/>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1446150742" sldId="274"/>
        </pc:sldMkLst>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ord">
        <pc:chgData name="Subir Parida" userId="5adae42a5ff17c16" providerId="LiveId" clId="{2570E06C-6CDE-4131-A690-3FA8836EEC55}" dt="2024-01-25T10:10:14.166" v="3421" actId="20577"/>
        <pc:sldMkLst>
          <pc:docMk/>
          <pc:sldMk cId="2695453843" sldId="280"/>
        </pc:sldMkLst>
        <pc:spChg chg="mod">
          <ac:chgData name="Subir Parida" userId="5adae42a5ff17c16" providerId="LiveId" clId="{2570E06C-6CDE-4131-A690-3FA8836EEC55}" dt="2024-01-25T10:10:14.166" v="3421" actId="20577"/>
          <ac:spMkLst>
            <pc:docMk/>
            <pc:sldMk cId="2695453843" sldId="280"/>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mod">
        <pc:chgData name="Subir Parida" userId="5adae42a5ff17c16" providerId="LiveId" clId="{2570E06C-6CDE-4131-A690-3FA8836EEC55}" dt="2024-01-25T10:01:36.789" v="3375" actId="1076"/>
        <pc:sldMkLst>
          <pc:docMk/>
          <pc:sldMk cId="2272852544" sldId="301"/>
        </pc:sldMkLst>
        <pc:spChg chg="add mod">
          <ac:chgData name="Subir Parida" userId="5adae42a5ff17c16" providerId="LiveId" clId="{2570E06C-6CDE-4131-A690-3FA8836EEC55}" dt="2024-01-25T10:01:27.449" v="3373" actId="14100"/>
          <ac:spMkLst>
            <pc:docMk/>
            <pc:sldMk cId="2272852544" sldId="301"/>
            <ac:spMk id="4" creationId="{9BE1CB57-8017-E705-8077-75BF4A2F1E51}"/>
          </ac:spMkLst>
        </pc:spChg>
        <pc:picChg chg="add mod">
          <ac:chgData name="Subir Parida" userId="5adae42a5ff17c16" providerId="LiveId" clId="{2570E06C-6CDE-4131-A690-3FA8836EEC55}" dt="2024-01-25T10:01:36.789" v="3375" actId="1076"/>
          <ac:picMkLst>
            <pc:docMk/>
            <pc:sldMk cId="2272852544" sldId="301"/>
            <ac:picMk id="3" creationId="{9F2369A1-CC39-6758-96D0-930A4E3C27FB}"/>
          </ac:picMkLst>
        </pc:picChg>
      </pc:sldChg>
      <pc:sldChg chg="addSp delSp modSp mod modAnim">
        <pc:chgData name="Subir Parida" userId="5adae42a5ff17c16" providerId="LiveId" clId="{2570E06C-6CDE-4131-A690-3FA8836EEC55}" dt="2024-01-25T10:02:50.237" v="3381" actId="478"/>
        <pc:sldMkLst>
          <pc:docMk/>
          <pc:sldMk cId="2008402149" sldId="302"/>
        </pc:sldMkLst>
        <pc:spChg chg="add mod">
          <ac:chgData name="Subir Parida" userId="5adae42a5ff17c16" providerId="LiveId" clId="{2570E06C-6CDE-4131-A690-3FA8836EEC55}" dt="2024-01-25T09:58:38.646" v="3313" actId="20577"/>
          <ac:spMkLst>
            <pc:docMk/>
            <pc:sldMk cId="2008402149" sldId="302"/>
            <ac:spMk id="4" creationId="{32CDE003-B851-ECBE-FEF7-6BC92C377E20}"/>
          </ac:spMkLst>
        </pc:spChg>
        <pc:picChg chg="add del mod">
          <ac:chgData name="Subir Parida" userId="5adae42a5ff17c16" providerId="LiveId" clId="{2570E06C-6CDE-4131-A690-3FA8836EEC55}" dt="2024-01-25T10:02:50.237" v="3381" actId="478"/>
          <ac:picMkLst>
            <pc:docMk/>
            <pc:sldMk cId="2008402149" sldId="302"/>
            <ac:picMk id="3" creationId="{180253F8-C816-2188-7638-5948064B029D}"/>
          </ac:picMkLst>
        </pc:picChg>
        <pc:picChg chg="add mod">
          <ac:chgData name="Subir Parida" userId="5adae42a5ff17c16" providerId="LiveId" clId="{2570E06C-6CDE-4131-A690-3FA8836EEC55}" dt="2024-01-25T10:02:48.511" v="3380" actId="1076"/>
          <ac:picMkLst>
            <pc:docMk/>
            <pc:sldMk cId="2008402149" sldId="302"/>
            <ac:picMk id="6" creationId="{87F4127A-3AF2-80D3-B4FE-B8C341C77898}"/>
          </ac:picMkLst>
        </pc:picChg>
        <pc:picChg chg="add mod">
          <ac:chgData name="Subir Parida" userId="5adae42a5ff17c16" providerId="LiveId" clId="{2570E06C-6CDE-4131-A690-3FA8836EEC55}" dt="2024-01-25T10:02:48.511" v="3380" actId="1076"/>
          <ac:picMkLst>
            <pc:docMk/>
            <pc:sldMk cId="2008402149" sldId="302"/>
            <ac:picMk id="7" creationId="{E28DCE6A-BAE1-455B-81EB-2F81B9273DFB}"/>
          </ac:picMkLst>
        </pc:picChg>
      </pc:sldChg>
      <pc:sldChg chg="addSp modSp mod">
        <pc:chgData name="Subir Parida" userId="5adae42a5ff17c16" providerId="LiveId" clId="{2570E06C-6CDE-4131-A690-3FA8836EEC55}" dt="2024-01-25T10:00:30.561" v="3330" actId="1076"/>
        <pc:sldMkLst>
          <pc:docMk/>
          <pc:sldMk cId="1378165757" sldId="303"/>
        </pc:sldMkLst>
        <pc:spChg chg="add mod">
          <ac:chgData name="Subir Parida" userId="5adae42a5ff17c16" providerId="LiveId" clId="{2570E06C-6CDE-4131-A690-3FA8836EEC55}" dt="2024-01-25T09:59:38.933" v="3327" actId="14100"/>
          <ac:spMkLst>
            <pc:docMk/>
            <pc:sldMk cId="1378165757" sldId="303"/>
            <ac:spMk id="2" creationId="{54122658-31C2-C339-853B-13A3CE5222DB}"/>
          </ac:spMkLst>
        </pc:spChg>
        <pc:picChg chg="add mod">
          <ac:chgData name="Subir Parida" userId="5adae42a5ff17c16" providerId="LiveId" clId="{2570E06C-6CDE-4131-A690-3FA8836EEC55}" dt="2024-01-25T10:00:30.561" v="3330" actId="1076"/>
          <ac:picMkLst>
            <pc:docMk/>
            <pc:sldMk cId="1378165757" sldId="303"/>
            <ac:picMk id="4" creationId="{5DF3F92C-43FC-6DDE-6E20-2325B7DC75BD}"/>
          </ac:picMkLst>
        </pc:pic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
        <pc:chgData name="Subir Parida" userId="5adae42a5ff17c16" providerId="LiveId" clId="{2570E06C-6CDE-4131-A690-3FA8836EEC55}" dt="2024-01-25T10:11:46.871" v="3444"/>
        <pc:sldMkLst>
          <pc:docMk/>
          <pc:sldMk cId="3474444675" sldId="312"/>
        </pc:sldMkLst>
      </pc:sldChg>
      <pc:sldChg chg="addSp delSp modSp del mod">
        <pc:chgData name="Subir Parida" userId="5adae42a5ff17c16" providerId="LiveId" clId="{2570E06C-6CDE-4131-A690-3FA8836EEC55}" dt="2024-01-25T10:11:40.750" v="3443" actId="2696"/>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
        <pc:chgData name="Subir Parida" userId="5adae42a5ff17c16" providerId="LiveId" clId="{2570E06C-6CDE-4131-A690-3FA8836EEC55}" dt="2024-01-25T10:11:46.871" v="3444"/>
        <pc:sldMkLst>
          <pc:docMk/>
          <pc:sldMk cId="1105541541" sldId="323"/>
        </pc:sldMkLst>
      </pc:sldChg>
      <pc:sldChg chg="addSp delSp modSp add del mod">
        <pc:chgData name="Subir Parida" userId="5adae42a5ff17c16" providerId="LiveId" clId="{2570E06C-6CDE-4131-A690-3FA8836EEC55}" dt="2024-01-25T10:11:40.750" v="3443" actId="2696"/>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del mod">
        <pc:chgData name="Subir Parida" userId="5adae42a5ff17c16" providerId="LiveId" clId="{2570E06C-6CDE-4131-A690-3FA8836EEC55}" dt="2024-01-25T10:11:40.750" v="3443" actId="269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3650051788" sldId="324"/>
        </pc:sldMkLst>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5T18:27:09.970" v="3452"/>
        <pc:sldMkLst>
          <pc:docMk/>
          <pc:sldMk cId="1929167127" sldId="326"/>
        </pc:sldMkLst>
        <pc:graphicFrameChg chg="add del mod">
          <ac:chgData name="Subir Parida" userId="5adae42a5ff17c16" providerId="LiveId" clId="{2570E06C-6CDE-4131-A690-3FA8836EEC55}" dt="2024-01-25T18:27:07.773" v="3449" actId="21"/>
          <ac:graphicFrameMkLst>
            <pc:docMk/>
            <pc:sldMk cId="1929167127" sldId="326"/>
            <ac:graphicFrameMk id="3" creationId="{117EF42D-1639-42F9-5D1B-4DAAFAB80530}"/>
          </ac:graphicFrameMkLst>
        </pc:graphicFrameChg>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4T05:19:25.259" v="3200" actId="21"/>
          <ac:graphicFrameMkLst>
            <pc:docMk/>
            <pc:sldMk cId="1929167127" sldId="326"/>
            <ac:graphicFrameMk id="3" creationId="{711248C3-9498-A88C-5C36-AFE3E0312586}"/>
          </ac:graphicFrameMkLst>
        </pc:graphicFrameChg>
        <pc:graphicFrameChg chg="add del mod">
          <ac:chgData name="Subir Parida" userId="5adae42a5ff17c16" providerId="LiveId" clId="{2570E06C-6CDE-4131-A690-3FA8836EEC55}" dt="2024-01-25T06:07:28.801" v="3229" actId="21"/>
          <ac:graphicFrameMkLst>
            <pc:docMk/>
            <pc:sldMk cId="1929167127" sldId="326"/>
            <ac:graphicFrameMk id="3" creationId="{81CA8887-B1EA-A308-6EC6-7E5616A725A9}"/>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5T18:27:09.970" v="3452"/>
          <ac:graphicFrameMkLst>
            <pc:docMk/>
            <pc:sldMk cId="1929167127" sldId="326"/>
            <ac:graphicFrameMk id="7" creationId="{117EF42D-1639-42F9-5D1B-4DAAFAB80530}"/>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del mod">
          <ac:chgData name="Subir Parida" userId="5adae42a5ff17c16" providerId="LiveId" clId="{2570E06C-6CDE-4131-A690-3FA8836EEC55}" dt="2024-01-25T06:07:30.396" v="3230" actId="478"/>
          <ac:graphicFrameMkLst>
            <pc:docMk/>
            <pc:sldMk cId="1929167127" sldId="326"/>
            <ac:graphicFrameMk id="7" creationId="{711248C3-9498-A88C-5C36-AFE3E0312586}"/>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del">
          <ac:chgData name="Subir Parida" userId="5adae42a5ff17c16" providerId="LiveId" clId="{2570E06C-6CDE-4131-A690-3FA8836EEC55}" dt="2024-01-24T05:19:27.402" v="3201" actId="478"/>
          <ac:graphicFrameMkLst>
            <pc:docMk/>
            <pc:sldMk cId="1929167127" sldId="326"/>
            <ac:graphicFrameMk id="8" creationId="{7C6BEC72-70B4-0C0E-34AD-6338A2971DA8}"/>
          </ac:graphicFrameMkLst>
        </pc:graphicFrameChg>
        <pc:graphicFrameChg chg="add del mod">
          <ac:chgData name="Subir Parida" userId="5adae42a5ff17c16" providerId="LiveId" clId="{2570E06C-6CDE-4131-A690-3FA8836EEC55}" dt="2024-01-25T18:27:09.499" v="3450" actId="478"/>
          <ac:graphicFrameMkLst>
            <pc:docMk/>
            <pc:sldMk cId="1929167127" sldId="326"/>
            <ac:graphicFrameMk id="8" creationId="{81CA8887-B1EA-A308-6EC6-7E5616A725A9}"/>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5T18:27:48.946" v="3459"/>
        <pc:sldMkLst>
          <pc:docMk/>
          <pc:sldMk cId="1280748637" sldId="327"/>
        </pc:sldMkLst>
        <pc:graphicFrameChg chg="add del mod">
          <ac:chgData name="Subir Parida" userId="5adae42a5ff17c16" providerId="LiveId" clId="{2570E06C-6CDE-4131-A690-3FA8836EEC55}" dt="2024-01-24T05:19:39.996" v="3207" actId="21"/>
          <ac:graphicFrameMkLst>
            <pc:docMk/>
            <pc:sldMk cId="1280748637" sldId="327"/>
            <ac:graphicFrameMk id="4" creationId="{08A90534-BEE8-71C3-F528-A9C2A9921BA7}"/>
          </ac:graphicFrameMkLst>
        </pc:graphicFrameChg>
        <pc:graphicFrameChg chg="add del mod">
          <ac:chgData name="Subir Parida" userId="5adae42a5ff17c16" providerId="LiveId" clId="{2570E06C-6CDE-4131-A690-3FA8836EEC55}" dt="2024-01-25T18:27:47.281" v="3456" actId="21"/>
          <ac:graphicFrameMkLst>
            <pc:docMk/>
            <pc:sldMk cId="1280748637" sldId="327"/>
            <ac:graphicFrameMk id="4" creationId="{1293782F-034D-7DEC-866E-1705F461BA24}"/>
          </ac:graphicFrameMkLst>
        </pc:graphicFrameChg>
        <pc:graphicFrameChg chg="add del mod">
          <ac:chgData name="Subir Parida" userId="5adae42a5ff17c16" providerId="LiveId" clId="{2570E06C-6CDE-4131-A690-3FA8836EEC55}" dt="2024-01-25T06:06:54.585" v="3221" actId="21"/>
          <ac:graphicFrameMkLst>
            <pc:docMk/>
            <pc:sldMk cId="1280748637" sldId="327"/>
            <ac:graphicFrameMk id="4" creationId="{41CCD6A3-891D-EEA8-9B0A-908F831AED19}"/>
          </ac:graphicFrameMkLst>
        </pc:graphicFrameChg>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add del mod">
          <ac:chgData name="Subir Parida" userId="5adae42a5ff17c16" providerId="LiveId" clId="{2570E06C-6CDE-4131-A690-3FA8836EEC55}" dt="2024-01-25T18:27:48.538" v="3457" actId="478"/>
          <ac:graphicFrameMkLst>
            <pc:docMk/>
            <pc:sldMk cId="1280748637" sldId="327"/>
            <ac:graphicFrameMk id="5" creationId="{41CCD6A3-891D-EEA8-9B0A-908F831AED19}"/>
          </ac:graphicFrameMkLst>
        </pc:graphicFrameChg>
        <pc:graphicFrameChg chg="del">
          <ac:chgData name="Subir Parida" userId="5adae42a5ff17c16" providerId="LiveId" clId="{2570E06C-6CDE-4131-A690-3FA8836EEC55}" dt="2024-01-24T05:19:41.913" v="3208" actId="478"/>
          <ac:graphicFrameMkLst>
            <pc:docMk/>
            <pc:sldMk cId="1280748637" sldId="327"/>
            <ac:graphicFrameMk id="5" creationId="{B170F1EF-C441-A57D-6ABC-08E5713F70FB}"/>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del mod">
          <ac:chgData name="Subir Parida" userId="5adae42a5ff17c16" providerId="LiveId" clId="{2570E06C-6CDE-4131-A690-3FA8836EEC55}" dt="2024-01-25T06:06:56.142" v="3222" actId="478"/>
          <ac:graphicFrameMkLst>
            <pc:docMk/>
            <pc:sldMk cId="1280748637" sldId="327"/>
            <ac:graphicFrameMk id="7" creationId="{08A90534-BEE8-71C3-F528-A9C2A9921BA7}"/>
          </ac:graphicFrameMkLst>
        </pc:graphicFrameChg>
        <pc:graphicFrameChg chg="add mod">
          <ac:chgData name="Subir Parida" userId="5adae42a5ff17c16" providerId="LiveId" clId="{2570E06C-6CDE-4131-A690-3FA8836EEC55}" dt="2024-01-25T18:27:48.946" v="3459"/>
          <ac:graphicFrameMkLst>
            <pc:docMk/>
            <pc:sldMk cId="1280748637" sldId="327"/>
            <ac:graphicFrameMk id="7" creationId="{1293782F-034D-7DEC-866E-1705F461BA24}"/>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5T18:29:08.096" v="3466"/>
        <pc:sldMkLst>
          <pc:docMk/>
          <pc:sldMk cId="172492322" sldId="328"/>
        </pc:sldMkLst>
        <pc:graphicFrameChg chg="add del mod">
          <ac:chgData name="Subir Parida" userId="5adae42a5ff17c16" providerId="LiveId" clId="{2570E06C-6CDE-4131-A690-3FA8836EEC55}" dt="2024-01-24T05:19:55.509" v="3214" actId="21"/>
          <ac:graphicFrameMkLst>
            <pc:docMk/>
            <pc:sldMk cId="172492322" sldId="328"/>
            <ac:graphicFrameMk id="4" creationId="{074D08EF-9388-BE3C-E488-C33B877435F8}"/>
          </ac:graphicFrameMkLst>
        </pc:graphicFrameChg>
        <pc:graphicFrameChg chg="add del mod">
          <ac:chgData name="Subir Parida" userId="5adae42a5ff17c16" providerId="LiveId" clId="{2570E06C-6CDE-4131-A690-3FA8836EEC55}" dt="2024-01-25T06:08:36.035" v="3236" actId="21"/>
          <ac:graphicFrameMkLst>
            <pc:docMk/>
            <pc:sldMk cId="172492322" sldId="328"/>
            <ac:graphicFrameMk id="4" creationId="{07B6BC36-BA4E-5EFA-8632-600DF8CC1A42}"/>
          </ac:graphicFrameMkLst>
        </pc:graphicFrameChg>
        <pc:graphicFrameChg chg="add del mod">
          <ac:chgData name="Subir Parida" userId="5adae42a5ff17c16" providerId="LiveId" clId="{2570E06C-6CDE-4131-A690-3FA8836EEC55}" dt="2024-01-25T18:29:05.295" v="3463" actId="21"/>
          <ac:graphicFrameMkLst>
            <pc:docMk/>
            <pc:sldMk cId="172492322" sldId="328"/>
            <ac:graphicFrameMk id="4" creationId="{6535C6E0-8F51-BD63-9DD8-D76E203B124F}"/>
          </ac:graphicFrameMkLst>
        </pc:graphicFrameChg>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add del mod">
          <ac:chgData name="Subir Parida" userId="5adae42a5ff17c16" providerId="LiveId" clId="{2570E06C-6CDE-4131-A690-3FA8836EEC55}" dt="2024-01-25T18:29:07.520" v="3464" actId="478"/>
          <ac:graphicFrameMkLst>
            <pc:docMk/>
            <pc:sldMk cId="172492322" sldId="328"/>
            <ac:graphicFrameMk id="5" creationId="{07B6BC36-BA4E-5EFA-8632-600DF8CC1A42}"/>
          </ac:graphicFrameMkLst>
        </pc:graphicFrameChg>
        <pc:graphicFrameChg chg="del">
          <ac:chgData name="Subir Parida" userId="5adae42a5ff17c16" providerId="LiveId" clId="{2570E06C-6CDE-4131-A690-3FA8836EEC55}" dt="2024-01-24T05:19:57.016" v="3215" actId="478"/>
          <ac:graphicFrameMkLst>
            <pc:docMk/>
            <pc:sldMk cId="172492322" sldId="328"/>
            <ac:graphicFrameMk id="5" creationId="{1143C51A-5E17-F58E-42C8-E516EF186E16}"/>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del mod">
          <ac:chgData name="Subir Parida" userId="5adae42a5ff17c16" providerId="LiveId" clId="{2570E06C-6CDE-4131-A690-3FA8836EEC55}" dt="2024-01-25T06:08:37.625" v="3237" actId="478"/>
          <ac:graphicFrameMkLst>
            <pc:docMk/>
            <pc:sldMk cId="172492322" sldId="328"/>
            <ac:graphicFrameMk id="7" creationId="{074D08EF-9388-BE3C-E488-C33B877435F8}"/>
          </ac:graphicFrameMkLst>
        </pc:graphicFrameChg>
        <pc:graphicFrameChg chg="add mod">
          <ac:chgData name="Subir Parida" userId="5adae42a5ff17c16" providerId="LiveId" clId="{2570E06C-6CDE-4131-A690-3FA8836EEC55}" dt="2024-01-25T18:29:08.096" v="3466"/>
          <ac:graphicFrameMkLst>
            <pc:docMk/>
            <pc:sldMk cId="172492322" sldId="328"/>
            <ac:graphicFrameMk id="7" creationId="{6535C6E0-8F51-BD63-9DD8-D76E203B124F}"/>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5T18:31:00.305" v="3524"/>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del mod">
          <ac:chgData name="Subir Parida" userId="5adae42a5ff17c16" providerId="LiveId" clId="{2570E06C-6CDE-4131-A690-3FA8836EEC55}" dt="2024-01-25T18:30:57.884" v="3521" actId="21"/>
          <ac:graphicFrameMkLst>
            <pc:docMk/>
            <pc:sldMk cId="2296389575" sldId="329"/>
            <ac:graphicFrameMk id="7" creationId="{74234C2B-511F-B28A-8C7C-F43A5F7C1C02}"/>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del">
          <ac:chgData name="Subir Parida" userId="5adae42a5ff17c16" providerId="LiveId" clId="{2570E06C-6CDE-4131-A690-3FA8836EEC55}" dt="2024-01-25T18:30:59.768" v="3522" actId="478"/>
          <ac:graphicFrameMkLst>
            <pc:docMk/>
            <pc:sldMk cId="2296389575" sldId="329"/>
            <ac:graphicFrameMk id="9" creationId="{78D77647-6044-750A-CEC5-01CA12E45AFF}"/>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mod">
          <ac:chgData name="Subir Parida" userId="5adae42a5ff17c16" providerId="LiveId" clId="{2570E06C-6CDE-4131-A690-3FA8836EEC55}" dt="2024-01-25T18:31:00.305" v="3524"/>
          <ac:graphicFrameMkLst>
            <pc:docMk/>
            <pc:sldMk cId="2296389575" sldId="329"/>
            <ac:graphicFrameMk id="10" creationId="{74234C2B-511F-B28A-8C7C-F43A5F7C1C02}"/>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5T18:30:13.727" v="3497" actId="207"/>
        <pc:sldMkLst>
          <pc:docMk/>
          <pc:sldMk cId="4092029813" sldId="330"/>
        </pc:sldMkLst>
        <pc:graphicFrameChg chg="add del mod">
          <ac:chgData name="Subir Parida" userId="5adae42a5ff17c16" providerId="LiveId" clId="{2570E06C-6CDE-4131-A690-3FA8836EEC55}" dt="2024-01-25T18:30:07.095" v="3493" actId="21"/>
          <ac:graphicFrameMkLst>
            <pc:docMk/>
            <pc:sldMk cId="4092029813" sldId="330"/>
            <ac:graphicFrameMk id="7" creationId="{25B2E119-74AC-62BA-8ECE-BF8AEF57C686}"/>
          </ac:graphicFrameMkLst>
        </pc:graphicFrameChg>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del">
          <ac:chgData name="Subir Parida" userId="5adae42a5ff17c16" providerId="LiveId" clId="{2570E06C-6CDE-4131-A690-3FA8836EEC55}" dt="2024-01-25T18:30:09.199" v="3494" actId="478"/>
          <ac:graphicFrameMkLst>
            <pc:docMk/>
            <pc:sldMk cId="4092029813" sldId="330"/>
            <ac:graphicFrameMk id="8" creationId="{5281A1BF-D9CE-B5F5-4A3E-4139975FE293}"/>
          </ac:graphicFrameMkLst>
        </pc:graphicFrameChg>
        <pc:graphicFrameChg chg="add mod">
          <ac:chgData name="Subir Parida" userId="5adae42a5ff17c16" providerId="LiveId" clId="{2570E06C-6CDE-4131-A690-3FA8836EEC55}" dt="2024-01-25T18:30:13.727" v="3497" actId="207"/>
          <ac:graphicFrameMkLst>
            <pc:docMk/>
            <pc:sldMk cId="4092029813" sldId="330"/>
            <ac:graphicFrameMk id="9" creationId="{25B2E119-74AC-62BA-8ECE-BF8AEF57C686}"/>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sldChg chg="modSp add mod">
        <pc:chgData name="Subir Parida" userId="5adae42a5ff17c16" providerId="LiveId" clId="{2570E06C-6CDE-4131-A690-3FA8836EEC55}" dt="2024-01-25T10:10:32.261" v="3442" actId="20577"/>
        <pc:sldMkLst>
          <pc:docMk/>
          <pc:sldMk cId="839791897" sldId="331"/>
        </pc:sldMkLst>
        <pc:spChg chg="mod">
          <ac:chgData name="Subir Parida" userId="5adae42a5ff17c16" providerId="LiveId" clId="{2570E06C-6CDE-4131-A690-3FA8836EEC55}" dt="2024-01-25T10:10:32.261" v="3442" actId="20577"/>
          <ac:spMkLst>
            <pc:docMk/>
            <pc:sldMk cId="839791897" sldId="331"/>
            <ac:spMk id="3" creationId="{9DD463F7-D779-AD99-8658-63E73DF978AB}"/>
          </ac:spMkLst>
        </pc:spChg>
      </pc:sldChg>
      <pc:sldChg chg="addSp modSp new mod ord">
        <pc:chgData name="Subir Parida" userId="5adae42a5ff17c16" providerId="LiveId" clId="{2570E06C-6CDE-4131-A690-3FA8836EEC55}" dt="2024-01-29T05:47:36.147" v="3531"/>
        <pc:sldMkLst>
          <pc:docMk/>
          <pc:sldMk cId="2325546674" sldId="332"/>
        </pc:sldMkLst>
        <pc:picChg chg="add mod">
          <ac:chgData name="Subir Parida" userId="5adae42a5ff17c16" providerId="LiveId" clId="{2570E06C-6CDE-4131-A690-3FA8836EEC55}" dt="2024-01-29T05:47:16.105" v="3527" actId="1076"/>
          <ac:picMkLst>
            <pc:docMk/>
            <pc:sldMk cId="2325546674" sldId="332"/>
            <ac:picMk id="3" creationId="{672A8A0C-0754-E422-B5F7-51B3627A332F}"/>
          </ac:picMkLst>
        </pc:picChg>
        <pc:picChg chg="add mod">
          <ac:chgData name="Subir Parida" userId="5adae42a5ff17c16" providerId="LiveId" clId="{2570E06C-6CDE-4131-A690-3FA8836EEC55}" dt="2024-01-29T05:47:33.816" v="3529" actId="1076"/>
          <ac:picMkLst>
            <pc:docMk/>
            <pc:sldMk cId="2325546674" sldId="332"/>
            <ac:picMk id="5" creationId="{67C24720-4167-8739-0B75-581BCD04E4E8}"/>
          </ac:picMkLst>
        </pc:pic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docChgLst>
    <pc:chgData name="Subir Parida" userId="5adae42a5ff17c16" providerId="LiveId" clId="{01589B5E-0D6D-47FC-8B6E-F734D00DB5F1}"/>
    <pc:docChg chg="undo custSel modSld">
      <pc:chgData name="Subir Parida" userId="5adae42a5ff17c16" providerId="LiveId" clId="{01589B5E-0D6D-47FC-8B6E-F734D00DB5F1}" dt="2024-02-04T16:49:31.101" v="167" actId="108"/>
      <pc:docMkLst>
        <pc:docMk/>
      </pc:docMkLst>
      <pc:sldChg chg="modSp mod">
        <pc:chgData name="Subir Parida" userId="5adae42a5ff17c16" providerId="LiveId" clId="{01589B5E-0D6D-47FC-8B6E-F734D00DB5F1}" dt="2024-02-04T16:49:03.582" v="163" actId="20577"/>
        <pc:sldMkLst>
          <pc:docMk/>
          <pc:sldMk cId="2219232480" sldId="333"/>
        </pc:sldMkLst>
        <pc:spChg chg="mod">
          <ac:chgData name="Subir Parida" userId="5adae42a5ff17c16" providerId="LiveId" clId="{01589B5E-0D6D-47FC-8B6E-F734D00DB5F1}" dt="2024-02-04T16:49:03.582" v="163" actId="20577"/>
          <ac:spMkLst>
            <pc:docMk/>
            <pc:sldMk cId="2219232480" sldId="333"/>
            <ac:spMk id="8" creationId="{00000000-0000-0000-0000-000000000000}"/>
          </ac:spMkLst>
        </pc:spChg>
      </pc:sldChg>
      <pc:sldChg chg="modSp mod">
        <pc:chgData name="Subir Parida" userId="5adae42a5ff17c16" providerId="LiveId" clId="{01589B5E-0D6D-47FC-8B6E-F734D00DB5F1}" dt="2024-02-04T16:49:21.014" v="166" actId="20577"/>
        <pc:sldMkLst>
          <pc:docMk/>
          <pc:sldMk cId="2355974788" sldId="334"/>
        </pc:sldMkLst>
        <pc:spChg chg="mod">
          <ac:chgData name="Subir Parida" userId="5adae42a5ff17c16" providerId="LiveId" clId="{01589B5E-0D6D-47FC-8B6E-F734D00DB5F1}" dt="2024-02-04T16:49:21.014" v="166" actId="20577"/>
          <ac:spMkLst>
            <pc:docMk/>
            <pc:sldMk cId="2355974788" sldId="334"/>
            <ac:spMk id="8" creationId="{00000000-0000-0000-0000-000000000000}"/>
          </ac:spMkLst>
        </pc:spChg>
      </pc:sldChg>
      <pc:sldChg chg="addSp delSp modSp mod">
        <pc:chgData name="Subir Parida" userId="5adae42a5ff17c16" providerId="LiveId" clId="{01589B5E-0D6D-47FC-8B6E-F734D00DB5F1}" dt="2024-02-04T16:49:31.101" v="167" actId="108"/>
        <pc:sldMkLst>
          <pc:docMk/>
          <pc:sldMk cId="4150459399" sldId="335"/>
        </pc:sldMkLst>
        <pc:spChg chg="mod">
          <ac:chgData name="Subir Parida" userId="5adae42a5ff17c16" providerId="LiveId" clId="{01589B5E-0D6D-47FC-8B6E-F734D00DB5F1}" dt="2024-02-04T16:49:31.101" v="167" actId="108"/>
          <ac:spMkLst>
            <pc:docMk/>
            <pc:sldMk cId="4150459399" sldId="335"/>
            <ac:spMk id="8" creationId="{00000000-0000-0000-0000-000000000000}"/>
          </ac:spMkLst>
        </pc:spChg>
        <pc:picChg chg="ord">
          <ac:chgData name="Subir Parida" userId="5adae42a5ff17c16" providerId="LiveId" clId="{01589B5E-0D6D-47FC-8B6E-F734D00DB5F1}" dt="2024-02-04T16:43:34.054" v="124" actId="166"/>
          <ac:picMkLst>
            <pc:docMk/>
            <pc:sldMk cId="4150459399" sldId="335"/>
            <ac:picMk id="2" creationId="{D0F07CF6-7824-0017-3C36-229B754AE4BF}"/>
          </ac:picMkLst>
        </pc:picChg>
        <pc:picChg chg="add mod">
          <ac:chgData name="Subir Parida" userId="5adae42a5ff17c16" providerId="LiveId" clId="{01589B5E-0D6D-47FC-8B6E-F734D00DB5F1}" dt="2024-02-04T16:43:41.472" v="138" actId="1035"/>
          <ac:picMkLst>
            <pc:docMk/>
            <pc:sldMk cId="4150459399" sldId="335"/>
            <ac:picMk id="5" creationId="{CABDE279-CE5F-FE07-7C1F-BDD4BF9496F0}"/>
          </ac:picMkLst>
        </pc:picChg>
        <pc:picChg chg="add mod">
          <ac:chgData name="Subir Parida" userId="5adae42a5ff17c16" providerId="LiveId" clId="{01589B5E-0D6D-47FC-8B6E-F734D00DB5F1}" dt="2024-02-04T16:43:41.472" v="138" actId="1035"/>
          <ac:picMkLst>
            <pc:docMk/>
            <pc:sldMk cId="4150459399" sldId="335"/>
            <ac:picMk id="7" creationId="{67DF2862-65CF-4D9B-CA08-51CFF666DC83}"/>
          </ac:picMkLst>
        </pc:picChg>
        <pc:picChg chg="del">
          <ac:chgData name="Subir Parida" userId="5adae42a5ff17c16" providerId="LiveId" clId="{01589B5E-0D6D-47FC-8B6E-F734D00DB5F1}" dt="2024-02-04T16:43:21.384" v="58" actId="478"/>
          <ac:picMkLst>
            <pc:docMk/>
            <pc:sldMk cId="4150459399" sldId="335"/>
            <ac:picMk id="9" creationId="{71AD63BB-CC93-FBF6-8B73-4A5DC677B9BC}"/>
          </ac:picMkLst>
        </pc:picChg>
        <pc:picChg chg="del">
          <ac:chgData name="Subir Parida" userId="5adae42a5ff17c16" providerId="LiveId" clId="{01589B5E-0D6D-47FC-8B6E-F734D00DB5F1}" dt="2024-02-04T16:43:21.384" v="58" actId="478"/>
          <ac:picMkLst>
            <pc:docMk/>
            <pc:sldMk cId="4150459399" sldId="335"/>
            <ac:picMk id="11" creationId="{50747B9D-22DB-C623-9FF0-2D2717AF8C4C}"/>
          </ac:picMkLst>
        </pc:picChg>
        <pc:picChg chg="add mod">
          <ac:chgData name="Subir Parida" userId="5adae42a5ff17c16" providerId="LiveId" clId="{01589B5E-0D6D-47FC-8B6E-F734D00DB5F1}" dt="2024-02-04T16:43:41.472" v="138" actId="1035"/>
          <ac:picMkLst>
            <pc:docMk/>
            <pc:sldMk cId="4150459399" sldId="335"/>
            <ac:picMk id="12" creationId="{1C3A89E1-D16D-D0ED-DF6E-00D591CFE4E2}"/>
          </ac:picMkLst>
        </pc:picChg>
        <pc:picChg chg="del">
          <ac:chgData name="Subir Parida" userId="5adae42a5ff17c16" providerId="LiveId" clId="{01589B5E-0D6D-47FC-8B6E-F734D00DB5F1}" dt="2024-02-04T16:43:21.384" v="58" actId="478"/>
          <ac:picMkLst>
            <pc:docMk/>
            <pc:sldMk cId="4150459399" sldId="335"/>
            <ac:picMk id="13" creationId="{677CCE72-E24D-003D-3EBE-23715F9C05EC}"/>
          </ac:picMkLst>
        </pc:picChg>
        <pc:picChg chg="add mod">
          <ac:chgData name="Subir Parida" userId="5adae42a5ff17c16" providerId="LiveId" clId="{01589B5E-0D6D-47FC-8B6E-F734D00DB5F1}" dt="2024-02-04T16:42:56.079" v="54" actId="571"/>
          <ac:picMkLst>
            <pc:docMk/>
            <pc:sldMk cId="4150459399" sldId="335"/>
            <ac:picMk id="14" creationId="{3FA1D3FC-9F32-764C-3030-CDC465A9F5A1}"/>
          </ac:picMkLst>
        </pc:picChg>
        <pc:picChg chg="add mod">
          <ac:chgData name="Subir Parida" userId="5adae42a5ff17c16" providerId="LiveId" clId="{01589B5E-0D6D-47FC-8B6E-F734D00DB5F1}" dt="2024-02-04T16:42:56.079" v="54" actId="571"/>
          <ac:picMkLst>
            <pc:docMk/>
            <pc:sldMk cId="4150459399" sldId="335"/>
            <ac:picMk id="15" creationId="{D582FA3C-68CD-B0B1-0F52-F7AA9161D268}"/>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18.xml"/><Relationship Id="rId1" Type="http://schemas.microsoft.com/office/2011/relationships/chartStyle" Target="style1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31FF-4A67-8F5C-29F05F354335}"/>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EBF3-46EA-9925-CD4958ABB194}"/>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2870-4812-8090-C0D054A0B7E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6047-405B-8D2A-0EBC9030425A}"/>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418</c:v>
                </c:pt>
                <c:pt idx="1">
                  <c:v>336</c:v>
                </c:pt>
                <c:pt idx="2">
                  <c:v>559</c:v>
                </c:pt>
                <c:pt idx="3">
                  <c:v>345</c:v>
                </c:pt>
                <c:pt idx="4">
                  <c:v>288</c:v>
                </c:pt>
                <c:pt idx="5">
                  <c:v>218</c:v>
                </c:pt>
                <c:pt idx="6">
                  <c:v>444</c:v>
                </c:pt>
                <c:pt idx="7">
                  <c:v>289</c:v>
                </c:pt>
              </c:numCache>
            </c:numRef>
          </c:val>
          <c:extLst>
            <c:ext xmlns:c16="http://schemas.microsoft.com/office/drawing/2014/chart" uri="{C3380CC4-5D6E-409C-BE32-E72D297353CC}">
              <c16:uniqueId val="{00000000-5A08-4686-8403-320846992C4E}"/>
            </c:ext>
          </c:extLst>
        </c:ser>
        <c:dLbls>
          <c:showLegendKey val="0"/>
          <c:showVal val="0"/>
          <c:showCatName val="0"/>
          <c:showSerName val="0"/>
          <c:showPercent val="0"/>
          <c:showBubbleSize val="0"/>
        </c:dLbls>
        <c:gapWidth val="219"/>
        <c:overlap val="-27"/>
        <c:axId val="1407963711"/>
        <c:axId val="1419132975"/>
      </c:barChart>
      <c:catAx>
        <c:axId val="1407963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9132975"/>
        <c:crosses val="autoZero"/>
        <c:auto val="1"/>
        <c:lblAlgn val="ctr"/>
        <c:lblOffset val="100"/>
        <c:noMultiLvlLbl val="0"/>
      </c:catAx>
      <c:valAx>
        <c:axId val="14191329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6371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[fairface_bal_gen_ddgan_dlib.xlsx]Sheet5!PivotTable4</c:name>
    <c:fmtId val="6"/>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418</c:v>
                </c:pt>
                <c:pt idx="1">
                  <c:v>288</c:v>
                </c:pt>
                <c:pt idx="2">
                  <c:v>336</c:v>
                </c:pt>
                <c:pt idx="3">
                  <c:v>218</c:v>
                </c:pt>
                <c:pt idx="4">
                  <c:v>559</c:v>
                </c:pt>
                <c:pt idx="5">
                  <c:v>444</c:v>
                </c:pt>
                <c:pt idx="6">
                  <c:v>345</c:v>
                </c:pt>
                <c:pt idx="7">
                  <c:v>289</c:v>
                </c:pt>
              </c:numCache>
            </c:numRef>
          </c:val>
          <c:extLst>
            <c:ext xmlns:c16="http://schemas.microsoft.com/office/drawing/2014/chart" uri="{C3380CC4-5D6E-409C-BE32-E72D297353CC}">
              <c16:uniqueId val="{00000000-5E15-4249-81A4-4EB1DE880A60}"/>
            </c:ext>
          </c:extLst>
        </c:ser>
        <c:dLbls>
          <c:showLegendKey val="0"/>
          <c:showVal val="0"/>
          <c:showCatName val="0"/>
          <c:showSerName val="0"/>
          <c:showPercent val="0"/>
          <c:showBubbleSize val="0"/>
        </c:dLbls>
        <c:gapWidth val="219"/>
        <c:overlap val="-27"/>
        <c:axId val="1407970431"/>
        <c:axId val="1407998543"/>
      </c:barChart>
      <c:catAx>
        <c:axId val="140797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98543"/>
        <c:crosses val="autoZero"/>
        <c:auto val="1"/>
        <c:lblAlgn val="ctr"/>
        <c:lblOffset val="100"/>
        <c:noMultiLvlLbl val="0"/>
      </c:catAx>
      <c:valAx>
        <c:axId val="140799854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7043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Reversed" id="26">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2/5/2024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1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5" Type="http://schemas.openxmlformats.org/officeDocument/2006/relationships/chart" Target="../charts/chart4.xml"/><Relationship Id="rId4" Type="http://schemas.openxmlformats.org/officeDocument/2006/relationships/chart" Target="../charts/chart3.xml"/></Relationships>
</file>

<file path=ppt/slides/_rels/slide1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7.xml"/><Relationship Id="rId5" Type="http://schemas.openxmlformats.org/officeDocument/2006/relationships/chart" Target="../charts/chart8.xml"/><Relationship Id="rId4" Type="http://schemas.openxmlformats.org/officeDocument/2006/relationships/chart" Target="../charts/chart7.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7.xml"/><Relationship Id="rId4" Type="http://schemas.openxmlformats.org/officeDocument/2006/relationships/chart" Target="../charts/chart11.xml"/></Relationships>
</file>

<file path=ppt/slides/_rels/slide21.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chart" Target="../charts/chart12.xml"/><Relationship Id="rId1" Type="http://schemas.openxmlformats.org/officeDocument/2006/relationships/slideLayout" Target="../slideLayouts/slideLayout7.xml"/><Relationship Id="rId4" Type="http://schemas.openxmlformats.org/officeDocument/2006/relationships/chart" Target="../charts/chart14.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chart" Target="../charts/chart15.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lvl="1" algn="just">
              <a:lnSpc>
                <a:spcPct val="150000"/>
              </a:lnSpc>
            </a:pPr>
            <a:r>
              <a:rPr lang="en-IN" sz="2000" dirty="0" err="1"/>
              <a:t>Fairface</a:t>
            </a:r>
            <a:r>
              <a:rPr lang="en-IN" sz="2000" dirty="0"/>
              <a:t>: </a:t>
            </a:r>
            <a:r>
              <a:rPr lang="en-IN" sz="2000" dirty="0">
                <a:solidFill>
                  <a:srgbClr val="0070C0"/>
                </a:solidFill>
              </a:rPr>
              <a:t>48000</a:t>
            </a:r>
            <a:r>
              <a:rPr lang="en-IN" sz="2000" dirty="0"/>
              <a:t> facial training images of 224x224 dimensions, </a:t>
            </a:r>
            <a:r>
              <a:rPr lang="en-IN" sz="2000" dirty="0">
                <a:solidFill>
                  <a:srgbClr val="0070C0"/>
                </a:solidFill>
              </a:rPr>
              <a:t>perfectly</a:t>
            </a:r>
            <a:r>
              <a:rPr lang="en-IN" sz="2000" dirty="0"/>
              <a:t> </a:t>
            </a:r>
            <a:r>
              <a:rPr lang="en-IN" sz="2000" dirty="0">
                <a:solidFill>
                  <a:srgbClr val="0070C0"/>
                </a:solidFill>
              </a:rPr>
              <a:t>balanced dataset in races and gender attributes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models under investigation</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8397918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
        <p:nvSpPr>
          <p:cNvPr id="4" name="TextBox 3">
            <a:extLst>
              <a:ext uri="{FF2B5EF4-FFF2-40B4-BE49-F238E27FC236}">
                <a16:creationId xmlns:a16="http://schemas.microsoft.com/office/drawing/2014/main" id="{32CDE003-B851-ECBE-FEF7-6BC92C377E20}"/>
              </a:ext>
            </a:extLst>
          </p:cNvPr>
          <p:cNvSpPr txBox="1"/>
          <p:nvPr/>
        </p:nvSpPr>
        <p:spPr>
          <a:xfrm>
            <a:off x="193040" y="5963920"/>
            <a:ext cx="8341360" cy="369332"/>
          </a:xfrm>
          <a:prstGeom prst="rect">
            <a:avLst/>
          </a:prstGeom>
          <a:noFill/>
        </p:spPr>
        <p:txBody>
          <a:bodyPr wrap="square" rtlCol="0">
            <a:spAutoFit/>
          </a:bodyPr>
          <a:lstStyle/>
          <a:p>
            <a:r>
              <a:rPr lang="en-IN"/>
              <a:t>Source: Ho et. al, Denoising Diffusion Probabilistic Models, NeurIPS 2020</a:t>
            </a:r>
            <a:endParaRPr lang="en-IN" dirty="0"/>
          </a:p>
        </p:txBody>
      </p:sp>
      <p:pic>
        <p:nvPicPr>
          <p:cNvPr id="6" name="Picture 5">
            <a:extLst>
              <a:ext uri="{FF2B5EF4-FFF2-40B4-BE49-F238E27FC236}">
                <a16:creationId xmlns:a16="http://schemas.microsoft.com/office/drawing/2014/main" id="{87F4127A-3AF2-80D3-B4FE-B8C341C7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37134" y="3743409"/>
            <a:ext cx="7802457" cy="1946191"/>
          </a:xfrm>
          <a:prstGeom prst="rect">
            <a:avLst/>
          </a:prstGeom>
        </p:spPr>
      </p:pic>
      <p:pic>
        <p:nvPicPr>
          <p:cNvPr id="7" name="Picture 6">
            <a:extLst>
              <a:ext uri="{FF2B5EF4-FFF2-40B4-BE49-F238E27FC236}">
                <a16:creationId xmlns:a16="http://schemas.microsoft.com/office/drawing/2014/main" id="{E28DCE6A-BAE1-455B-81EB-2F81B9273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41099" y="957619"/>
            <a:ext cx="7882073" cy="2096579"/>
          </a:xfrm>
          <a:prstGeom prst="rect">
            <a:avLst/>
          </a:prstGeom>
        </p:spPr>
      </p:pic>
      <p:sp>
        <p:nvSpPr>
          <p:cNvPr id="8" name="TextBox 7">
            <a:extLst>
              <a:ext uri="{FF2B5EF4-FFF2-40B4-BE49-F238E27FC236}">
                <a16:creationId xmlns:a16="http://schemas.microsoft.com/office/drawing/2014/main" id="{32CDE003-B851-ECBE-FEF7-6BC92C377E20}"/>
              </a:ext>
            </a:extLst>
          </p:cNvPr>
          <p:cNvSpPr txBox="1"/>
          <p:nvPr/>
        </p:nvSpPr>
        <p:spPr>
          <a:xfrm>
            <a:off x="1711455" y="917068"/>
            <a:ext cx="2762574" cy="369332"/>
          </a:xfrm>
          <a:prstGeom prst="rect">
            <a:avLst/>
          </a:prstGeom>
          <a:noFill/>
        </p:spPr>
        <p:txBody>
          <a:bodyPr wrap="square" rtlCol="0">
            <a:spAutoFit/>
          </a:bodyPr>
          <a:lstStyle/>
          <a:p>
            <a:r>
              <a:rPr lang="en-IN" b="1" dirty="0"/>
              <a:t>Forward Diffusion Process</a:t>
            </a:r>
          </a:p>
        </p:txBody>
      </p:sp>
      <p:sp>
        <p:nvSpPr>
          <p:cNvPr id="9" name="TextBox 8">
            <a:extLst>
              <a:ext uri="{FF2B5EF4-FFF2-40B4-BE49-F238E27FC236}">
                <a16:creationId xmlns:a16="http://schemas.microsoft.com/office/drawing/2014/main" id="{32CDE003-B851-ECBE-FEF7-6BC92C377E20}"/>
              </a:ext>
            </a:extLst>
          </p:cNvPr>
          <p:cNvSpPr txBox="1"/>
          <p:nvPr/>
        </p:nvSpPr>
        <p:spPr>
          <a:xfrm>
            <a:off x="1711455" y="3448877"/>
            <a:ext cx="2762574" cy="369332"/>
          </a:xfrm>
          <a:prstGeom prst="rect">
            <a:avLst/>
          </a:prstGeom>
          <a:noFill/>
        </p:spPr>
        <p:txBody>
          <a:bodyPr wrap="square" rtlCol="0">
            <a:spAutoFit/>
          </a:bodyPr>
          <a:lstStyle/>
          <a:p>
            <a:r>
              <a:rPr lang="en-IN" b="1" dirty="0"/>
              <a:t>Reverse Diffusion Process</a:t>
            </a:r>
          </a:p>
        </p:txBody>
      </p:sp>
    </p:spTree>
    <p:extLst>
      <p:ext uri="{BB962C8B-B14F-4D97-AF65-F5344CB8AC3E}">
        <p14:creationId xmlns:p14="http://schemas.microsoft.com/office/powerpoint/2010/main" val="200840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
        <p:nvSpPr>
          <p:cNvPr id="2" name="TextBox 1">
            <a:extLst>
              <a:ext uri="{FF2B5EF4-FFF2-40B4-BE49-F238E27FC236}">
                <a16:creationId xmlns:a16="http://schemas.microsoft.com/office/drawing/2014/main" id="{54122658-31C2-C339-853B-13A3CE5222DB}"/>
              </a:ext>
            </a:extLst>
          </p:cNvPr>
          <p:cNvSpPr txBox="1"/>
          <p:nvPr/>
        </p:nvSpPr>
        <p:spPr>
          <a:xfrm>
            <a:off x="193040" y="5963920"/>
            <a:ext cx="9753600" cy="369332"/>
          </a:xfrm>
          <a:prstGeom prst="rect">
            <a:avLst/>
          </a:prstGeom>
          <a:noFill/>
        </p:spPr>
        <p:txBody>
          <a:bodyPr wrap="square" rtlCol="0">
            <a:spAutoFit/>
          </a:bodyPr>
          <a:lstStyle/>
          <a:p>
            <a:r>
              <a:rPr lang="en-IN" dirty="0"/>
              <a:t>Source: </a:t>
            </a:r>
            <a:r>
              <a:rPr lang="en-IN" dirty="0" err="1"/>
              <a:t>Rombach</a:t>
            </a:r>
            <a:r>
              <a:rPr lang="en-IN" dirty="0"/>
              <a:t> et. al, </a:t>
            </a:r>
            <a:r>
              <a:rPr lang="en-US" dirty="0"/>
              <a:t>High-Resolution Image Synthesis with Latent Diffusion Models</a:t>
            </a:r>
            <a:r>
              <a:rPr lang="en-IN" dirty="0"/>
              <a:t>, CVPR 2022</a:t>
            </a:r>
          </a:p>
        </p:txBody>
      </p:sp>
      <p:pic>
        <p:nvPicPr>
          <p:cNvPr id="4" name="Picture 3">
            <a:extLst>
              <a:ext uri="{FF2B5EF4-FFF2-40B4-BE49-F238E27FC236}">
                <a16:creationId xmlns:a16="http://schemas.microsoft.com/office/drawing/2014/main" id="{5DF3F92C-43FC-6DDE-6E20-2325B7DC75BD}"/>
              </a:ext>
            </a:extLst>
          </p:cNvPr>
          <p:cNvPicPr>
            <a:picLocks noChangeAspect="1"/>
          </p:cNvPicPr>
          <p:nvPr/>
        </p:nvPicPr>
        <p:blipFill>
          <a:blip r:embed="rId2"/>
          <a:stretch>
            <a:fillRect/>
          </a:stretch>
        </p:blipFill>
        <p:spPr>
          <a:xfrm>
            <a:off x="1935800" y="1351280"/>
            <a:ext cx="8705065" cy="4365075"/>
          </a:xfrm>
          <a:prstGeom prst="rect">
            <a:avLst/>
          </a:prstGeom>
        </p:spPr>
      </p:pic>
    </p:spTree>
    <p:extLst>
      <p:ext uri="{BB962C8B-B14F-4D97-AF65-F5344CB8AC3E}">
        <p14:creationId xmlns:p14="http://schemas.microsoft.com/office/powerpoint/2010/main" val="13781657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pic>
        <p:nvPicPr>
          <p:cNvPr id="3" name="Picture 2">
            <a:extLst>
              <a:ext uri="{FF2B5EF4-FFF2-40B4-BE49-F238E27FC236}">
                <a16:creationId xmlns:a16="http://schemas.microsoft.com/office/drawing/2014/main" id="{9F2369A1-CC39-6758-96D0-930A4E3C27FB}"/>
              </a:ext>
            </a:extLst>
          </p:cNvPr>
          <p:cNvPicPr>
            <a:picLocks noChangeAspect="1"/>
          </p:cNvPicPr>
          <p:nvPr/>
        </p:nvPicPr>
        <p:blipFill>
          <a:blip r:embed="rId2"/>
          <a:stretch>
            <a:fillRect/>
          </a:stretch>
        </p:blipFill>
        <p:spPr>
          <a:xfrm>
            <a:off x="2516192" y="1045802"/>
            <a:ext cx="7399967" cy="4766395"/>
          </a:xfrm>
          <a:prstGeom prst="rect">
            <a:avLst/>
          </a:prstGeom>
        </p:spPr>
      </p:pic>
      <p:sp>
        <p:nvSpPr>
          <p:cNvPr id="4" name="TextBox 3">
            <a:extLst>
              <a:ext uri="{FF2B5EF4-FFF2-40B4-BE49-F238E27FC236}">
                <a16:creationId xmlns:a16="http://schemas.microsoft.com/office/drawing/2014/main" id="{9BE1CB57-8017-E705-8077-75BF4A2F1E51}"/>
              </a:ext>
            </a:extLst>
          </p:cNvPr>
          <p:cNvSpPr txBox="1"/>
          <p:nvPr/>
        </p:nvSpPr>
        <p:spPr>
          <a:xfrm>
            <a:off x="193040" y="5963920"/>
            <a:ext cx="10414000" cy="369332"/>
          </a:xfrm>
          <a:prstGeom prst="rect">
            <a:avLst/>
          </a:prstGeom>
          <a:noFill/>
        </p:spPr>
        <p:txBody>
          <a:bodyPr wrap="square" rtlCol="0">
            <a:spAutoFit/>
          </a:bodyPr>
          <a:lstStyle/>
          <a:p>
            <a:r>
              <a:rPr lang="en-IN" dirty="0"/>
              <a:t>Source: Xiao et. al, </a:t>
            </a:r>
            <a:r>
              <a:rPr lang="en-US" dirty="0"/>
              <a:t>Tackling the Generative Learning Trilemma with Denoising Diffusion GANs, ICLR - 2022</a:t>
            </a:r>
            <a:endParaRPr lang="en-IN" dirty="0"/>
          </a:p>
        </p:txBody>
      </p:sp>
    </p:spTree>
    <p:extLst>
      <p:ext uri="{BB962C8B-B14F-4D97-AF65-F5344CB8AC3E}">
        <p14:creationId xmlns:p14="http://schemas.microsoft.com/office/powerpoint/2010/main" val="2272852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sp>
        <p:nvSpPr>
          <p:cNvPr id="8" name="TextBox 7"/>
          <p:cNvSpPr txBox="1"/>
          <p:nvPr/>
        </p:nvSpPr>
        <p:spPr>
          <a:xfrm>
            <a:off x="583472" y="3526491"/>
            <a:ext cx="11019247" cy="3139321"/>
          </a:xfrm>
          <a:prstGeom prst="rect">
            <a:avLst/>
          </a:prstGeom>
          <a:noFill/>
        </p:spPr>
        <p:txBody>
          <a:bodyPr wrap="square" numCol="2" rtlCol="0">
            <a:spAutoFit/>
          </a:bodyPr>
          <a:lstStyle/>
          <a:p>
            <a:pPr marL="285750" indent="-144000" algn="just">
              <a:spcBef>
                <a:spcPts val="600"/>
              </a:spcBef>
              <a:spcAft>
                <a:spcPts val="600"/>
              </a:spcAft>
              <a:buFont typeface="Arial" panose="020B0604020202020204" pitchFamily="34" charset="0"/>
              <a:buChar char="•"/>
            </a:pPr>
            <a:r>
              <a:rPr lang="en-IN" dirty="0" err="1"/>
              <a:t>CelebA</a:t>
            </a:r>
            <a:r>
              <a:rPr lang="en-IN" dirty="0"/>
              <a:t>-HQ training dataset have white faces, females, and younger age group biases</a:t>
            </a:r>
          </a:p>
          <a:p>
            <a:pPr marL="285750" indent="-144000" algn="just">
              <a:spcBef>
                <a:spcPts val="600"/>
              </a:spcBef>
              <a:spcAft>
                <a:spcPts val="600"/>
              </a:spcAft>
              <a:buFont typeface="Arial" panose="020B0604020202020204" pitchFamily="34" charset="0"/>
              <a:buChar char="•"/>
            </a:pPr>
            <a:r>
              <a:rPr lang="en-IN" dirty="0"/>
              <a:t>Training data has 83% White faces which is maintained in DDGAN and more generated in DDPM and Stable Diffusion</a:t>
            </a:r>
          </a:p>
          <a:p>
            <a:pPr marL="285750" indent="-144000" algn="just">
              <a:spcBef>
                <a:spcPts val="600"/>
              </a:spcBef>
              <a:spcAft>
                <a:spcPts val="600"/>
              </a:spcAft>
              <a:buFont typeface="Arial" panose="020B0604020202020204" pitchFamily="34" charset="0"/>
              <a:buChar char="•"/>
            </a:pPr>
            <a:r>
              <a:rPr lang="en-IN" dirty="0"/>
              <a:t>Asian, Indian, and black facial images are less generated by DDPM and Stable Diffusion models</a:t>
            </a:r>
          </a:p>
          <a:p>
            <a:pPr marL="285750" indent="-144000" algn="just">
              <a:spcBef>
                <a:spcPts val="600"/>
              </a:spcBef>
              <a:spcAft>
                <a:spcPts val="600"/>
              </a:spcAft>
              <a:buFont typeface="Arial" panose="020B0604020202020204" pitchFamily="34" charset="0"/>
              <a:buChar char="•"/>
            </a:pPr>
            <a:r>
              <a:rPr lang="en-IN" dirty="0"/>
              <a:t>Training data has 2/3</a:t>
            </a:r>
            <a:r>
              <a:rPr lang="en-IN" baseline="30000" dirty="0"/>
              <a:t>rd</a:t>
            </a:r>
            <a:r>
              <a:rPr lang="en-IN" dirty="0"/>
              <a:t> proportion of female facial images, which is maintained in DDGAN and Stable Diffusion models</a:t>
            </a:r>
          </a:p>
          <a:p>
            <a:pPr marL="285750" indent="-144000" algn="just">
              <a:spcBef>
                <a:spcPts val="600"/>
              </a:spcBef>
              <a:spcAft>
                <a:spcPts val="600"/>
              </a:spcAft>
              <a:buFont typeface="Arial" panose="020B0604020202020204" pitchFamily="34" charset="0"/>
              <a:buChar char="•"/>
            </a:pPr>
            <a:r>
              <a:rPr lang="en-IN" dirty="0"/>
              <a:t>DDPM tends to generate more females</a:t>
            </a:r>
          </a:p>
          <a:p>
            <a:pPr marL="285750" indent="-144000" algn="just">
              <a:spcBef>
                <a:spcPts val="600"/>
              </a:spcBef>
              <a:spcAft>
                <a:spcPts val="600"/>
              </a:spcAft>
              <a:buFont typeface="Arial" panose="020B0604020202020204" pitchFamily="34" charset="0"/>
              <a:buChar char="•"/>
            </a:pPr>
            <a:r>
              <a:rPr lang="en-IN" dirty="0"/>
              <a:t>Training data has 2/3</a:t>
            </a:r>
            <a:r>
              <a:rPr lang="en-IN" baseline="30000" dirty="0"/>
              <a:t>rd</a:t>
            </a:r>
            <a:r>
              <a:rPr lang="en-IN" dirty="0"/>
              <a:t> proportion of young faces, which is almost maintained in DDGAN and Stable Diffusion models</a:t>
            </a:r>
          </a:p>
          <a:p>
            <a:pPr marL="285750" indent="-144000" algn="just">
              <a:spcBef>
                <a:spcPts val="600"/>
              </a:spcBef>
              <a:spcAft>
                <a:spcPts val="600"/>
              </a:spcAft>
              <a:buFont typeface="Arial" panose="020B0604020202020204" pitchFamily="34" charset="0"/>
              <a:buChar char="•"/>
            </a:pPr>
            <a:r>
              <a:rPr lang="en-IN" dirty="0"/>
              <a:t>DDPM tends to generate more young faces</a:t>
            </a:r>
          </a:p>
          <a:p>
            <a:pPr marL="285750" indent="-144000" algn="just">
              <a:spcBef>
                <a:spcPts val="600"/>
              </a:spcBef>
              <a:spcAft>
                <a:spcPts val="600"/>
              </a:spcAft>
              <a:buFont typeface="Arial" panose="020B0604020202020204" pitchFamily="34" charset="0"/>
              <a:buChar char="•"/>
            </a:pPr>
            <a:r>
              <a:rPr lang="en-IN" dirty="0"/>
              <a:t>Diffusion models trained on </a:t>
            </a:r>
            <a:r>
              <a:rPr lang="en-IN" dirty="0" err="1"/>
              <a:t>CelebA</a:t>
            </a:r>
            <a:r>
              <a:rPr lang="en-IN" dirty="0"/>
              <a:t>-HQ faces are biased to generate young white female facial images</a:t>
            </a:r>
          </a:p>
        </p:txBody>
      </p:sp>
      <p:pic>
        <p:nvPicPr>
          <p:cNvPr id="3" name="Picture 2">
            <a:extLst>
              <a:ext uri="{FF2B5EF4-FFF2-40B4-BE49-F238E27FC236}">
                <a16:creationId xmlns:a16="http://schemas.microsoft.com/office/drawing/2014/main" id="{C822C99A-812D-7C11-3E4D-2030080DBE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2150" y="990107"/>
            <a:ext cx="4140000" cy="2484000"/>
          </a:xfrm>
          <a:prstGeom prst="rect">
            <a:avLst/>
          </a:prstGeom>
        </p:spPr>
      </p:pic>
      <p:pic>
        <p:nvPicPr>
          <p:cNvPr id="10" name="Picture 9">
            <a:extLst>
              <a:ext uri="{FF2B5EF4-FFF2-40B4-BE49-F238E27FC236}">
                <a16:creationId xmlns:a16="http://schemas.microsoft.com/office/drawing/2014/main" id="{5BECDEF1-92CE-1772-F331-521BA963D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57481" y="994607"/>
            <a:ext cx="3960000" cy="2475000"/>
          </a:xfrm>
          <a:prstGeom prst="rect">
            <a:avLst/>
          </a:prstGeom>
        </p:spPr>
      </p:pic>
      <p:pic>
        <p:nvPicPr>
          <p:cNvPr id="12" name="Picture 11">
            <a:extLst>
              <a:ext uri="{FF2B5EF4-FFF2-40B4-BE49-F238E27FC236}">
                <a16:creationId xmlns:a16="http://schemas.microsoft.com/office/drawing/2014/main" id="{C51CA399-B059-37CE-E979-7955C5F70E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2812" y="994607"/>
            <a:ext cx="3960000" cy="2475000"/>
          </a:xfrm>
          <a:prstGeom prst="rect">
            <a:avLst/>
          </a:prstGeom>
        </p:spPr>
      </p:pic>
      <p:pic>
        <p:nvPicPr>
          <p:cNvPr id="14" name="Picture 13">
            <a:extLst>
              <a:ext uri="{FF2B5EF4-FFF2-40B4-BE49-F238E27FC236}">
                <a16:creationId xmlns:a16="http://schemas.microsoft.com/office/drawing/2014/main" id="{E3233F92-6E75-9200-DAE3-8C6B1E3394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22192324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extLst>
              <p:ext uri="{D42A27DB-BD31-4B8C-83A1-F6EECF244321}">
                <p14:modId xmlns:p14="http://schemas.microsoft.com/office/powerpoint/2010/main" val="1507927803"/>
              </p:ext>
            </p:extLst>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extLst>
              <p:ext uri="{D42A27DB-BD31-4B8C-83A1-F6EECF244321}">
                <p14:modId xmlns:p14="http://schemas.microsoft.com/office/powerpoint/2010/main" val="3453625848"/>
              </p:ext>
            </p:extLst>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extLst>
              <p:ext uri="{D42A27DB-BD31-4B8C-83A1-F6EECF244321}">
                <p14:modId xmlns:p14="http://schemas.microsoft.com/office/powerpoint/2010/main" val="470093407"/>
              </p:ext>
            </p:extLst>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Chart 19">
            <a:extLst>
              <a:ext uri="{FF2B5EF4-FFF2-40B4-BE49-F238E27FC236}">
                <a16:creationId xmlns:a16="http://schemas.microsoft.com/office/drawing/2014/main" id="{04A11384-EF20-A3E0-3866-5DC16788A449}"/>
              </a:ext>
            </a:extLst>
          </p:cNvPr>
          <p:cNvGraphicFramePr>
            <a:graphicFrameLocks/>
          </p:cNvGraphicFramePr>
          <p:nvPr>
            <p:extLst>
              <p:ext uri="{D42A27DB-BD31-4B8C-83A1-F6EECF244321}">
                <p14:modId xmlns:p14="http://schemas.microsoft.com/office/powerpoint/2010/main" val="3421566184"/>
              </p:ext>
            </p:extLst>
          </p:nvPr>
        </p:nvGraphicFramePr>
        <p:xfrm>
          <a:off x="625204"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spTree>
    <p:extLst>
      <p:ext uri="{BB962C8B-B14F-4D97-AF65-F5344CB8AC3E}">
        <p14:creationId xmlns:p14="http://schemas.microsoft.com/office/powerpoint/2010/main" val="36027972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extLst>
              <p:ext uri="{D42A27DB-BD31-4B8C-83A1-F6EECF244321}">
                <p14:modId xmlns:p14="http://schemas.microsoft.com/office/powerpoint/2010/main" val="190572099"/>
              </p:ext>
            </p:extLst>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extLst>
              <p:ext uri="{D42A27DB-BD31-4B8C-83A1-F6EECF244321}">
                <p14:modId xmlns:p14="http://schemas.microsoft.com/office/powerpoint/2010/main" val="3355775092"/>
              </p:ext>
            </p:extLst>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extLst>
              <p:ext uri="{D42A27DB-BD31-4B8C-83A1-F6EECF244321}">
                <p14:modId xmlns:p14="http://schemas.microsoft.com/office/powerpoint/2010/main" val="2225296806"/>
              </p:ext>
            </p:extLst>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a:extLst>
              <a:ext uri="{FF2B5EF4-FFF2-40B4-BE49-F238E27FC236}">
                <a16:creationId xmlns:a16="http://schemas.microsoft.com/office/drawing/2014/main" id="{2C4C56DE-7D78-3F5E-A121-E5F4A1603443}"/>
              </a:ext>
            </a:extLst>
          </p:cNvPr>
          <p:cNvGraphicFramePr>
            <a:graphicFrameLocks/>
          </p:cNvGraphicFramePr>
          <p:nvPr>
            <p:extLst>
              <p:ext uri="{D42A27DB-BD31-4B8C-83A1-F6EECF244321}">
                <p14:modId xmlns:p14="http://schemas.microsoft.com/office/powerpoint/2010/main" val="3279777905"/>
              </p:ext>
            </p:extLst>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spTree>
    <p:extLst>
      <p:ext uri="{BB962C8B-B14F-4D97-AF65-F5344CB8AC3E}">
        <p14:creationId xmlns:p14="http://schemas.microsoft.com/office/powerpoint/2010/main" val="7375866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FairFace</a:t>
            </a:r>
            <a:r>
              <a:rPr lang="en-US" sz="3200" u="sng" dirty="0">
                <a:solidFill>
                  <a:schemeClr val="accent5">
                    <a:lumMod val="75000"/>
                  </a:schemeClr>
                </a:solidFill>
              </a:rPr>
              <a:t> dataset</a:t>
            </a:r>
          </a:p>
        </p:txBody>
      </p:sp>
      <p:sp>
        <p:nvSpPr>
          <p:cNvPr id="8" name="TextBox 7"/>
          <p:cNvSpPr txBox="1"/>
          <p:nvPr/>
        </p:nvSpPr>
        <p:spPr>
          <a:xfrm>
            <a:off x="583473" y="3526491"/>
            <a:ext cx="10857414" cy="338554"/>
          </a:xfrm>
          <a:prstGeom prst="rect">
            <a:avLst/>
          </a:prstGeom>
          <a:noFill/>
        </p:spPr>
        <p:txBody>
          <a:bodyPr wrap="square" numCol="2" rtlCol="0">
            <a:spAutoFit/>
          </a:bodyPr>
          <a:lstStyle>
            <a:defPPr>
              <a:defRPr lang="en-US"/>
            </a:defPPr>
            <a:lvl1pPr marL="285750" indent="-144000" algn="just">
              <a:spcBef>
                <a:spcPts val="600"/>
              </a:spcBef>
              <a:spcAft>
                <a:spcPts val="600"/>
              </a:spcAft>
              <a:buFont typeface="Arial" panose="020B0604020202020204" pitchFamily="34" charset="0"/>
              <a:buChar char="•"/>
            </a:lvl1pPr>
          </a:lstStyle>
          <a:p>
            <a:r>
              <a:rPr lang="en-IN" dirty="0" err="1"/>
              <a:t>Fairface</a:t>
            </a:r>
            <a:r>
              <a:rPr lang="en-IN" dirty="0"/>
              <a:t> training dataset is almost balanced in race and gender, but depict younger age group biases</a:t>
            </a:r>
          </a:p>
        </p:txBody>
      </p:sp>
      <p:pic>
        <p:nvPicPr>
          <p:cNvPr id="3" name="Picture 2">
            <a:extLst>
              <a:ext uri="{FF2B5EF4-FFF2-40B4-BE49-F238E27FC236}">
                <a16:creationId xmlns:a16="http://schemas.microsoft.com/office/drawing/2014/main" id="{659B19E9-060C-762A-5F2F-783F84DB5F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33924" y="975678"/>
            <a:ext cx="4140000" cy="2484000"/>
          </a:xfrm>
          <a:prstGeom prst="rect">
            <a:avLst/>
          </a:prstGeom>
        </p:spPr>
      </p:pic>
      <p:pic>
        <p:nvPicPr>
          <p:cNvPr id="9" name="Picture 8">
            <a:extLst>
              <a:ext uri="{FF2B5EF4-FFF2-40B4-BE49-F238E27FC236}">
                <a16:creationId xmlns:a16="http://schemas.microsoft.com/office/drawing/2014/main" id="{B4463845-4CD1-F734-D7A0-0710D0F5AD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72623" y="980178"/>
            <a:ext cx="3960000" cy="2475000"/>
          </a:xfrm>
          <a:prstGeom prst="rect">
            <a:avLst/>
          </a:prstGeom>
        </p:spPr>
      </p:pic>
      <p:pic>
        <p:nvPicPr>
          <p:cNvPr id="12" name="Picture 11">
            <a:extLst>
              <a:ext uri="{FF2B5EF4-FFF2-40B4-BE49-F238E27FC236}">
                <a16:creationId xmlns:a16="http://schemas.microsoft.com/office/drawing/2014/main" id="{C3CDB019-A87E-5529-00CB-0FBC401B8E2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1321" y="980178"/>
            <a:ext cx="3960000" cy="2475000"/>
          </a:xfrm>
          <a:prstGeom prst="rect">
            <a:avLst/>
          </a:prstGeom>
        </p:spPr>
      </p:pic>
      <p:pic>
        <p:nvPicPr>
          <p:cNvPr id="5" name="Picture 4">
            <a:extLst>
              <a:ext uri="{FF2B5EF4-FFF2-40B4-BE49-F238E27FC236}">
                <a16:creationId xmlns:a16="http://schemas.microsoft.com/office/drawing/2014/main" id="{648529E2-799D-CF0B-FB59-94743DDD4C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2355974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extLst>
              <p:ext uri="{D42A27DB-BD31-4B8C-83A1-F6EECF244321}">
                <p14:modId xmlns:p14="http://schemas.microsoft.com/office/powerpoint/2010/main" val="1776202527"/>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extLst>
              <p:ext uri="{D42A27DB-BD31-4B8C-83A1-F6EECF244321}">
                <p14:modId xmlns:p14="http://schemas.microsoft.com/office/powerpoint/2010/main" val="4095053659"/>
              </p:ext>
            </p:extLst>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Chart 17">
            <a:extLst>
              <a:ext uri="{FF2B5EF4-FFF2-40B4-BE49-F238E27FC236}">
                <a16:creationId xmlns:a16="http://schemas.microsoft.com/office/drawing/2014/main" id="{0B06D846-F376-30D8-5E12-EB8F88591D76}"/>
              </a:ext>
            </a:extLst>
          </p:cNvPr>
          <p:cNvGraphicFramePr>
            <a:graphicFrameLocks/>
          </p:cNvGraphicFramePr>
          <p:nvPr>
            <p:extLst>
              <p:ext uri="{D42A27DB-BD31-4B8C-83A1-F6EECF244321}">
                <p14:modId xmlns:p14="http://schemas.microsoft.com/office/powerpoint/2010/main" val="3533611867"/>
              </p:ext>
            </p:extLst>
          </p:nvPr>
        </p:nvGraphicFramePr>
        <p:xfrm>
          <a:off x="1482659" y="4235154"/>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extLst>
              <p:ext uri="{D42A27DB-BD31-4B8C-83A1-F6EECF244321}">
                <p14:modId xmlns:p14="http://schemas.microsoft.com/office/powerpoint/2010/main" val="2710920666"/>
              </p:ext>
            </p:extLst>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extLst>
              <p:ext uri="{D42A27DB-BD31-4B8C-83A1-F6EECF244321}">
                <p14:modId xmlns:p14="http://schemas.microsoft.com/office/powerpoint/2010/main" val="1568915454"/>
              </p:ext>
            </p:extLst>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BF58D71A-9BE3-9F12-71A1-8F4E409B7AE9}"/>
              </a:ext>
            </a:extLst>
          </p:cNvPr>
          <p:cNvGraphicFramePr>
            <a:graphicFrameLocks/>
          </p:cNvGraphicFramePr>
          <p:nvPr>
            <p:extLst>
              <p:ext uri="{D42A27DB-BD31-4B8C-83A1-F6EECF244321}">
                <p14:modId xmlns:p14="http://schemas.microsoft.com/office/powerpoint/2010/main" val="1843012704"/>
              </p:ext>
            </p:extLst>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10356670"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FairFace</a:t>
            </a:r>
            <a:r>
              <a:rPr lang="en-US" sz="3200" u="sng" dirty="0">
                <a:solidFill>
                  <a:schemeClr val="accent5">
                    <a:lumMod val="75000"/>
                  </a:schemeClr>
                </a:solidFill>
              </a:rPr>
              <a:t>-Sub (R + G balanced) dataset</a:t>
            </a:r>
          </a:p>
        </p:txBody>
      </p:sp>
      <p:sp>
        <p:nvSpPr>
          <p:cNvPr id="8" name="TextBox 7"/>
          <p:cNvSpPr txBox="1"/>
          <p:nvPr/>
        </p:nvSpPr>
        <p:spPr>
          <a:xfrm>
            <a:off x="583473" y="3787748"/>
            <a:ext cx="10857414" cy="338554"/>
          </a:xfrm>
          <a:prstGeom prst="rect">
            <a:avLst/>
          </a:prstGeom>
          <a:noFill/>
        </p:spPr>
        <p:txBody>
          <a:bodyPr wrap="square" numCol="2" rtlCol="0">
            <a:spAutoFit/>
          </a:bodyPr>
          <a:lstStyle>
            <a:defPPr>
              <a:defRPr lang="en-US"/>
            </a:defPPr>
            <a:lvl1pPr marL="285750" indent="-144000" algn="just">
              <a:spcBef>
                <a:spcPts val="600"/>
              </a:spcBef>
              <a:spcAft>
                <a:spcPts val="600"/>
              </a:spcAft>
              <a:buFont typeface="Arial" panose="020B0604020202020204" pitchFamily="34" charset="0"/>
              <a:buChar char="•"/>
            </a:lvl1pPr>
          </a:lstStyle>
          <a:p>
            <a:r>
              <a:rPr lang="en-IN" dirty="0"/>
              <a:t>x</a:t>
            </a:r>
          </a:p>
        </p:txBody>
      </p:sp>
      <p:pic>
        <p:nvPicPr>
          <p:cNvPr id="5" name="Picture 4">
            <a:extLst>
              <a:ext uri="{FF2B5EF4-FFF2-40B4-BE49-F238E27FC236}">
                <a16:creationId xmlns:a16="http://schemas.microsoft.com/office/drawing/2014/main" id="{CABDE279-CE5F-FE07-7C1F-BDD4BF9496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38064" y="985412"/>
            <a:ext cx="4140000" cy="2484000"/>
          </a:xfrm>
          <a:prstGeom prst="rect">
            <a:avLst/>
          </a:prstGeom>
        </p:spPr>
      </p:pic>
      <p:pic>
        <p:nvPicPr>
          <p:cNvPr id="7" name="Picture 6">
            <a:extLst>
              <a:ext uri="{FF2B5EF4-FFF2-40B4-BE49-F238E27FC236}">
                <a16:creationId xmlns:a16="http://schemas.microsoft.com/office/drawing/2014/main" id="{67DF2862-65CF-4D9B-CA08-51CFF666DC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71957" y="989912"/>
            <a:ext cx="3960000" cy="2475000"/>
          </a:xfrm>
          <a:prstGeom prst="rect">
            <a:avLst/>
          </a:prstGeom>
        </p:spPr>
      </p:pic>
      <p:pic>
        <p:nvPicPr>
          <p:cNvPr id="12" name="Picture 11">
            <a:extLst>
              <a:ext uri="{FF2B5EF4-FFF2-40B4-BE49-F238E27FC236}">
                <a16:creationId xmlns:a16="http://schemas.microsoft.com/office/drawing/2014/main" id="{1C3A89E1-D16D-D0ED-DF6E-00D591CFE4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849" y="989912"/>
            <a:ext cx="3960000" cy="2475000"/>
          </a:xfrm>
          <a:prstGeom prst="rect">
            <a:avLst/>
          </a:prstGeom>
        </p:spPr>
      </p:pic>
      <p:pic>
        <p:nvPicPr>
          <p:cNvPr id="2" name="Picture 1">
            <a:extLst>
              <a:ext uri="{FF2B5EF4-FFF2-40B4-BE49-F238E27FC236}">
                <a16:creationId xmlns:a16="http://schemas.microsoft.com/office/drawing/2014/main" id="{D0F07CF6-7824-0017-3C36-229B754AE4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41504593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extLst>
              <p:ext uri="{D42A27DB-BD31-4B8C-83A1-F6EECF244321}">
                <p14:modId xmlns:p14="http://schemas.microsoft.com/office/powerpoint/2010/main" val="2997083114"/>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74234C2B-511F-B28A-8C7C-F43A5F7C1C02}"/>
              </a:ext>
            </a:extLst>
          </p:cNvPr>
          <p:cNvGraphicFramePr>
            <a:graphicFrameLocks/>
          </p:cNvGraphicFramePr>
          <p:nvPr>
            <p:extLst>
              <p:ext uri="{D42A27DB-BD31-4B8C-83A1-F6EECF244321}">
                <p14:modId xmlns:p14="http://schemas.microsoft.com/office/powerpoint/2010/main" val="3842809798"/>
              </p:ext>
            </p:extLst>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296389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extLst>
              <p:ext uri="{D42A27DB-BD31-4B8C-83A1-F6EECF244321}">
                <p14:modId xmlns:p14="http://schemas.microsoft.com/office/powerpoint/2010/main" val="2351593700"/>
              </p:ext>
            </p:extLst>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5B2E119-74AC-62BA-8ECE-BF8AEF57C686}"/>
              </a:ext>
            </a:extLst>
          </p:cNvPr>
          <p:cNvGraphicFramePr>
            <a:graphicFrameLocks/>
          </p:cNvGraphicFramePr>
          <p:nvPr>
            <p:extLst>
              <p:ext uri="{D42A27DB-BD31-4B8C-83A1-F6EECF244321}">
                <p14:modId xmlns:p14="http://schemas.microsoft.com/office/powerpoint/2010/main" val="441060954"/>
              </p:ext>
            </p:extLst>
          </p:nvPr>
        </p:nvGraphicFramePr>
        <p:xfrm>
          <a:off x="6484018" y="1168400"/>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92029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2A8A0C-0754-E422-B5F7-51B3627A332F}"/>
              </a:ext>
            </a:extLst>
          </p:cNvPr>
          <p:cNvPicPr>
            <a:picLocks noChangeAspect="1"/>
          </p:cNvPicPr>
          <p:nvPr/>
        </p:nvPicPr>
        <p:blipFill>
          <a:blip r:embed="rId2"/>
          <a:stretch>
            <a:fillRect/>
          </a:stretch>
        </p:blipFill>
        <p:spPr>
          <a:xfrm>
            <a:off x="1754413" y="558143"/>
            <a:ext cx="3562533" cy="844593"/>
          </a:xfrm>
          <a:prstGeom prst="rect">
            <a:avLst/>
          </a:prstGeom>
        </p:spPr>
      </p:pic>
      <p:pic>
        <p:nvPicPr>
          <p:cNvPr id="5" name="Picture 4">
            <a:extLst>
              <a:ext uri="{FF2B5EF4-FFF2-40B4-BE49-F238E27FC236}">
                <a16:creationId xmlns:a16="http://schemas.microsoft.com/office/drawing/2014/main" id="{67C24720-4167-8739-0B75-581BCD04E4E8}"/>
              </a:ext>
            </a:extLst>
          </p:cNvPr>
          <p:cNvPicPr>
            <a:picLocks noChangeAspect="1"/>
          </p:cNvPicPr>
          <p:nvPr/>
        </p:nvPicPr>
        <p:blipFill>
          <a:blip r:embed="rId3"/>
          <a:stretch>
            <a:fillRect/>
          </a:stretch>
        </p:blipFill>
        <p:spPr>
          <a:xfrm>
            <a:off x="1754413" y="1584266"/>
            <a:ext cx="4616687" cy="2267067"/>
          </a:xfrm>
          <a:prstGeom prst="rect">
            <a:avLst/>
          </a:prstGeom>
        </p:spPr>
      </p:pic>
    </p:spTree>
    <p:extLst>
      <p:ext uri="{BB962C8B-B14F-4D97-AF65-F5344CB8AC3E}">
        <p14:creationId xmlns:p14="http://schemas.microsoft.com/office/powerpoint/2010/main" val="23255466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
        <p:nvSpPr>
          <p:cNvPr id="4" name="TextBox 3"/>
          <p:cNvSpPr txBox="1"/>
          <p:nvPr/>
        </p:nvSpPr>
        <p:spPr>
          <a:xfrm>
            <a:off x="831850" y="3548742"/>
            <a:ext cx="6378028" cy="1569660"/>
          </a:xfrm>
          <a:prstGeom prst="rect">
            <a:avLst/>
          </a:prstGeom>
          <a:noFill/>
        </p:spPr>
        <p:txBody>
          <a:bodyPr wrap="none" rtlCol="0">
            <a:spAutoFit/>
          </a:bodyPr>
          <a:lstStyle/>
          <a:p>
            <a:r>
              <a:rPr lang="en-US" sz="1600" dirty="0"/>
              <a:t>DDPM: (256 epoch) Generated output (2086 samples) on </a:t>
            </a:r>
            <a:r>
              <a:rPr lang="en-US" sz="1600" dirty="0" err="1"/>
              <a:t>CelebA</a:t>
            </a:r>
            <a:r>
              <a:rPr lang="en-US" sz="1600" dirty="0"/>
              <a:t>-HQ</a:t>
            </a:r>
          </a:p>
          <a:p>
            <a:r>
              <a:rPr lang="en-US" sz="1600" dirty="0"/>
              <a:t>DDPM: (75 epoch) – Generated output (597 samples) on </a:t>
            </a:r>
            <a:r>
              <a:rPr lang="en-US" sz="1600" dirty="0" err="1"/>
              <a:t>Fairface</a:t>
            </a:r>
            <a:endParaRPr lang="en-US" sz="1600" dirty="0"/>
          </a:p>
          <a:p>
            <a:r>
              <a:rPr lang="en-US" sz="1600" dirty="0"/>
              <a:t>SD: Generated output (3000 samples) on </a:t>
            </a:r>
            <a:r>
              <a:rPr lang="en-US" sz="1600" dirty="0" err="1"/>
              <a:t>CelebA</a:t>
            </a:r>
            <a:r>
              <a:rPr lang="en-US" sz="1600" dirty="0"/>
              <a:t>-HQ</a:t>
            </a:r>
          </a:p>
          <a:p>
            <a:endParaRPr lang="en-US" sz="1600" dirty="0"/>
          </a:p>
          <a:p>
            <a:r>
              <a:rPr lang="en-US" sz="1600" dirty="0" err="1"/>
              <a:t>DiffusionGAN</a:t>
            </a:r>
            <a:r>
              <a:rPr lang="en-US" sz="1600" dirty="0"/>
              <a:t>: Generated output (2949 samples) on </a:t>
            </a:r>
            <a:r>
              <a:rPr lang="en-US" sz="1600" dirty="0" err="1"/>
              <a:t>CelebA</a:t>
            </a:r>
            <a:r>
              <a:rPr lang="en-US" sz="1600" dirty="0"/>
              <a:t>-HQ</a:t>
            </a:r>
          </a:p>
          <a:p>
            <a:r>
              <a:rPr lang="en-US" sz="1600" dirty="0" err="1"/>
              <a:t>DiffusionGAN</a:t>
            </a:r>
            <a:r>
              <a:rPr lang="en-US" sz="1600" dirty="0"/>
              <a:t>: (110 epoch) – Generated output (6235 samples) on </a:t>
            </a:r>
            <a:r>
              <a:rPr lang="en-US" sz="1600" dirty="0" err="1"/>
              <a:t>Fairface</a:t>
            </a:r>
            <a:endParaRPr lang="en-US" sz="1600" dirty="0"/>
          </a:p>
        </p:txBody>
      </p:sp>
    </p:spTree>
    <p:extLst>
      <p:ext uri="{BB962C8B-B14F-4D97-AF65-F5344CB8AC3E}">
        <p14:creationId xmlns:p14="http://schemas.microsoft.com/office/powerpoint/2010/main" val="3982072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3073</TotalTime>
  <Words>842</Words>
  <Application>Microsoft Office PowerPoint</Application>
  <PresentationFormat>Widescreen</PresentationFormat>
  <Paragraphs>120</Paragraphs>
  <Slides>26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Subir Parida</cp:lastModifiedBy>
  <cp:revision>45</cp:revision>
  <dcterms:created xsi:type="dcterms:W3CDTF">2023-12-11T11:15:53Z</dcterms:created>
  <dcterms:modified xsi:type="dcterms:W3CDTF">2024-02-05T16:31:41Z</dcterms:modified>
</cp:coreProperties>
</file>