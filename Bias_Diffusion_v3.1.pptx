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4.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35.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36.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37.xml" ContentType="application/vnd.openxmlformats-officedocument.drawingml.chart+xml"/>
  <Override PartName="/ppt/charts/style37.xml" ContentType="application/vnd.ms-office.chartstyle+xml"/>
  <Override PartName="/ppt/charts/colors37.xml" ContentType="application/vnd.ms-office.chartcolorstyle+xml"/>
  <Override PartName="/ppt/charts/chart38.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39.xml" ContentType="application/vnd.openxmlformats-officedocument.drawingml.chart+xml"/>
  <Override PartName="/ppt/charts/style39.xml" ContentType="application/vnd.ms-office.chartstyle+xml"/>
  <Override PartName="/ppt/charts/colors39.xml" ContentType="application/vnd.ms-office.chartcolorstyle+xml"/>
  <Override PartName="/ppt/charts/chart40.xml" ContentType="application/vnd.openxmlformats-officedocument.drawingml.chart+xml"/>
  <Override PartName="/ppt/charts/style40.xml" ContentType="application/vnd.ms-office.chartstyle+xml"/>
  <Override PartName="/ppt/charts/colors40.xml" ContentType="application/vnd.ms-office.chartcolorstyle+xml"/>
  <Override PartName="/ppt/charts/chart41.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42.xml" ContentType="application/vnd.openxmlformats-officedocument.drawingml.chart+xml"/>
  <Override PartName="/ppt/charts/style42.xml" ContentType="application/vnd.ms-office.chartstyle+xml"/>
  <Override PartName="/ppt/charts/colors42.xml" ContentType="application/vnd.ms-office.chartcolorstyle+xml"/>
  <Override PartName="/ppt/charts/chart43.xml" ContentType="application/vnd.openxmlformats-officedocument.drawingml.chart+xml"/>
  <Override PartName="/ppt/charts/style43.xml" ContentType="application/vnd.ms-office.chartstyle+xml"/>
  <Override PartName="/ppt/charts/colors43.xml" ContentType="application/vnd.ms-office.chartcolorstyle+xml"/>
  <Override PartName="/ppt/charts/chart44.xml" ContentType="application/vnd.openxmlformats-officedocument.drawingml.chart+xml"/>
  <Override PartName="/ppt/charts/style44.xml" ContentType="application/vnd.ms-office.chartstyle+xml"/>
  <Override PartName="/ppt/charts/colors44.xml" ContentType="application/vnd.ms-office.chartcolorstyle+xml"/>
  <Override PartName="/ppt/charts/chart45.xml" ContentType="application/vnd.openxmlformats-officedocument.drawingml.chart+xml"/>
  <Override PartName="/ppt/charts/style45.xml" ContentType="application/vnd.ms-office.chartstyle+xml"/>
  <Override PartName="/ppt/charts/colors45.xml" ContentType="application/vnd.ms-office.chartcolorstyle+xml"/>
  <Override PartName="/ppt/charts/chart46.xml" ContentType="application/vnd.openxmlformats-officedocument.drawingml.chart+xml"/>
  <Override PartName="/ppt/charts/style46.xml" ContentType="application/vnd.ms-office.chartstyle+xml"/>
  <Override PartName="/ppt/charts/colors46.xml" ContentType="application/vnd.ms-office.chartcolorstyle+xml"/>
  <Override PartName="/ppt/charts/chart47.xml" ContentType="application/vnd.openxmlformats-officedocument.drawingml.chart+xml"/>
  <Override PartName="/ppt/charts/style47.xml" ContentType="application/vnd.ms-office.chartstyle+xml"/>
  <Override PartName="/ppt/charts/colors47.xml" ContentType="application/vnd.ms-office.chartcolorstyle+xml"/>
  <Override PartName="/ppt/charts/chart48.xml" ContentType="application/vnd.openxmlformats-officedocument.drawingml.chart+xml"/>
  <Override PartName="/ppt/charts/style48.xml" ContentType="application/vnd.ms-office.chartstyle+xml"/>
  <Override PartName="/ppt/charts/colors48.xml" ContentType="application/vnd.ms-office.chartcolorstyle+xml"/>
  <Override PartName="/ppt/charts/chart49.xml" ContentType="application/vnd.openxmlformats-officedocument.drawingml.chart+xml"/>
  <Override PartName="/ppt/charts/style49.xml" ContentType="application/vnd.ms-office.chartstyle+xml"/>
  <Override PartName="/ppt/charts/colors49.xml" ContentType="application/vnd.ms-office.chartcolorstyle+xml"/>
  <Override PartName="/ppt/charts/chart50.xml" ContentType="application/vnd.openxmlformats-officedocument.drawingml.chart+xml"/>
  <Override PartName="/ppt/charts/style50.xml" ContentType="application/vnd.ms-office.chartstyle+xml"/>
  <Override PartName="/ppt/charts/colors50.xml" ContentType="application/vnd.ms-office.chartcolorstyle+xml"/>
  <Override PartName="/ppt/charts/chart51.xml" ContentType="application/vnd.openxmlformats-officedocument.drawingml.chart+xml"/>
  <Override PartName="/ppt/charts/style51.xml" ContentType="application/vnd.ms-office.chartstyle+xml"/>
  <Override PartName="/ppt/charts/colors51.xml" ContentType="application/vnd.ms-office.chartcolorstyle+xml"/>
  <Override PartName="/ppt/charts/chart52.xml" ContentType="application/vnd.openxmlformats-officedocument.drawingml.chart+xml"/>
  <Override PartName="/ppt/charts/style52.xml" ContentType="application/vnd.ms-office.chartstyle+xml"/>
  <Override PartName="/ppt/charts/colors52.xml" ContentType="application/vnd.ms-office.chartcolorstyle+xml"/>
  <Override PartName="/ppt/charts/chart53.xml" ContentType="application/vnd.openxmlformats-officedocument.drawingml.chart+xml"/>
  <Override PartName="/ppt/charts/style53.xml" ContentType="application/vnd.ms-office.chartstyle+xml"/>
  <Override PartName="/ppt/charts/colors53.xml" ContentType="application/vnd.ms-office.chartcolorstyle+xml"/>
  <Override PartName="/ppt/charts/chart54.xml" ContentType="application/vnd.openxmlformats-officedocument.drawingml.chart+xml"/>
  <Override PartName="/ppt/charts/style54.xml" ContentType="application/vnd.ms-office.chartstyle+xml"/>
  <Override PartName="/ppt/charts/colors54.xml" ContentType="application/vnd.ms-office.chartcolorstyle+xml"/>
  <Override PartName="/ppt/charts/chart55.xml" ContentType="application/vnd.openxmlformats-officedocument.drawingml.chart+xml"/>
  <Override PartName="/ppt/charts/style55.xml" ContentType="application/vnd.ms-office.chartstyle+xml"/>
  <Override PartName="/ppt/charts/colors55.xml" ContentType="application/vnd.ms-office.chartcolorstyle+xml"/>
  <Override PartName="/ppt/charts/chart56.xml" ContentType="application/vnd.openxmlformats-officedocument.drawingml.chart+xml"/>
  <Override PartName="/ppt/charts/style56.xml" ContentType="application/vnd.ms-office.chartstyle+xml"/>
  <Override PartName="/ppt/charts/colors56.xml" ContentType="application/vnd.ms-office.chartcolorstyle+xml"/>
  <Override PartName="/ppt/charts/chart57.xml" ContentType="application/vnd.openxmlformats-officedocument.drawingml.chart+xml"/>
  <Override PartName="/ppt/charts/style57.xml" ContentType="application/vnd.ms-office.chartstyle+xml"/>
  <Override PartName="/ppt/charts/colors57.xml" ContentType="application/vnd.ms-office.chartcolorstyle+xml"/>
  <Override PartName="/ppt/charts/chart58.xml" ContentType="application/vnd.openxmlformats-officedocument.drawingml.chart+xml"/>
  <Override PartName="/ppt/charts/style58.xml" ContentType="application/vnd.ms-office.chartstyle+xml"/>
  <Override PartName="/ppt/charts/colors58.xml" ContentType="application/vnd.ms-office.chartcolorstyle+xml"/>
  <Override PartName="/ppt/charts/chart59.xml" ContentType="application/vnd.openxmlformats-officedocument.drawingml.chart+xml"/>
  <Override PartName="/ppt/charts/style59.xml" ContentType="application/vnd.ms-office.chartstyle+xml"/>
  <Override PartName="/ppt/charts/colors59.xml" ContentType="application/vnd.ms-office.chartcolorstyle+xml"/>
  <Override PartName="/ppt/charts/chart60.xml" ContentType="application/vnd.openxmlformats-officedocument.drawingml.chart+xml"/>
  <Override PartName="/ppt/charts/style60.xml" ContentType="application/vnd.ms-office.chartstyle+xml"/>
  <Override PartName="/ppt/charts/colors60.xml" ContentType="application/vnd.ms-office.chartcolorstyle+xml"/>
  <Override PartName="/ppt/charts/chart61.xml" ContentType="application/vnd.openxmlformats-officedocument.drawingml.chart+xml"/>
  <Override PartName="/ppt/charts/style61.xml" ContentType="application/vnd.ms-office.chartstyle+xml"/>
  <Override PartName="/ppt/charts/colors61.xml" ContentType="application/vnd.ms-office.chartcolorstyle+xml"/>
  <Override PartName="/ppt/charts/chart62.xml" ContentType="application/vnd.openxmlformats-officedocument.drawingml.chart+xml"/>
  <Override PartName="/ppt/charts/style62.xml" ContentType="application/vnd.ms-office.chartstyle+xml"/>
  <Override PartName="/ppt/charts/colors62.xml" ContentType="application/vnd.ms-office.chartcolorstyle+xml"/>
  <Override PartName="/ppt/charts/chart63.xml" ContentType="application/vnd.openxmlformats-officedocument.drawingml.chart+xml"/>
  <Override PartName="/ppt/charts/style63.xml" ContentType="application/vnd.ms-office.chartstyle+xml"/>
  <Override PartName="/ppt/charts/colors63.xml" ContentType="application/vnd.ms-office.chartcolorstyle+xml"/>
  <Override PartName="/ppt/charts/chart64.xml" ContentType="application/vnd.openxmlformats-officedocument.drawingml.chart+xml"/>
  <Override PartName="/ppt/charts/style64.xml" ContentType="application/vnd.ms-office.chartstyle+xml"/>
  <Override PartName="/ppt/charts/colors64.xml" ContentType="application/vnd.ms-office.chartcolorstyle+xml"/>
  <Override PartName="/ppt/charts/chart65.xml" ContentType="application/vnd.openxmlformats-officedocument.drawingml.chart+xml"/>
  <Override PartName="/ppt/charts/style65.xml" ContentType="application/vnd.ms-office.chartstyle+xml"/>
  <Override PartName="/ppt/charts/colors65.xml" ContentType="application/vnd.ms-office.chartcolorstyle+xml"/>
  <Override PartName="/ppt/charts/chart66.xml" ContentType="application/vnd.openxmlformats-officedocument.drawingml.chart+xml"/>
  <Override PartName="/ppt/charts/style66.xml" ContentType="application/vnd.ms-office.chartstyle+xml"/>
  <Override PartName="/ppt/charts/colors66.xml" ContentType="application/vnd.ms-office.chartcolorstyle+xml"/>
  <Override PartName="/ppt/charts/chart67.xml" ContentType="application/vnd.openxmlformats-officedocument.drawingml.chart+xml"/>
  <Override PartName="/ppt/charts/style67.xml" ContentType="application/vnd.ms-office.chartstyle+xml"/>
  <Override PartName="/ppt/charts/colors67.xml" ContentType="application/vnd.ms-office.chartcolorstyle+xml"/>
  <Override PartName="/ppt/charts/chart68.xml" ContentType="application/vnd.openxmlformats-officedocument.drawingml.chart+xml"/>
  <Override PartName="/ppt/charts/style68.xml" ContentType="application/vnd.ms-office.chartstyle+xml"/>
  <Override PartName="/ppt/charts/colors68.xml" ContentType="application/vnd.ms-office.chartcolorstyle+xml"/>
  <Override PartName="/ppt/charts/chart69.xml" ContentType="application/vnd.openxmlformats-officedocument.drawingml.chart+xml"/>
  <Override PartName="/ppt/charts/style69.xml" ContentType="application/vnd.ms-office.chartstyle+xml"/>
  <Override PartName="/ppt/charts/colors69.xml" ContentType="application/vnd.ms-office.chartcolorstyle+xml"/>
  <Override PartName="/ppt/charts/chart70.xml" ContentType="application/vnd.openxmlformats-officedocument.drawingml.chart+xml"/>
  <Override PartName="/ppt/charts/style70.xml" ContentType="application/vnd.ms-office.chartstyle+xml"/>
  <Override PartName="/ppt/charts/colors70.xml" ContentType="application/vnd.ms-office.chartcolorstyle+xml"/>
  <Override PartName="/ppt/charts/chart71.xml" ContentType="application/vnd.openxmlformats-officedocument.drawingml.chart+xml"/>
  <Override PartName="/ppt/charts/style71.xml" ContentType="application/vnd.ms-office.chartstyle+xml"/>
  <Override PartName="/ppt/charts/colors71.xml" ContentType="application/vnd.ms-office.chartcolorstyle+xml"/>
  <Override PartName="/ppt/charts/chart72.xml" ContentType="application/vnd.openxmlformats-officedocument.drawingml.chart+xml"/>
  <Override PartName="/ppt/charts/style72.xml" ContentType="application/vnd.ms-office.chartstyle+xml"/>
  <Override PartName="/ppt/charts/colors72.xml" ContentType="application/vnd.ms-office.chartcolorstyle+xml"/>
  <Override PartName="/ppt/charts/chart73.xml" ContentType="application/vnd.openxmlformats-officedocument.drawingml.chart+xml"/>
  <Override PartName="/ppt/charts/style73.xml" ContentType="application/vnd.ms-office.chartstyle+xml"/>
  <Override PartName="/ppt/charts/colors73.xml" ContentType="application/vnd.ms-office.chartcolorstyle+xml"/>
  <Override PartName="/ppt/charts/chart74.xml" ContentType="application/vnd.openxmlformats-officedocument.drawingml.chart+xml"/>
  <Override PartName="/ppt/charts/style74.xml" ContentType="application/vnd.ms-office.chartstyle+xml"/>
  <Override PartName="/ppt/charts/colors74.xml" ContentType="application/vnd.ms-office.chartcolorstyle+xml"/>
  <Override PartName="/ppt/charts/chart75.xml" ContentType="application/vnd.openxmlformats-officedocument.drawingml.chart+xml"/>
  <Override PartName="/ppt/charts/style75.xml" ContentType="application/vnd.ms-office.chartstyle+xml"/>
  <Override PartName="/ppt/charts/colors75.xml" ContentType="application/vnd.ms-office.chartcolorstyle+xml"/>
  <Override PartName="/ppt/charts/chart76.xml" ContentType="application/vnd.openxmlformats-officedocument.drawingml.chart+xml"/>
  <Override PartName="/ppt/charts/style76.xml" ContentType="application/vnd.ms-office.chartstyle+xml"/>
  <Override PartName="/ppt/charts/colors76.xml" ContentType="application/vnd.ms-office.chartcolorstyle+xml"/>
  <Override PartName="/ppt/charts/chart77.xml" ContentType="application/vnd.openxmlformats-officedocument.drawingml.chart+xml"/>
  <Override PartName="/ppt/charts/style77.xml" ContentType="application/vnd.ms-office.chartstyle+xml"/>
  <Override PartName="/ppt/charts/colors77.xml" ContentType="application/vnd.ms-office.chartcolorstyle+xml"/>
  <Override PartName="/ppt/charts/chart78.xml" ContentType="application/vnd.openxmlformats-officedocument.drawingml.chart+xml"/>
  <Override PartName="/ppt/charts/style78.xml" ContentType="application/vnd.ms-office.chartstyle+xml"/>
  <Override PartName="/ppt/charts/colors78.xml" ContentType="application/vnd.ms-office.chartcolorstyle+xml"/>
  <Override PartName="/ppt/charts/chart79.xml" ContentType="application/vnd.openxmlformats-officedocument.drawingml.chart+xml"/>
  <Override PartName="/ppt/charts/style79.xml" ContentType="application/vnd.ms-office.chartstyle+xml"/>
  <Override PartName="/ppt/charts/colors79.xml" ContentType="application/vnd.ms-office.chartcolorstyle+xml"/>
  <Override PartName="/ppt/charts/chart80.xml" ContentType="application/vnd.openxmlformats-officedocument.drawingml.chart+xml"/>
  <Override PartName="/ppt/charts/style80.xml" ContentType="application/vnd.ms-office.chartstyle+xml"/>
  <Override PartName="/ppt/charts/colors80.xml" ContentType="application/vnd.ms-office.chartcolorstyle+xml"/>
  <Override PartName="/ppt/charts/chart81.xml" ContentType="application/vnd.openxmlformats-officedocument.drawingml.chart+xml"/>
  <Override PartName="/ppt/charts/style81.xml" ContentType="application/vnd.ms-office.chartstyle+xml"/>
  <Override PartName="/ppt/charts/colors81.xml" ContentType="application/vnd.ms-office.chartcolorstyle+xml"/>
  <Override PartName="/ppt/charts/chart82.xml" ContentType="application/vnd.openxmlformats-officedocument.drawingml.chart+xml"/>
  <Override PartName="/ppt/charts/style82.xml" ContentType="application/vnd.ms-office.chartstyle+xml"/>
  <Override PartName="/ppt/charts/colors82.xml" ContentType="application/vnd.ms-office.chartcolorstyle+xml"/>
  <Override PartName="/ppt/charts/chart83.xml" ContentType="application/vnd.openxmlformats-officedocument.drawingml.chart+xml"/>
  <Override PartName="/ppt/charts/style83.xml" ContentType="application/vnd.ms-office.chartstyle+xml"/>
  <Override PartName="/ppt/charts/colors83.xml" ContentType="application/vnd.ms-office.chartcolorstyle+xml"/>
  <Override PartName="/ppt/charts/chart84.xml" ContentType="application/vnd.openxmlformats-officedocument.drawingml.chart+xml"/>
  <Override PartName="/ppt/charts/style84.xml" ContentType="application/vnd.ms-office.chartstyle+xml"/>
  <Override PartName="/ppt/charts/colors84.xml" ContentType="application/vnd.ms-office.chartcolorstyle+xml"/>
  <Override PartName="/ppt/charts/chart85.xml" ContentType="application/vnd.openxmlformats-officedocument.drawingml.chart+xml"/>
  <Override PartName="/ppt/charts/style85.xml" ContentType="application/vnd.ms-office.chartstyle+xml"/>
  <Override PartName="/ppt/charts/colors85.xml" ContentType="application/vnd.ms-office.chartcolorstyle+xml"/>
  <Override PartName="/ppt/charts/chart86.xml" ContentType="application/vnd.openxmlformats-officedocument.drawingml.chart+xml"/>
  <Override PartName="/ppt/charts/style86.xml" ContentType="application/vnd.ms-office.chartstyle+xml"/>
  <Override PartName="/ppt/charts/colors86.xml" ContentType="application/vnd.ms-office.chartcolorstyle+xml"/>
  <Override PartName="/ppt/charts/chart87.xml" ContentType="application/vnd.openxmlformats-officedocument.drawingml.chart+xml"/>
  <Override PartName="/ppt/charts/style87.xml" ContentType="application/vnd.ms-office.chartstyle+xml"/>
  <Override PartName="/ppt/charts/colors87.xml" ContentType="application/vnd.ms-office.chartcolorstyle+xml"/>
  <Override PartName="/ppt/charts/chart88.xml" ContentType="application/vnd.openxmlformats-officedocument.drawingml.chart+xml"/>
  <Override PartName="/ppt/charts/style88.xml" ContentType="application/vnd.ms-office.chartstyle+xml"/>
  <Override PartName="/ppt/charts/colors88.xml" ContentType="application/vnd.ms-office.chartcolorstyle+xml"/>
  <Override PartName="/ppt/charts/chart89.xml" ContentType="application/vnd.openxmlformats-officedocument.drawingml.chart+xml"/>
  <Override PartName="/ppt/charts/style89.xml" ContentType="application/vnd.ms-office.chartstyle+xml"/>
  <Override PartName="/ppt/charts/colors89.xml" ContentType="application/vnd.ms-office.chartcolorstyle+xml"/>
  <Override PartName="/ppt/charts/chart90.xml" ContentType="application/vnd.openxmlformats-officedocument.drawingml.chart+xml"/>
  <Override PartName="/ppt/charts/style90.xml" ContentType="application/vnd.ms-office.chartstyle+xml"/>
  <Override PartName="/ppt/charts/colors90.xml" ContentType="application/vnd.ms-office.chartcolorstyle+xml"/>
  <Override PartName="/ppt/charts/chart91.xml" ContentType="application/vnd.openxmlformats-officedocument.drawingml.chart+xml"/>
  <Override PartName="/ppt/charts/style91.xml" ContentType="application/vnd.ms-office.chartstyle+xml"/>
  <Override PartName="/ppt/charts/colors91.xml" ContentType="application/vnd.ms-office.chartcolorstyle+xml"/>
  <Override PartName="/ppt/charts/chart92.xml" ContentType="application/vnd.openxmlformats-officedocument.drawingml.chart+xml"/>
  <Override PartName="/ppt/charts/style92.xml" ContentType="application/vnd.ms-office.chartstyle+xml"/>
  <Override PartName="/ppt/charts/colors92.xml" ContentType="application/vnd.ms-office.chartcolorstyle+xml"/>
  <Override PartName="/ppt/charts/chart93.xml" ContentType="application/vnd.openxmlformats-officedocument.drawingml.chart+xml"/>
  <Override PartName="/ppt/charts/style93.xml" ContentType="application/vnd.ms-office.chartstyle+xml"/>
  <Override PartName="/ppt/charts/colors93.xml" ContentType="application/vnd.ms-office.chartcolorstyle+xml"/>
  <Override PartName="/ppt/charts/chart94.xml" ContentType="application/vnd.openxmlformats-officedocument.drawingml.chart+xml"/>
  <Override PartName="/ppt/charts/style94.xml" ContentType="application/vnd.ms-office.chartstyle+xml"/>
  <Override PartName="/ppt/charts/colors94.xml" ContentType="application/vnd.ms-office.chartcolorstyle+xml"/>
  <Override PartName="/ppt/charts/chart95.xml" ContentType="application/vnd.openxmlformats-officedocument.drawingml.chart+xml"/>
  <Override PartName="/ppt/charts/style95.xml" ContentType="application/vnd.ms-office.chartstyle+xml"/>
  <Override PartName="/ppt/charts/colors95.xml" ContentType="application/vnd.ms-office.chartcolorstyle+xml"/>
  <Override PartName="/ppt/charts/chart96.xml" ContentType="application/vnd.openxmlformats-officedocument.drawingml.chart+xml"/>
  <Override PartName="/ppt/charts/style96.xml" ContentType="application/vnd.ms-office.chartstyle+xml"/>
  <Override PartName="/ppt/charts/colors96.xml" ContentType="application/vnd.ms-office.chartcolorstyle+xml"/>
  <Override PartName="/ppt/charts/chart97.xml" ContentType="application/vnd.openxmlformats-officedocument.drawingml.chart+xml"/>
  <Override PartName="/ppt/charts/style97.xml" ContentType="application/vnd.ms-office.chartstyle+xml"/>
  <Override PartName="/ppt/charts/colors97.xml" ContentType="application/vnd.ms-office.chartcolorstyle+xml"/>
  <Override PartName="/ppt/charts/chart98.xml" ContentType="application/vnd.openxmlformats-officedocument.drawingml.chart+xml"/>
  <Override PartName="/ppt/charts/style98.xml" ContentType="application/vnd.ms-office.chartstyle+xml"/>
  <Override PartName="/ppt/charts/colors98.xml" ContentType="application/vnd.ms-office.chartcolorstyle+xml"/>
  <Override PartName="/ppt/charts/chart99.xml" ContentType="application/vnd.openxmlformats-officedocument.drawingml.chart+xml"/>
  <Override PartName="/ppt/charts/style99.xml" ContentType="application/vnd.ms-office.chartstyle+xml"/>
  <Override PartName="/ppt/charts/colors99.xml" ContentType="application/vnd.ms-office.chartcolorstyle+xml"/>
  <Override PartName="/ppt/charts/chart100.xml" ContentType="application/vnd.openxmlformats-officedocument.drawingml.chart+xml"/>
  <Override PartName="/ppt/charts/style100.xml" ContentType="application/vnd.ms-office.chartstyle+xml"/>
  <Override PartName="/ppt/charts/colors100.xml" ContentType="application/vnd.ms-office.chartcolorstyle+xml"/>
  <Override PartName="/ppt/charts/chart101.xml" ContentType="application/vnd.openxmlformats-officedocument.drawingml.chart+xml"/>
  <Override PartName="/ppt/charts/style101.xml" ContentType="application/vnd.ms-office.chartstyle+xml"/>
  <Override PartName="/ppt/charts/colors101.xml" ContentType="application/vnd.ms-office.chartcolorstyle+xml"/>
  <Override PartName="/ppt/charts/chart102.xml" ContentType="application/vnd.openxmlformats-officedocument.drawingml.chart+xml"/>
  <Override PartName="/ppt/charts/style102.xml" ContentType="application/vnd.ms-office.chartstyle+xml"/>
  <Override PartName="/ppt/charts/colors102.xml" ContentType="application/vnd.ms-office.chartcolorstyle+xml"/>
  <Override PartName="/ppt/charts/chart103.xml" ContentType="application/vnd.openxmlformats-officedocument.drawingml.chart+xml"/>
  <Override PartName="/ppt/charts/style103.xml" ContentType="application/vnd.ms-office.chartstyle+xml"/>
  <Override PartName="/ppt/charts/colors103.xml" ContentType="application/vnd.ms-office.chartcolorstyle+xml"/>
  <Override PartName="/ppt/charts/chart104.xml" ContentType="application/vnd.openxmlformats-officedocument.drawingml.chart+xml"/>
  <Override PartName="/ppt/charts/style104.xml" ContentType="application/vnd.ms-office.chartstyle+xml"/>
  <Override PartName="/ppt/charts/colors104.xml" ContentType="application/vnd.ms-office.chartcolorstyle+xml"/>
  <Override PartName="/ppt/charts/chart105.xml" ContentType="application/vnd.openxmlformats-officedocument.drawingml.chart+xml"/>
  <Override PartName="/ppt/charts/style105.xml" ContentType="application/vnd.ms-office.chartstyle+xml"/>
  <Override PartName="/ppt/charts/colors105.xml" ContentType="application/vnd.ms-office.chartcolorstyle+xml"/>
  <Override PartName="/ppt/charts/chart106.xml" ContentType="application/vnd.openxmlformats-officedocument.drawingml.chart+xml"/>
  <Override PartName="/ppt/charts/style106.xml" ContentType="application/vnd.ms-office.chartstyle+xml"/>
  <Override PartName="/ppt/charts/colors106.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76" r:id="rId3"/>
    <p:sldId id="277" r:id="rId4"/>
    <p:sldId id="278" r:id="rId5"/>
    <p:sldId id="279" r:id="rId6"/>
    <p:sldId id="280" r:id="rId7"/>
    <p:sldId id="257" r:id="rId8"/>
    <p:sldId id="312" r:id="rId9"/>
    <p:sldId id="272" r:id="rId10"/>
    <p:sldId id="274" r:id="rId11"/>
    <p:sldId id="282" r:id="rId12"/>
    <p:sldId id="297" r:id="rId13"/>
    <p:sldId id="290" r:id="rId14"/>
    <p:sldId id="302" r:id="rId15"/>
    <p:sldId id="285" r:id="rId16"/>
    <p:sldId id="313" r:id="rId17"/>
    <p:sldId id="292" r:id="rId18"/>
    <p:sldId id="314" r:id="rId19"/>
    <p:sldId id="298" r:id="rId20"/>
    <p:sldId id="303" r:id="rId21"/>
    <p:sldId id="299" r:id="rId22"/>
    <p:sldId id="315" r:id="rId23"/>
    <p:sldId id="300" r:id="rId24"/>
    <p:sldId id="316" r:id="rId25"/>
    <p:sldId id="273" r:id="rId26"/>
    <p:sldId id="301" r:id="rId27"/>
    <p:sldId id="258" r:id="rId28"/>
    <p:sldId id="317" r:id="rId29"/>
    <p:sldId id="266" r:id="rId30"/>
    <p:sldId id="267" r:id="rId31"/>
    <p:sldId id="283" r:id="rId32"/>
    <p:sldId id="268" r:id="rId33"/>
    <p:sldId id="318" r:id="rId34"/>
    <p:sldId id="281" r:id="rId35"/>
    <p:sldId id="294" r:id="rId36"/>
    <p:sldId id="295" r:id="rId37"/>
    <p:sldId id="296" r:id="rId38"/>
    <p:sldId id="319" r:id="rId39"/>
    <p:sldId id="320" r:id="rId40"/>
    <p:sldId id="311" r:id="rId41"/>
    <p:sldId id="269" r:id="rId42"/>
    <p:sldId id="270" r:id="rId43"/>
    <p:sldId id="271" r:id="rId44"/>
    <p:sldId id="321" r:id="rId45"/>
    <p:sldId id="322" r:id="rId46"/>
    <p:sldId id="264" r:id="rId47"/>
    <p:sldId id="304" r:id="rId48"/>
    <p:sldId id="305" r:id="rId49"/>
    <p:sldId id="306" r:id="rId50"/>
    <p:sldId id="307" r:id="rId51"/>
    <p:sldId id="308" r:id="rId52"/>
    <p:sldId id="309" r:id="rId53"/>
    <p:sldId id="310" r:id="rId54"/>
    <p:sldId id="259" r:id="rId55"/>
    <p:sldId id="275" r:id="rId56"/>
    <p:sldId id="260"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17960A-AB11-49EB-A01C-D49F80081FB8}" v="227" dt="2024-01-17T05:52:48.4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4660"/>
  </p:normalViewPr>
  <p:slideViewPr>
    <p:cSldViewPr snapToGrid="0">
      <p:cViewPr varScale="1">
        <p:scale>
          <a:sx n="88" d="100"/>
          <a:sy n="88" d="100"/>
        </p:scale>
        <p:origin x="102"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bir Parida" userId="5adae42a5ff17c16" providerId="LiveId" clId="{840E3A22-11DA-4C6F-9B3F-EF20193E732C}"/>
    <pc:docChg chg="undo custSel addSld delSld modSld sldOrd">
      <pc:chgData name="Subir Parida" userId="5adae42a5ff17c16" providerId="LiveId" clId="{840E3A22-11DA-4C6F-9B3F-EF20193E732C}" dt="2023-12-26T21:46:17.395" v="1897" actId="20577"/>
      <pc:docMkLst>
        <pc:docMk/>
      </pc:docMkLst>
      <pc:sldChg chg="addSp delSp modSp mod ord">
        <pc:chgData name="Subir Parida" userId="5adae42a5ff17c16" providerId="LiveId" clId="{840E3A22-11DA-4C6F-9B3F-EF20193E732C}" dt="2023-12-12T08:33:34.455" v="308" actId="20577"/>
        <pc:sldMkLst>
          <pc:docMk/>
          <pc:sldMk cId="4170326576" sldId="257"/>
        </pc:sldMkLst>
        <pc:spChg chg="mod">
          <ac:chgData name="Subir Parida" userId="5adae42a5ff17c16" providerId="LiveId" clId="{840E3A22-11DA-4C6F-9B3F-EF20193E732C}" dt="2023-12-12T08:33:34.455" v="308" actId="20577"/>
          <ac:spMkLst>
            <pc:docMk/>
            <pc:sldMk cId="4170326576" sldId="257"/>
            <ac:spMk id="6" creationId="{00000000-0000-0000-0000-000000000000}"/>
          </ac:spMkLst>
        </pc:spChg>
        <pc:graphicFrameChg chg="add mod">
          <ac:chgData name="Subir Parida" userId="5adae42a5ff17c16" providerId="LiveId" clId="{840E3A22-11DA-4C6F-9B3F-EF20193E732C}" dt="2023-12-11T18:15:43.243" v="11" actId="1076"/>
          <ac:graphicFrameMkLst>
            <pc:docMk/>
            <pc:sldMk cId="4170326576" sldId="257"/>
            <ac:graphicFrameMk id="2" creationId="{84A11EB6-F581-D9C8-0251-0518A7BC6151}"/>
          </ac:graphicFrameMkLst>
        </pc:graphicFrameChg>
        <pc:graphicFrameChg chg="add mod">
          <ac:chgData name="Subir Parida" userId="5adae42a5ff17c16" providerId="LiveId" clId="{840E3A22-11DA-4C6F-9B3F-EF20193E732C}" dt="2023-12-11T18:16:10.998" v="15" actId="1076"/>
          <ac:graphicFrameMkLst>
            <pc:docMk/>
            <pc:sldMk cId="4170326576" sldId="257"/>
            <ac:graphicFrameMk id="3" creationId="{14CBA0DF-1B6B-2BFB-8D8D-49C7AA36F31E}"/>
          </ac:graphicFrameMkLst>
        </pc:graphicFrameChg>
        <pc:graphicFrameChg chg="add mod">
          <ac:chgData name="Subir Parida" userId="5adae42a5ff17c16" providerId="LiveId" clId="{840E3A22-11DA-4C6F-9B3F-EF20193E732C}" dt="2023-12-11T18:16:25.101" v="19" actId="1076"/>
          <ac:graphicFrameMkLst>
            <pc:docMk/>
            <pc:sldMk cId="4170326576" sldId="257"/>
            <ac:graphicFrameMk id="4" creationId="{9DBDE645-54AE-943A-FC93-B07737B39EB4}"/>
          </ac:graphicFrameMkLst>
        </pc:graphicFrameChg>
        <pc:graphicFrameChg chg="add mod">
          <ac:chgData name="Subir Parida" userId="5adae42a5ff17c16" providerId="LiveId" clId="{840E3A22-11DA-4C6F-9B3F-EF20193E732C}" dt="2023-12-11T18:16:42.508" v="23" actId="1076"/>
          <ac:graphicFrameMkLst>
            <pc:docMk/>
            <pc:sldMk cId="4170326576" sldId="257"/>
            <ac:graphicFrameMk id="5" creationId="{B542B676-1E3C-CCF4-E91F-9A7C7FF0DF99}"/>
          </ac:graphicFrameMkLst>
        </pc:graphicFrameChg>
        <pc:graphicFrameChg chg="del">
          <ac:chgData name="Subir Parida" userId="5adae42a5ff17c16" providerId="LiveId" clId="{840E3A22-11DA-4C6F-9B3F-EF20193E732C}" dt="2023-12-11T18:15:58.553" v="12" actId="478"/>
          <ac:graphicFrameMkLst>
            <pc:docMk/>
            <pc:sldMk cId="4170326576" sldId="257"/>
            <ac:graphicFrameMk id="7" creationId="{00000000-0000-0000-0000-000000000000}"/>
          </ac:graphicFrameMkLst>
        </pc:graphicFrameChg>
        <pc:graphicFrameChg chg="del">
          <ac:chgData name="Subir Parida" userId="5adae42a5ff17c16" providerId="LiveId" clId="{840E3A22-11DA-4C6F-9B3F-EF20193E732C}" dt="2023-12-11T18:15:31.700" v="10" actId="478"/>
          <ac:graphicFrameMkLst>
            <pc:docMk/>
            <pc:sldMk cId="4170326576" sldId="257"/>
            <ac:graphicFrameMk id="8" creationId="{00000000-0000-0000-0000-000000000000}"/>
          </ac:graphicFrameMkLst>
        </pc:graphicFrameChg>
        <pc:graphicFrameChg chg="del">
          <ac:chgData name="Subir Parida" userId="5adae42a5ff17c16" providerId="LiveId" clId="{840E3A22-11DA-4C6F-9B3F-EF20193E732C}" dt="2023-12-11T18:16:19.134" v="16" actId="478"/>
          <ac:graphicFrameMkLst>
            <pc:docMk/>
            <pc:sldMk cId="4170326576" sldId="257"/>
            <ac:graphicFrameMk id="9" creationId="{00000000-0000-0000-0000-000000000000}"/>
          </ac:graphicFrameMkLst>
        </pc:graphicFrameChg>
        <pc:graphicFrameChg chg="del">
          <ac:chgData name="Subir Parida" userId="5adae42a5ff17c16" providerId="LiveId" clId="{840E3A22-11DA-4C6F-9B3F-EF20193E732C}" dt="2023-12-11T18:16:28.715" v="20" actId="478"/>
          <ac:graphicFrameMkLst>
            <pc:docMk/>
            <pc:sldMk cId="4170326576" sldId="257"/>
            <ac:graphicFrameMk id="10" creationId="{00000000-0000-0000-0000-000000000000}"/>
          </ac:graphicFrameMkLst>
        </pc:graphicFrameChg>
      </pc:sldChg>
      <pc:sldChg chg="modSp mod ord">
        <pc:chgData name="Subir Parida" userId="5adae42a5ff17c16" providerId="LiveId" clId="{840E3A22-11DA-4C6F-9B3F-EF20193E732C}" dt="2023-12-12T08:33:13.249" v="301" actId="20577"/>
        <pc:sldMkLst>
          <pc:docMk/>
          <pc:sldMk cId="104386090" sldId="258"/>
        </pc:sldMkLst>
        <pc:spChg chg="mod">
          <ac:chgData name="Subir Parida" userId="5adae42a5ff17c16" providerId="LiveId" clId="{840E3A22-11DA-4C6F-9B3F-EF20193E732C}" dt="2023-12-12T08:33:13.249" v="301" actId="20577"/>
          <ac:spMkLst>
            <pc:docMk/>
            <pc:sldMk cId="104386090" sldId="258"/>
            <ac:spMk id="6" creationId="{00000000-0000-0000-0000-000000000000}"/>
          </ac:spMkLst>
        </pc:spChg>
      </pc:sldChg>
      <pc:sldChg chg="modSp add mod ord">
        <pc:chgData name="Subir Parida" userId="5adae42a5ff17c16" providerId="LiveId" clId="{840E3A22-11DA-4C6F-9B3F-EF20193E732C}" dt="2023-12-12T08:31:02.368" v="203"/>
        <pc:sldMkLst>
          <pc:docMk/>
          <pc:sldMk cId="1021300577" sldId="259"/>
        </pc:sldMkLst>
        <pc:spChg chg="mod">
          <ac:chgData name="Subir Parida" userId="5adae42a5ff17c16" providerId="LiveId" clId="{840E3A22-11DA-4C6F-9B3F-EF20193E732C}" dt="2023-12-12T07:27:34.390" v="34" actId="115"/>
          <ac:spMkLst>
            <pc:docMk/>
            <pc:sldMk cId="1021300577" sldId="259"/>
            <ac:spMk id="6" creationId="{00000000-0000-0000-0000-000000000000}"/>
          </ac:spMkLst>
        </pc:spChg>
      </pc:sldChg>
      <pc:sldChg chg="addSp modSp new mod">
        <pc:chgData name="Subir Parida" userId="5adae42a5ff17c16" providerId="LiveId" clId="{840E3A22-11DA-4C6F-9B3F-EF20193E732C}" dt="2023-12-11T18:20:51.090" v="27"/>
        <pc:sldMkLst>
          <pc:docMk/>
          <pc:sldMk cId="1723193605" sldId="260"/>
        </pc:sldMkLst>
        <pc:spChg chg="add mod">
          <ac:chgData name="Subir Parida" userId="5adae42a5ff17c16" providerId="LiveId" clId="{840E3A22-11DA-4C6F-9B3F-EF20193E732C}" dt="2023-12-11T18:20:51.090" v="27"/>
          <ac:spMkLst>
            <pc:docMk/>
            <pc:sldMk cId="1723193605" sldId="260"/>
            <ac:spMk id="3" creationId="{0EC76D3C-8D53-F6E3-255D-F3F91EB36B2D}"/>
          </ac:spMkLst>
        </pc:spChg>
        <pc:graphicFrameChg chg="add mod">
          <ac:chgData name="Subir Parida" userId="5adae42a5ff17c16" providerId="LiveId" clId="{840E3A22-11DA-4C6F-9B3F-EF20193E732C}" dt="2023-12-11T18:20:46.575" v="26" actId="1076"/>
          <ac:graphicFrameMkLst>
            <pc:docMk/>
            <pc:sldMk cId="1723193605" sldId="260"/>
            <ac:graphicFrameMk id="2" creationId="{4EF5903B-44C3-81A8-F64A-735A5A765B77}"/>
          </ac:graphicFrameMkLst>
        </pc:graphicFrameChg>
      </pc:sldChg>
      <pc:sldChg chg="addSp delSp modSp add mod ord">
        <pc:chgData name="Subir Parida" userId="5adae42a5ff17c16" providerId="LiveId" clId="{840E3A22-11DA-4C6F-9B3F-EF20193E732C}" dt="2023-12-26T21:23:38.747" v="530" actId="1076"/>
        <pc:sldMkLst>
          <pc:docMk/>
          <pc:sldMk cId="2882496549" sldId="261"/>
        </pc:sldMkLst>
        <pc:spChg chg="mod">
          <ac:chgData name="Subir Parida" userId="5adae42a5ff17c16" providerId="LiveId" clId="{840E3A22-11DA-4C6F-9B3F-EF20193E732C}" dt="2023-12-12T07:39:41.329" v="68" actId="20577"/>
          <ac:spMkLst>
            <pc:docMk/>
            <pc:sldMk cId="2882496549" sldId="261"/>
            <ac:spMk id="6" creationId="{00000000-0000-0000-0000-000000000000}"/>
          </ac:spMkLst>
        </pc:spChg>
        <pc:spChg chg="add mod">
          <ac:chgData name="Subir Parida" userId="5adae42a5ff17c16" providerId="LiveId" clId="{840E3A22-11DA-4C6F-9B3F-EF20193E732C}" dt="2023-12-26T21:23:33.811" v="529" actId="1076"/>
          <ac:spMkLst>
            <pc:docMk/>
            <pc:sldMk cId="2882496549" sldId="261"/>
            <ac:spMk id="10" creationId="{67C95C17-8519-C442-B6D2-2AB931828790}"/>
          </ac:spMkLst>
        </pc:spChg>
        <pc:spChg chg="add mod">
          <ac:chgData name="Subir Parida" userId="5adae42a5ff17c16" providerId="LiveId" clId="{840E3A22-11DA-4C6F-9B3F-EF20193E732C}" dt="2023-12-26T21:23:38.747" v="530" actId="1076"/>
          <ac:spMkLst>
            <pc:docMk/>
            <pc:sldMk cId="2882496549" sldId="261"/>
            <ac:spMk id="11" creationId="{2AB1F630-3908-A1D9-D31A-14E612F3B706}"/>
          </ac:spMkLst>
        </pc:spChg>
        <pc:graphicFrameChg chg="del">
          <ac:chgData name="Subir Parida" userId="5adae42a5ff17c16" providerId="LiveId" clId="{840E3A22-11DA-4C6F-9B3F-EF20193E732C}" dt="2023-12-12T07:27:54.108" v="37" actId="478"/>
          <ac:graphicFrameMkLst>
            <pc:docMk/>
            <pc:sldMk cId="2882496549" sldId="261"/>
            <ac:graphicFrameMk id="2" creationId="{00000000-0000-0000-0000-000000000000}"/>
          </ac:graphicFrameMkLst>
        </pc:graphicFrameChg>
        <pc:graphicFrameChg chg="add mod">
          <ac:chgData name="Subir Parida" userId="5adae42a5ff17c16" providerId="LiveId" clId="{840E3A22-11DA-4C6F-9B3F-EF20193E732C}" dt="2023-12-26T21:23:27.893" v="528" actId="1076"/>
          <ac:graphicFrameMkLst>
            <pc:docMk/>
            <pc:sldMk cId="2882496549" sldId="261"/>
            <ac:graphicFrameMk id="2" creationId="{7ADA39BA-15ED-6B66-2B95-BAAD1D42C13C}"/>
          </ac:graphicFrameMkLst>
        </pc:graphicFrameChg>
        <pc:graphicFrameChg chg="del">
          <ac:chgData name="Subir Parida" userId="5adae42a5ff17c16" providerId="LiveId" clId="{840E3A22-11DA-4C6F-9B3F-EF20193E732C}" dt="2023-12-12T07:27:55.755" v="38" actId="478"/>
          <ac:graphicFrameMkLst>
            <pc:docMk/>
            <pc:sldMk cId="2882496549" sldId="261"/>
            <ac:graphicFrameMk id="3" creationId="{00000000-0000-0000-0000-000000000000}"/>
          </ac:graphicFrameMkLst>
        </pc:graphicFrameChg>
        <pc:graphicFrameChg chg="add mod">
          <ac:chgData name="Subir Parida" userId="5adae42a5ff17c16" providerId="LiveId" clId="{840E3A22-11DA-4C6F-9B3F-EF20193E732C}" dt="2023-12-26T21:23:19.873" v="527" actId="1076"/>
          <ac:graphicFrameMkLst>
            <pc:docMk/>
            <pc:sldMk cId="2882496549" sldId="261"/>
            <ac:graphicFrameMk id="3" creationId="{50C56331-AB8E-71C3-20AC-03D4E655005E}"/>
          </ac:graphicFrameMkLst>
        </pc:graphicFrameChg>
        <pc:graphicFrameChg chg="del">
          <ac:chgData name="Subir Parida" userId="5adae42a5ff17c16" providerId="LiveId" clId="{840E3A22-11DA-4C6F-9B3F-EF20193E732C}" dt="2023-12-12T07:27:57.011" v="39" actId="478"/>
          <ac:graphicFrameMkLst>
            <pc:docMk/>
            <pc:sldMk cId="2882496549" sldId="261"/>
            <ac:graphicFrameMk id="4" creationId="{00000000-0000-0000-0000-000000000000}"/>
          </ac:graphicFrameMkLst>
        </pc:graphicFrameChg>
        <pc:graphicFrameChg chg="del">
          <ac:chgData name="Subir Parida" userId="5adae42a5ff17c16" providerId="LiveId" clId="{840E3A22-11DA-4C6F-9B3F-EF20193E732C}" dt="2023-12-12T07:27:53.119" v="36" actId="478"/>
          <ac:graphicFrameMkLst>
            <pc:docMk/>
            <pc:sldMk cId="2882496549" sldId="261"/>
            <ac:graphicFrameMk id="5" creationId="{00000000-0000-0000-0000-000000000000}"/>
          </ac:graphicFrameMkLst>
        </pc:graphicFrameChg>
        <pc:graphicFrameChg chg="add del mod">
          <ac:chgData name="Subir Parida" userId="5adae42a5ff17c16" providerId="LiveId" clId="{840E3A22-11DA-4C6F-9B3F-EF20193E732C}" dt="2023-12-26T21:11:23.548" v="501" actId="478"/>
          <ac:graphicFrameMkLst>
            <pc:docMk/>
            <pc:sldMk cId="2882496549" sldId="261"/>
            <ac:graphicFrameMk id="7" creationId="{D81A0785-932C-76AD-9261-EF5FE0762A85}"/>
          </ac:graphicFrameMkLst>
        </pc:graphicFrameChg>
        <pc:graphicFrameChg chg="add del mod">
          <ac:chgData name="Subir Parida" userId="5adae42a5ff17c16" providerId="LiveId" clId="{840E3A22-11DA-4C6F-9B3F-EF20193E732C}" dt="2023-12-12T07:40:19.531" v="86" actId="478"/>
          <ac:graphicFrameMkLst>
            <pc:docMk/>
            <pc:sldMk cId="2882496549" sldId="261"/>
            <ac:graphicFrameMk id="8" creationId="{D6EF0A76-D961-75C4-26C4-B1F14F0111A6}"/>
          </ac:graphicFrameMkLst>
        </pc:graphicFrameChg>
        <pc:graphicFrameChg chg="add del mod">
          <ac:chgData name="Subir Parida" userId="5adae42a5ff17c16" providerId="LiveId" clId="{840E3A22-11DA-4C6F-9B3F-EF20193E732C}" dt="2023-12-12T07:40:20.159" v="87" actId="478"/>
          <ac:graphicFrameMkLst>
            <pc:docMk/>
            <pc:sldMk cId="2882496549" sldId="261"/>
            <ac:graphicFrameMk id="9" creationId="{69E59269-446D-875B-28A9-0F3332E6208E}"/>
          </ac:graphicFrameMkLst>
        </pc:graphicFrameChg>
        <pc:graphicFrameChg chg="add del mod">
          <ac:chgData name="Subir Parida" userId="5adae42a5ff17c16" providerId="LiveId" clId="{840E3A22-11DA-4C6F-9B3F-EF20193E732C}" dt="2023-12-26T21:18:41.818" v="514" actId="478"/>
          <ac:graphicFrameMkLst>
            <pc:docMk/>
            <pc:sldMk cId="2882496549" sldId="261"/>
            <ac:graphicFrameMk id="12" creationId="{F5FAB062-51D0-9EBB-F9CE-79346ADD3282}"/>
          </ac:graphicFrameMkLst>
        </pc:graphicFrameChg>
      </pc:sldChg>
      <pc:sldChg chg="addSp delSp modSp add mod ord">
        <pc:chgData name="Subir Parida" userId="5adae42a5ff17c16" providerId="LiveId" clId="{840E3A22-11DA-4C6F-9B3F-EF20193E732C}" dt="2023-12-26T21:24:54.781" v="540" actId="1076"/>
        <pc:sldMkLst>
          <pc:docMk/>
          <pc:sldMk cId="1726559390" sldId="262"/>
        </pc:sldMkLst>
        <pc:spChg chg="add del mod">
          <ac:chgData name="Subir Parida" userId="5adae42a5ff17c16" providerId="LiveId" clId="{840E3A22-11DA-4C6F-9B3F-EF20193E732C}" dt="2023-12-26T21:24:27.198" v="535" actId="478"/>
          <ac:spMkLst>
            <pc:docMk/>
            <pc:sldMk cId="1726559390" sldId="262"/>
            <ac:spMk id="2" creationId="{7204911C-66F5-D965-746E-CD20C5ECFBEB}"/>
          </ac:spMkLst>
        </pc:spChg>
        <pc:spChg chg="add del mod">
          <ac:chgData name="Subir Parida" userId="5adae42a5ff17c16" providerId="LiveId" clId="{840E3A22-11DA-4C6F-9B3F-EF20193E732C}" dt="2023-12-26T21:24:24.091" v="534" actId="478"/>
          <ac:spMkLst>
            <pc:docMk/>
            <pc:sldMk cId="1726559390" sldId="262"/>
            <ac:spMk id="3" creationId="{2E64F693-B950-8284-BB56-514A7A97997D}"/>
          </ac:spMkLst>
        </pc:spChg>
        <pc:spChg chg="mod">
          <ac:chgData name="Subir Parida" userId="5adae42a5ff17c16" providerId="LiveId" clId="{840E3A22-11DA-4C6F-9B3F-EF20193E732C}" dt="2023-12-12T07:40:05.903" v="82" actId="20577"/>
          <ac:spMkLst>
            <pc:docMk/>
            <pc:sldMk cId="1726559390" sldId="262"/>
            <ac:spMk id="6" creationId="{00000000-0000-0000-0000-000000000000}"/>
          </ac:spMkLst>
        </pc:spChg>
        <pc:spChg chg="add del mod">
          <ac:chgData name="Subir Parida" userId="5adae42a5ff17c16" providerId="LiveId" clId="{840E3A22-11DA-4C6F-9B3F-EF20193E732C}" dt="2023-12-26T21:24:21.734" v="533"/>
          <ac:spMkLst>
            <pc:docMk/>
            <pc:sldMk cId="1726559390" sldId="262"/>
            <ac:spMk id="9" creationId="{09712D1D-618C-E0FF-AD4F-FABD367A650A}"/>
          </ac:spMkLst>
        </pc:spChg>
        <pc:spChg chg="add del mod">
          <ac:chgData name="Subir Parida" userId="5adae42a5ff17c16" providerId="LiveId" clId="{840E3A22-11DA-4C6F-9B3F-EF20193E732C}" dt="2023-12-26T21:24:21.734" v="533"/>
          <ac:spMkLst>
            <pc:docMk/>
            <pc:sldMk cId="1726559390" sldId="262"/>
            <ac:spMk id="10" creationId="{8F595F27-0948-6DB5-3D6C-D1E60F242C8D}"/>
          </ac:spMkLst>
        </pc:spChg>
        <pc:spChg chg="add mod">
          <ac:chgData name="Subir Parida" userId="5adae42a5ff17c16" providerId="LiveId" clId="{840E3A22-11DA-4C6F-9B3F-EF20193E732C}" dt="2023-12-26T21:24:27.718" v="536"/>
          <ac:spMkLst>
            <pc:docMk/>
            <pc:sldMk cId="1726559390" sldId="262"/>
            <ac:spMk id="11" creationId="{3F2C10B2-028A-4D1A-F82A-8D5978E68F6B}"/>
          </ac:spMkLst>
        </pc:spChg>
        <pc:spChg chg="add mod">
          <ac:chgData name="Subir Parida" userId="5adae42a5ff17c16" providerId="LiveId" clId="{840E3A22-11DA-4C6F-9B3F-EF20193E732C}" dt="2023-12-26T21:24:27.718" v="536"/>
          <ac:spMkLst>
            <pc:docMk/>
            <pc:sldMk cId="1726559390" sldId="262"/>
            <ac:spMk id="12" creationId="{BE797174-599A-B1C6-18FA-0A00D923735B}"/>
          </ac:spMkLst>
        </pc:spChg>
        <pc:graphicFrameChg chg="add del mod">
          <ac:chgData name="Subir Parida" userId="5adae42a5ff17c16" providerId="LiveId" clId="{840E3A22-11DA-4C6F-9B3F-EF20193E732C}" dt="2023-12-26T21:20:04.380" v="522" actId="478"/>
          <ac:graphicFrameMkLst>
            <pc:docMk/>
            <pc:sldMk cId="1726559390" sldId="262"/>
            <ac:graphicFrameMk id="4" creationId="{4CE56741-9689-9B24-BA72-650CFD4059A2}"/>
          </ac:graphicFrameMkLst>
        </pc:graphicFrameChg>
        <pc:graphicFrameChg chg="add mod">
          <ac:chgData name="Subir Parida" userId="5adae42a5ff17c16" providerId="LiveId" clId="{840E3A22-11DA-4C6F-9B3F-EF20193E732C}" dt="2023-12-26T21:24:54.781" v="540" actId="1076"/>
          <ac:graphicFrameMkLst>
            <pc:docMk/>
            <pc:sldMk cId="1726559390" sldId="262"/>
            <ac:graphicFrameMk id="5" creationId="{99C47A2A-F298-ED44-4D21-D7CAF423B677}"/>
          </ac:graphicFrameMkLst>
        </pc:graphicFrameChg>
        <pc:graphicFrameChg chg="add mod">
          <ac:chgData name="Subir Parida" userId="5adae42a5ff17c16" providerId="LiveId" clId="{840E3A22-11DA-4C6F-9B3F-EF20193E732C}" dt="2023-12-26T21:24:39.583" v="539" actId="1076"/>
          <ac:graphicFrameMkLst>
            <pc:docMk/>
            <pc:sldMk cId="1726559390" sldId="262"/>
            <ac:graphicFrameMk id="7" creationId="{8781BA4F-8532-AF84-9997-11CF47ED9035}"/>
          </ac:graphicFrameMkLst>
        </pc:graphicFrameChg>
        <pc:graphicFrameChg chg="del">
          <ac:chgData name="Subir Parida" userId="5adae42a5ff17c16" providerId="LiveId" clId="{840E3A22-11DA-4C6F-9B3F-EF20193E732C}" dt="2023-12-12T07:40:23.741" v="88" actId="478"/>
          <ac:graphicFrameMkLst>
            <pc:docMk/>
            <pc:sldMk cId="1726559390" sldId="262"/>
            <ac:graphicFrameMk id="7" creationId="{D81A0785-932C-76AD-9261-EF5FE0762A85}"/>
          </ac:graphicFrameMkLst>
        </pc:graphicFrameChg>
        <pc:graphicFrameChg chg="del mod">
          <ac:chgData name="Subir Parida" userId="5adae42a5ff17c16" providerId="LiveId" clId="{840E3A22-11DA-4C6F-9B3F-EF20193E732C}" dt="2023-12-26T21:11:40.335" v="503" actId="478"/>
          <ac:graphicFrameMkLst>
            <pc:docMk/>
            <pc:sldMk cId="1726559390" sldId="262"/>
            <ac:graphicFrameMk id="8" creationId="{D6EF0A76-D961-75C4-26C4-B1F14F0111A6}"/>
          </ac:graphicFrameMkLst>
        </pc:graphicFrameChg>
        <pc:graphicFrameChg chg="del">
          <ac:chgData name="Subir Parida" userId="5adae42a5ff17c16" providerId="LiveId" clId="{840E3A22-11DA-4C6F-9B3F-EF20193E732C}" dt="2023-12-12T07:40:24.626" v="89" actId="478"/>
          <ac:graphicFrameMkLst>
            <pc:docMk/>
            <pc:sldMk cId="1726559390" sldId="262"/>
            <ac:graphicFrameMk id="9" creationId="{69E59269-446D-875B-28A9-0F3332E6208E}"/>
          </ac:graphicFrameMkLst>
        </pc:graphicFrameChg>
      </pc:sldChg>
      <pc:sldChg chg="addSp delSp modSp add mod ord">
        <pc:chgData name="Subir Parida" userId="5adae42a5ff17c16" providerId="LiveId" clId="{840E3A22-11DA-4C6F-9B3F-EF20193E732C}" dt="2023-12-26T21:25:28.099" v="546" actId="1076"/>
        <pc:sldMkLst>
          <pc:docMk/>
          <pc:sldMk cId="3059798220" sldId="263"/>
        </pc:sldMkLst>
        <pc:spChg chg="add del mod">
          <ac:chgData name="Subir Parida" userId="5adae42a5ff17c16" providerId="LiveId" clId="{840E3A22-11DA-4C6F-9B3F-EF20193E732C}" dt="2023-12-26T21:25:05.913" v="541" actId="478"/>
          <ac:spMkLst>
            <pc:docMk/>
            <pc:sldMk cId="3059798220" sldId="263"/>
            <ac:spMk id="2" creationId="{C17582C6-2E0E-EE76-1122-CD1F21A055E2}"/>
          </ac:spMkLst>
        </pc:spChg>
        <pc:spChg chg="add del mod">
          <ac:chgData name="Subir Parida" userId="5adae42a5ff17c16" providerId="LiveId" clId="{840E3A22-11DA-4C6F-9B3F-EF20193E732C}" dt="2023-12-26T21:25:05.913" v="541" actId="478"/>
          <ac:spMkLst>
            <pc:docMk/>
            <pc:sldMk cId="3059798220" sldId="263"/>
            <ac:spMk id="3" creationId="{7B1771FB-1D62-1F0F-CC85-C6817AFE20D7}"/>
          </ac:spMkLst>
        </pc:spChg>
        <pc:spChg chg="mod">
          <ac:chgData name="Subir Parida" userId="5adae42a5ff17c16" providerId="LiveId" clId="{840E3A22-11DA-4C6F-9B3F-EF20193E732C}" dt="2023-12-12T07:40:12.426" v="85" actId="20577"/>
          <ac:spMkLst>
            <pc:docMk/>
            <pc:sldMk cId="3059798220" sldId="263"/>
            <ac:spMk id="6" creationId="{00000000-0000-0000-0000-000000000000}"/>
          </ac:spMkLst>
        </pc:spChg>
        <pc:spChg chg="add mod">
          <ac:chgData name="Subir Parida" userId="5adae42a5ff17c16" providerId="LiveId" clId="{840E3A22-11DA-4C6F-9B3F-EF20193E732C}" dt="2023-12-26T21:25:06.608" v="542"/>
          <ac:spMkLst>
            <pc:docMk/>
            <pc:sldMk cId="3059798220" sldId="263"/>
            <ac:spMk id="7" creationId="{DA0F25E0-BD63-F91F-80F4-2163A75B0588}"/>
          </ac:spMkLst>
        </pc:spChg>
        <pc:spChg chg="add mod">
          <ac:chgData name="Subir Parida" userId="5adae42a5ff17c16" providerId="LiveId" clId="{840E3A22-11DA-4C6F-9B3F-EF20193E732C}" dt="2023-12-26T21:25:06.608" v="542"/>
          <ac:spMkLst>
            <pc:docMk/>
            <pc:sldMk cId="3059798220" sldId="263"/>
            <ac:spMk id="8" creationId="{507293F9-18DC-4462-47EB-2E2BBD2E93FC}"/>
          </ac:spMkLst>
        </pc:spChg>
        <pc:graphicFrameChg chg="add mod">
          <ac:chgData name="Subir Parida" userId="5adae42a5ff17c16" providerId="LiveId" clId="{840E3A22-11DA-4C6F-9B3F-EF20193E732C}" dt="2023-12-26T21:25:28.099" v="546" actId="1076"/>
          <ac:graphicFrameMkLst>
            <pc:docMk/>
            <pc:sldMk cId="3059798220" sldId="263"/>
            <ac:graphicFrameMk id="4" creationId="{A52229EA-0F56-7771-F61D-AA4477DB09EC}"/>
          </ac:graphicFrameMkLst>
        </pc:graphicFrameChg>
        <pc:graphicFrameChg chg="add mod">
          <ac:chgData name="Subir Parida" userId="5adae42a5ff17c16" providerId="LiveId" clId="{840E3A22-11DA-4C6F-9B3F-EF20193E732C}" dt="2023-12-26T21:25:16.528" v="545" actId="1076"/>
          <ac:graphicFrameMkLst>
            <pc:docMk/>
            <pc:sldMk cId="3059798220" sldId="263"/>
            <ac:graphicFrameMk id="5" creationId="{E5D1D8DA-E7A3-EC41-0250-C7BD300B2554}"/>
          </ac:graphicFrameMkLst>
        </pc:graphicFrameChg>
        <pc:graphicFrameChg chg="del">
          <ac:chgData name="Subir Parida" userId="5adae42a5ff17c16" providerId="LiveId" clId="{840E3A22-11DA-4C6F-9B3F-EF20193E732C}" dt="2023-12-12T07:40:27.519" v="90" actId="478"/>
          <ac:graphicFrameMkLst>
            <pc:docMk/>
            <pc:sldMk cId="3059798220" sldId="263"/>
            <ac:graphicFrameMk id="7" creationId="{D81A0785-932C-76AD-9261-EF5FE0762A85}"/>
          </ac:graphicFrameMkLst>
        </pc:graphicFrameChg>
        <pc:graphicFrameChg chg="del">
          <ac:chgData name="Subir Parida" userId="5adae42a5ff17c16" providerId="LiveId" clId="{840E3A22-11DA-4C6F-9B3F-EF20193E732C}" dt="2023-12-12T07:40:28.518" v="91" actId="478"/>
          <ac:graphicFrameMkLst>
            <pc:docMk/>
            <pc:sldMk cId="3059798220" sldId="263"/>
            <ac:graphicFrameMk id="8" creationId="{D6EF0A76-D961-75C4-26C4-B1F14F0111A6}"/>
          </ac:graphicFrameMkLst>
        </pc:graphicFrameChg>
        <pc:graphicFrameChg chg="del mod">
          <ac:chgData name="Subir Parida" userId="5adae42a5ff17c16" providerId="LiveId" clId="{840E3A22-11DA-4C6F-9B3F-EF20193E732C}" dt="2023-12-26T21:11:55.268" v="507" actId="478"/>
          <ac:graphicFrameMkLst>
            <pc:docMk/>
            <pc:sldMk cId="3059798220" sldId="263"/>
            <ac:graphicFrameMk id="9" creationId="{69E59269-446D-875B-28A9-0F3332E6208E}"/>
          </ac:graphicFrameMkLst>
        </pc:graphicFrameChg>
      </pc:sldChg>
      <pc:sldChg chg="addSp delSp modSp new mod">
        <pc:chgData name="Subir Parida" userId="5adae42a5ff17c16" providerId="LiveId" clId="{840E3A22-11DA-4C6F-9B3F-EF20193E732C}" dt="2023-12-26T21:40:28.020" v="1236" actId="478"/>
        <pc:sldMkLst>
          <pc:docMk/>
          <pc:sldMk cId="3982072557" sldId="264"/>
        </pc:sldMkLst>
        <pc:spChg chg="del mod">
          <ac:chgData name="Subir Parida" userId="5adae42a5ff17c16" providerId="LiveId" clId="{840E3A22-11DA-4C6F-9B3F-EF20193E732C}" dt="2023-12-26T21:40:23.447" v="1235" actId="478"/>
          <ac:spMkLst>
            <pc:docMk/>
            <pc:sldMk cId="3982072557" sldId="264"/>
            <ac:spMk id="2" creationId="{143D4D63-BCEE-F490-655C-F2F66633FE01}"/>
          </ac:spMkLst>
        </pc:spChg>
        <pc:spChg chg="add mod">
          <ac:chgData name="Subir Parida" userId="5adae42a5ff17c16" providerId="LiveId" clId="{840E3A22-11DA-4C6F-9B3F-EF20193E732C}" dt="2023-12-26T21:40:19.527" v="1234" actId="20577"/>
          <ac:spMkLst>
            <pc:docMk/>
            <pc:sldMk cId="3982072557" sldId="264"/>
            <ac:spMk id="3" creationId="{92738BA0-154D-1263-9074-0EBD975AC9DA}"/>
          </ac:spMkLst>
        </pc:spChg>
        <pc:spChg chg="add del mod">
          <ac:chgData name="Subir Parida" userId="5adae42a5ff17c16" providerId="LiveId" clId="{840E3A22-11DA-4C6F-9B3F-EF20193E732C}" dt="2023-12-26T21:40:28.020" v="1236" actId="478"/>
          <ac:spMkLst>
            <pc:docMk/>
            <pc:sldMk cId="3982072557" sldId="264"/>
            <ac:spMk id="5" creationId="{60EBD877-ABCE-73B0-383A-20813314D1F6}"/>
          </ac:spMkLst>
        </pc:spChg>
      </pc:sldChg>
      <pc:sldChg chg="delSp modSp new mod ord">
        <pc:chgData name="Subir Parida" userId="5adae42a5ff17c16" providerId="LiveId" clId="{840E3A22-11DA-4C6F-9B3F-EF20193E732C}" dt="2023-12-25T23:42:25.013" v="352" actId="478"/>
        <pc:sldMkLst>
          <pc:docMk/>
          <pc:sldMk cId="2487788552" sldId="265"/>
        </pc:sldMkLst>
        <pc:spChg chg="mod">
          <ac:chgData name="Subir Parida" userId="5adae42a5ff17c16" providerId="LiveId" clId="{840E3A22-11DA-4C6F-9B3F-EF20193E732C}" dt="2023-12-12T08:32:21.498" v="281" actId="20577"/>
          <ac:spMkLst>
            <pc:docMk/>
            <pc:sldMk cId="2487788552" sldId="265"/>
            <ac:spMk id="2" creationId="{62AAB9B3-EEB2-1593-7229-641E7A961866}"/>
          </ac:spMkLst>
        </pc:spChg>
        <pc:spChg chg="del mod">
          <ac:chgData name="Subir Parida" userId="5adae42a5ff17c16" providerId="LiveId" clId="{840E3A22-11DA-4C6F-9B3F-EF20193E732C}" dt="2023-12-25T23:42:25.013" v="352" actId="478"/>
          <ac:spMkLst>
            <pc:docMk/>
            <pc:sldMk cId="2487788552" sldId="265"/>
            <ac:spMk id="3" creationId="{DA529324-D415-9768-7066-C9CA83499825}"/>
          </ac:spMkLst>
        </pc:spChg>
      </pc:sldChg>
      <pc:sldChg chg="addSp delSp modSp new mod">
        <pc:chgData name="Subir Parida" userId="5adae42a5ff17c16" providerId="LiveId" clId="{840E3A22-11DA-4C6F-9B3F-EF20193E732C}" dt="2023-12-13T19:58:17.587" v="334" actId="1076"/>
        <pc:sldMkLst>
          <pc:docMk/>
          <pc:sldMk cId="3372810305" sldId="266"/>
        </pc:sldMkLst>
        <pc:picChg chg="add del mod ord">
          <ac:chgData name="Subir Parida" userId="5adae42a5ff17c16" providerId="LiveId" clId="{840E3A22-11DA-4C6F-9B3F-EF20193E732C}" dt="2023-12-13T19:46:46.267" v="316" actId="478"/>
          <ac:picMkLst>
            <pc:docMk/>
            <pc:sldMk cId="3372810305" sldId="266"/>
            <ac:picMk id="3" creationId="{25EF2102-F455-ACD2-4F4D-4E76D503CE7F}"/>
          </ac:picMkLst>
        </pc:picChg>
        <pc:picChg chg="add del mod ord">
          <ac:chgData name="Subir Parida" userId="5adae42a5ff17c16" providerId="LiveId" clId="{840E3A22-11DA-4C6F-9B3F-EF20193E732C}" dt="2023-12-13T19:46:46.267" v="316" actId="478"/>
          <ac:picMkLst>
            <pc:docMk/>
            <pc:sldMk cId="3372810305" sldId="266"/>
            <ac:picMk id="5" creationId="{0787C007-5473-5F97-4699-9FF147C29FC8}"/>
          </ac:picMkLst>
        </pc:picChg>
        <pc:picChg chg="add del mod ord">
          <ac:chgData name="Subir Parida" userId="5adae42a5ff17c16" providerId="LiveId" clId="{840E3A22-11DA-4C6F-9B3F-EF20193E732C}" dt="2023-12-13T19:46:46.267" v="316" actId="478"/>
          <ac:picMkLst>
            <pc:docMk/>
            <pc:sldMk cId="3372810305" sldId="266"/>
            <ac:picMk id="7" creationId="{46684A6F-BCFD-F9DD-C335-7ADCAF20171E}"/>
          </ac:picMkLst>
        </pc:picChg>
        <pc:picChg chg="add del mod ord">
          <ac:chgData name="Subir Parida" userId="5adae42a5ff17c16" providerId="LiveId" clId="{840E3A22-11DA-4C6F-9B3F-EF20193E732C}" dt="2023-12-13T19:46:46.267" v="316" actId="478"/>
          <ac:picMkLst>
            <pc:docMk/>
            <pc:sldMk cId="3372810305" sldId="266"/>
            <ac:picMk id="9" creationId="{C01A065C-3075-CCD0-D79D-26A44414D160}"/>
          </ac:picMkLst>
        </pc:picChg>
        <pc:picChg chg="add del mod ord">
          <ac:chgData name="Subir Parida" userId="5adae42a5ff17c16" providerId="LiveId" clId="{840E3A22-11DA-4C6F-9B3F-EF20193E732C}" dt="2023-12-13T19:46:46.267" v="316" actId="478"/>
          <ac:picMkLst>
            <pc:docMk/>
            <pc:sldMk cId="3372810305" sldId="266"/>
            <ac:picMk id="11" creationId="{BF958442-1C54-0CD2-10AA-6709848D3998}"/>
          </ac:picMkLst>
        </pc:picChg>
        <pc:picChg chg="add del mod ord">
          <ac:chgData name="Subir Parida" userId="5adae42a5ff17c16" providerId="LiveId" clId="{840E3A22-11DA-4C6F-9B3F-EF20193E732C}" dt="2023-12-13T19:46:46.267" v="316" actId="478"/>
          <ac:picMkLst>
            <pc:docMk/>
            <pc:sldMk cId="3372810305" sldId="266"/>
            <ac:picMk id="13" creationId="{85825335-6CA3-62D6-4D14-CC213BBFD6FF}"/>
          </ac:picMkLst>
        </pc:picChg>
        <pc:picChg chg="add del mod ord">
          <ac:chgData name="Subir Parida" userId="5adae42a5ff17c16" providerId="LiveId" clId="{840E3A22-11DA-4C6F-9B3F-EF20193E732C}" dt="2023-12-13T19:46:46.267" v="316" actId="478"/>
          <ac:picMkLst>
            <pc:docMk/>
            <pc:sldMk cId="3372810305" sldId="266"/>
            <ac:picMk id="15" creationId="{8A5503DF-CEB3-4E24-7B46-893DBFF93106}"/>
          </ac:picMkLst>
        </pc:picChg>
        <pc:picChg chg="add del mod ord">
          <ac:chgData name="Subir Parida" userId="5adae42a5ff17c16" providerId="LiveId" clId="{840E3A22-11DA-4C6F-9B3F-EF20193E732C}" dt="2023-12-13T19:46:46.267" v="316" actId="478"/>
          <ac:picMkLst>
            <pc:docMk/>
            <pc:sldMk cId="3372810305" sldId="266"/>
            <ac:picMk id="17" creationId="{90DAEDD3-3067-482B-5092-E509EEBBB201}"/>
          </ac:picMkLst>
        </pc:picChg>
        <pc:picChg chg="add del mod">
          <ac:chgData name="Subir Parida" userId="5adae42a5ff17c16" providerId="LiveId" clId="{840E3A22-11DA-4C6F-9B3F-EF20193E732C}" dt="2023-12-13T19:57:29.575" v="328" actId="478"/>
          <ac:picMkLst>
            <pc:docMk/>
            <pc:sldMk cId="3372810305" sldId="266"/>
            <ac:picMk id="19" creationId="{409B9D2E-C7BF-B13C-5E07-4A8ADD4EFEF4}"/>
          </ac:picMkLst>
        </pc:picChg>
        <pc:picChg chg="add del mod">
          <ac:chgData name="Subir Parida" userId="5adae42a5ff17c16" providerId="LiveId" clId="{840E3A22-11DA-4C6F-9B3F-EF20193E732C}" dt="2023-12-13T19:57:08.739" v="323" actId="478"/>
          <ac:picMkLst>
            <pc:docMk/>
            <pc:sldMk cId="3372810305" sldId="266"/>
            <ac:picMk id="21" creationId="{2546FF08-55F1-ADBA-162D-516AFBFC0135}"/>
          </ac:picMkLst>
        </pc:picChg>
        <pc:picChg chg="add mod">
          <ac:chgData name="Subir Parida" userId="5adae42a5ff17c16" providerId="LiveId" clId="{840E3A22-11DA-4C6F-9B3F-EF20193E732C}" dt="2023-12-13T19:58:17.587" v="334" actId="1076"/>
          <ac:picMkLst>
            <pc:docMk/>
            <pc:sldMk cId="3372810305" sldId="266"/>
            <ac:picMk id="23" creationId="{376CD0B0-4E17-E907-E28D-7A7A1C02848D}"/>
          </ac:picMkLst>
        </pc:picChg>
        <pc:picChg chg="add mod">
          <ac:chgData name="Subir Parida" userId="5adae42a5ff17c16" providerId="LiveId" clId="{840E3A22-11DA-4C6F-9B3F-EF20193E732C}" dt="2023-12-13T19:58:17.587" v="334" actId="1076"/>
          <ac:picMkLst>
            <pc:docMk/>
            <pc:sldMk cId="3372810305" sldId="266"/>
            <ac:picMk id="25" creationId="{CB273903-46F7-BD31-B8DF-109822072846}"/>
          </ac:picMkLst>
        </pc:picChg>
        <pc:picChg chg="add del mod">
          <ac:chgData name="Subir Parida" userId="5adae42a5ff17c16" providerId="LiveId" clId="{840E3A22-11DA-4C6F-9B3F-EF20193E732C}" dt="2023-12-13T19:57:06.541" v="322" actId="478"/>
          <ac:picMkLst>
            <pc:docMk/>
            <pc:sldMk cId="3372810305" sldId="266"/>
            <ac:picMk id="27" creationId="{AAA37BD6-B888-CA1A-7FED-ED6536F64EC7}"/>
          </ac:picMkLst>
        </pc:picChg>
        <pc:picChg chg="add mod">
          <ac:chgData name="Subir Parida" userId="5adae42a5ff17c16" providerId="LiveId" clId="{840E3A22-11DA-4C6F-9B3F-EF20193E732C}" dt="2023-12-13T19:58:17.587" v="334" actId="1076"/>
          <ac:picMkLst>
            <pc:docMk/>
            <pc:sldMk cId="3372810305" sldId="266"/>
            <ac:picMk id="29" creationId="{D4B8F34F-2518-E00F-58BE-1E21C86D2D8B}"/>
          </ac:picMkLst>
        </pc:picChg>
        <pc:picChg chg="add mod">
          <ac:chgData name="Subir Parida" userId="5adae42a5ff17c16" providerId="LiveId" clId="{840E3A22-11DA-4C6F-9B3F-EF20193E732C}" dt="2023-12-13T19:58:17.587" v="334" actId="1076"/>
          <ac:picMkLst>
            <pc:docMk/>
            <pc:sldMk cId="3372810305" sldId="266"/>
            <ac:picMk id="31" creationId="{DDFB722E-A391-180C-1FB1-463230712950}"/>
          </ac:picMkLst>
        </pc:picChg>
        <pc:picChg chg="add del mod">
          <ac:chgData name="Subir Parida" userId="5adae42a5ff17c16" providerId="LiveId" clId="{840E3A22-11DA-4C6F-9B3F-EF20193E732C}" dt="2023-12-13T19:57:06.541" v="322" actId="478"/>
          <ac:picMkLst>
            <pc:docMk/>
            <pc:sldMk cId="3372810305" sldId="266"/>
            <ac:picMk id="33" creationId="{FFB516F8-D5E1-F441-13CD-06550DF0428C}"/>
          </ac:picMkLst>
        </pc:picChg>
      </pc:sldChg>
      <pc:sldChg chg="addSp delSp modSp add mod">
        <pc:chgData name="Subir Parida" userId="5adae42a5ff17c16" providerId="LiveId" clId="{840E3A22-11DA-4C6F-9B3F-EF20193E732C}" dt="2023-12-13T19:59:31.456" v="351" actId="1038"/>
        <pc:sldMkLst>
          <pc:docMk/>
          <pc:sldMk cId="3943825340" sldId="267"/>
        </pc:sldMkLst>
        <pc:picChg chg="add del mod">
          <ac:chgData name="Subir Parida" userId="5adae42a5ff17c16" providerId="LiveId" clId="{840E3A22-11DA-4C6F-9B3F-EF20193E732C}" dt="2023-12-13T19:59:12.765" v="347" actId="1076"/>
          <ac:picMkLst>
            <pc:docMk/>
            <pc:sldMk cId="3943825340" sldId="267"/>
            <ac:picMk id="19" creationId="{409B9D2E-C7BF-B13C-5E07-4A8ADD4EFEF4}"/>
          </ac:picMkLst>
        </pc:picChg>
        <pc:picChg chg="mod">
          <ac:chgData name="Subir Parida" userId="5adae42a5ff17c16" providerId="LiveId" clId="{840E3A22-11DA-4C6F-9B3F-EF20193E732C}" dt="2023-12-13T19:59:18.730" v="348" actId="1076"/>
          <ac:picMkLst>
            <pc:docMk/>
            <pc:sldMk cId="3943825340" sldId="267"/>
            <ac:picMk id="21" creationId="{2546FF08-55F1-ADBA-162D-516AFBFC0135}"/>
          </ac:picMkLst>
        </pc:picChg>
        <pc:picChg chg="add del">
          <ac:chgData name="Subir Parida" userId="5adae42a5ff17c16" providerId="LiveId" clId="{840E3A22-11DA-4C6F-9B3F-EF20193E732C}" dt="2023-12-13T19:58:57.354" v="342" actId="478"/>
          <ac:picMkLst>
            <pc:docMk/>
            <pc:sldMk cId="3943825340" sldId="267"/>
            <ac:picMk id="23" creationId="{376CD0B0-4E17-E907-E28D-7A7A1C02848D}"/>
          </ac:picMkLst>
        </pc:picChg>
        <pc:picChg chg="add del">
          <ac:chgData name="Subir Parida" userId="5adae42a5ff17c16" providerId="LiveId" clId="{840E3A22-11DA-4C6F-9B3F-EF20193E732C}" dt="2023-12-13T19:58:55.576" v="341" actId="478"/>
          <ac:picMkLst>
            <pc:docMk/>
            <pc:sldMk cId="3943825340" sldId="267"/>
            <ac:picMk id="25" creationId="{CB273903-46F7-BD31-B8DF-109822072846}"/>
          </ac:picMkLst>
        </pc:picChg>
        <pc:picChg chg="mod">
          <ac:chgData name="Subir Parida" userId="5adae42a5ff17c16" providerId="LiveId" clId="{840E3A22-11DA-4C6F-9B3F-EF20193E732C}" dt="2023-12-13T19:59:22.677" v="349" actId="1076"/>
          <ac:picMkLst>
            <pc:docMk/>
            <pc:sldMk cId="3943825340" sldId="267"/>
            <ac:picMk id="27" creationId="{AAA37BD6-B888-CA1A-7FED-ED6536F64EC7}"/>
          </ac:picMkLst>
        </pc:picChg>
        <pc:picChg chg="add del">
          <ac:chgData name="Subir Parida" userId="5adae42a5ff17c16" providerId="LiveId" clId="{840E3A22-11DA-4C6F-9B3F-EF20193E732C}" dt="2023-12-13T19:58:54.029" v="340" actId="478"/>
          <ac:picMkLst>
            <pc:docMk/>
            <pc:sldMk cId="3943825340" sldId="267"/>
            <ac:picMk id="29" creationId="{D4B8F34F-2518-E00F-58BE-1E21C86D2D8B}"/>
          </ac:picMkLst>
        </pc:picChg>
        <pc:picChg chg="add del">
          <ac:chgData name="Subir Parida" userId="5adae42a5ff17c16" providerId="LiveId" clId="{840E3A22-11DA-4C6F-9B3F-EF20193E732C}" dt="2023-12-13T19:58:52.435" v="339" actId="478"/>
          <ac:picMkLst>
            <pc:docMk/>
            <pc:sldMk cId="3943825340" sldId="267"/>
            <ac:picMk id="31" creationId="{DDFB722E-A391-180C-1FB1-463230712950}"/>
          </ac:picMkLst>
        </pc:picChg>
        <pc:picChg chg="mod">
          <ac:chgData name="Subir Parida" userId="5adae42a5ff17c16" providerId="LiveId" clId="{840E3A22-11DA-4C6F-9B3F-EF20193E732C}" dt="2023-12-13T19:59:31.456" v="351" actId="1038"/>
          <ac:picMkLst>
            <pc:docMk/>
            <pc:sldMk cId="3943825340" sldId="267"/>
            <ac:picMk id="33" creationId="{FFB516F8-D5E1-F441-13CD-06550DF0428C}"/>
          </ac:picMkLst>
        </pc:picChg>
      </pc:sldChg>
      <pc:sldChg chg="delSp add mod">
        <pc:chgData name="Subir Parida" userId="5adae42a5ff17c16" providerId="LiveId" clId="{840E3A22-11DA-4C6F-9B3F-EF20193E732C}" dt="2023-12-26T11:46:19.439" v="357" actId="478"/>
        <pc:sldMkLst>
          <pc:docMk/>
          <pc:sldMk cId="192496337" sldId="268"/>
        </pc:sldMkLst>
        <pc:graphicFrameChg chg="del">
          <ac:chgData name="Subir Parida" userId="5adae42a5ff17c16" providerId="LiveId" clId="{840E3A22-11DA-4C6F-9B3F-EF20193E732C}" dt="2023-12-26T11:46:11.780" v="354" actId="478"/>
          <ac:graphicFrameMkLst>
            <pc:docMk/>
            <pc:sldMk cId="192496337" sldId="268"/>
            <ac:graphicFrameMk id="2" creationId="{00000000-0000-0000-0000-000000000000}"/>
          </ac:graphicFrameMkLst>
        </pc:graphicFrameChg>
        <pc:graphicFrameChg chg="del">
          <ac:chgData name="Subir Parida" userId="5adae42a5ff17c16" providerId="LiveId" clId="{840E3A22-11DA-4C6F-9B3F-EF20193E732C}" dt="2023-12-26T11:46:17.396" v="356" actId="478"/>
          <ac:graphicFrameMkLst>
            <pc:docMk/>
            <pc:sldMk cId="192496337" sldId="268"/>
            <ac:graphicFrameMk id="3" creationId="{00000000-0000-0000-0000-000000000000}"/>
          </ac:graphicFrameMkLst>
        </pc:graphicFrameChg>
        <pc:graphicFrameChg chg="del">
          <ac:chgData name="Subir Parida" userId="5adae42a5ff17c16" providerId="LiveId" clId="{840E3A22-11DA-4C6F-9B3F-EF20193E732C}" dt="2023-12-26T11:46:19.439" v="357" actId="478"/>
          <ac:graphicFrameMkLst>
            <pc:docMk/>
            <pc:sldMk cId="192496337" sldId="268"/>
            <ac:graphicFrameMk id="4" creationId="{00000000-0000-0000-0000-000000000000}"/>
          </ac:graphicFrameMkLst>
        </pc:graphicFrameChg>
        <pc:graphicFrameChg chg="del">
          <ac:chgData name="Subir Parida" userId="5adae42a5ff17c16" providerId="LiveId" clId="{840E3A22-11DA-4C6F-9B3F-EF20193E732C}" dt="2023-12-26T11:46:14.928" v="355" actId="478"/>
          <ac:graphicFrameMkLst>
            <pc:docMk/>
            <pc:sldMk cId="192496337" sldId="268"/>
            <ac:graphicFrameMk id="5" creationId="{00000000-0000-0000-0000-000000000000}"/>
          </ac:graphicFrameMkLst>
        </pc:graphicFrameChg>
      </pc:sldChg>
      <pc:sldChg chg="addSp delSp modSp add mod">
        <pc:chgData name="Subir Parida" userId="5adae42a5ff17c16" providerId="LiveId" clId="{840E3A22-11DA-4C6F-9B3F-EF20193E732C}" dt="2023-12-26T21:28:56.232" v="567" actId="1076"/>
        <pc:sldMkLst>
          <pc:docMk/>
          <pc:sldMk cId="215968993" sldId="269"/>
        </pc:sldMkLst>
        <pc:spChg chg="add del mod">
          <ac:chgData name="Subir Parida" userId="5adae42a5ff17c16" providerId="LiveId" clId="{840E3A22-11DA-4C6F-9B3F-EF20193E732C}" dt="2023-12-26T21:28:31.331" v="556"/>
          <ac:spMkLst>
            <pc:docMk/>
            <pc:sldMk cId="215968993" sldId="269"/>
            <ac:spMk id="4" creationId="{5BDC3F13-CAF9-37E3-A026-2DFEAD5D4030}"/>
          </ac:spMkLst>
        </pc:spChg>
        <pc:spChg chg="add del mod">
          <ac:chgData name="Subir Parida" userId="5adae42a5ff17c16" providerId="LiveId" clId="{840E3A22-11DA-4C6F-9B3F-EF20193E732C}" dt="2023-12-26T21:28:31.331" v="556"/>
          <ac:spMkLst>
            <pc:docMk/>
            <pc:sldMk cId="215968993" sldId="269"/>
            <ac:spMk id="5" creationId="{E49602E5-3C71-1EA0-A7F2-4E07680E7C95}"/>
          </ac:spMkLst>
        </pc:spChg>
        <pc:spChg chg="add mod">
          <ac:chgData name="Subir Parida" userId="5adae42a5ff17c16" providerId="LiveId" clId="{840E3A22-11DA-4C6F-9B3F-EF20193E732C}" dt="2023-12-26T21:28:38.118" v="558"/>
          <ac:spMkLst>
            <pc:docMk/>
            <pc:sldMk cId="215968993" sldId="269"/>
            <ac:spMk id="7" creationId="{99AEC536-685B-CB4B-881D-793135E5DD7C}"/>
          </ac:spMkLst>
        </pc:spChg>
        <pc:spChg chg="add mod">
          <ac:chgData name="Subir Parida" userId="5adae42a5ff17c16" providerId="LiveId" clId="{840E3A22-11DA-4C6F-9B3F-EF20193E732C}" dt="2023-12-26T21:28:44.621" v="566" actId="20577"/>
          <ac:spMkLst>
            <pc:docMk/>
            <pc:sldMk cId="215968993" sldId="269"/>
            <ac:spMk id="8" creationId="{9392F3DA-F88A-6284-9F77-EF5A3D7585AF}"/>
          </ac:spMkLst>
        </pc:spChg>
        <pc:spChg chg="del">
          <ac:chgData name="Subir Parida" userId="5adae42a5ff17c16" providerId="LiveId" clId="{840E3A22-11DA-4C6F-9B3F-EF20193E732C}" dt="2023-12-26T21:28:37.496" v="557" actId="478"/>
          <ac:spMkLst>
            <pc:docMk/>
            <pc:sldMk cId="215968993" sldId="269"/>
            <ac:spMk id="10" creationId="{67C95C17-8519-C442-B6D2-2AB931828790}"/>
          </ac:spMkLst>
        </pc:spChg>
        <pc:spChg chg="del mod">
          <ac:chgData name="Subir Parida" userId="5adae42a5ff17c16" providerId="LiveId" clId="{840E3A22-11DA-4C6F-9B3F-EF20193E732C}" dt="2023-12-26T21:28:37.496" v="557" actId="478"/>
          <ac:spMkLst>
            <pc:docMk/>
            <pc:sldMk cId="215968993" sldId="269"/>
            <ac:spMk id="11" creationId="{2AB1F630-3908-A1D9-D31A-14E612F3B706}"/>
          </ac:spMkLst>
        </pc:spChg>
        <pc:graphicFrameChg chg="add del mod">
          <ac:chgData name="Subir Parida" userId="5adae42a5ff17c16" providerId="LiveId" clId="{840E3A22-11DA-4C6F-9B3F-EF20193E732C}" dt="2023-12-26T21:27:48.360" v="553" actId="478"/>
          <ac:graphicFrameMkLst>
            <pc:docMk/>
            <pc:sldMk cId="215968993" sldId="269"/>
            <ac:graphicFrameMk id="2" creationId="{AFCF22D5-60FF-4E1B-37F0-CB068F82D16F}"/>
          </ac:graphicFrameMkLst>
        </pc:graphicFrameChg>
        <pc:graphicFrameChg chg="add mod">
          <ac:chgData name="Subir Parida" userId="5adae42a5ff17c16" providerId="LiveId" clId="{840E3A22-11DA-4C6F-9B3F-EF20193E732C}" dt="2023-12-26T21:28:56.232" v="567" actId="1076"/>
          <ac:graphicFrameMkLst>
            <pc:docMk/>
            <pc:sldMk cId="215968993" sldId="269"/>
            <ac:graphicFrameMk id="3" creationId="{AFCF22D5-60FF-4E1B-37F0-CB068F82D16F}"/>
          </ac:graphicFrameMkLst>
        </pc:graphicFrameChg>
        <pc:graphicFrameChg chg="del">
          <ac:chgData name="Subir Parida" userId="5adae42a5ff17c16" providerId="LiveId" clId="{840E3A22-11DA-4C6F-9B3F-EF20193E732C}" dt="2023-12-26T11:46:30.939" v="359" actId="478"/>
          <ac:graphicFrameMkLst>
            <pc:docMk/>
            <pc:sldMk cId="215968993" sldId="269"/>
            <ac:graphicFrameMk id="7" creationId="{D81A0785-932C-76AD-9261-EF5FE0762A85}"/>
          </ac:graphicFrameMkLst>
        </pc:graphicFrameChg>
        <pc:graphicFrameChg chg="del">
          <ac:chgData name="Subir Parida" userId="5adae42a5ff17c16" providerId="LiveId" clId="{840E3A22-11DA-4C6F-9B3F-EF20193E732C}" dt="2023-12-26T11:46:27.337" v="358" actId="478"/>
          <ac:graphicFrameMkLst>
            <pc:docMk/>
            <pc:sldMk cId="215968993" sldId="269"/>
            <ac:graphicFrameMk id="12" creationId="{F5FAB062-51D0-9EBB-F9CE-79346ADD3282}"/>
          </ac:graphicFrameMkLst>
        </pc:graphicFrameChg>
      </pc:sldChg>
      <pc:sldChg chg="addSp delSp modSp add mod">
        <pc:chgData name="Subir Parida" userId="5adae42a5ff17c16" providerId="LiveId" clId="{840E3A22-11DA-4C6F-9B3F-EF20193E732C}" dt="2023-12-26T21:29:12.949" v="570" actId="1076"/>
        <pc:sldMkLst>
          <pc:docMk/>
          <pc:sldMk cId="3795673518" sldId="270"/>
        </pc:sldMkLst>
        <pc:spChg chg="del">
          <ac:chgData name="Subir Parida" userId="5adae42a5ff17c16" providerId="LiveId" clId="{840E3A22-11DA-4C6F-9B3F-EF20193E732C}" dt="2023-12-26T21:29:02.818" v="568" actId="478"/>
          <ac:spMkLst>
            <pc:docMk/>
            <pc:sldMk cId="3795673518" sldId="270"/>
            <ac:spMk id="2" creationId="{7204911C-66F5-D965-746E-CD20C5ECFBEB}"/>
          </ac:spMkLst>
        </pc:spChg>
        <pc:spChg chg="del mod">
          <ac:chgData name="Subir Parida" userId="5adae42a5ff17c16" providerId="LiveId" clId="{840E3A22-11DA-4C6F-9B3F-EF20193E732C}" dt="2023-12-26T21:29:02.818" v="568" actId="478"/>
          <ac:spMkLst>
            <pc:docMk/>
            <pc:sldMk cId="3795673518" sldId="270"/>
            <ac:spMk id="3" creationId="{2E64F693-B950-8284-BB56-514A7A97997D}"/>
          </ac:spMkLst>
        </pc:spChg>
        <pc:spChg chg="add mod">
          <ac:chgData name="Subir Parida" userId="5adae42a5ff17c16" providerId="LiveId" clId="{840E3A22-11DA-4C6F-9B3F-EF20193E732C}" dt="2023-12-26T21:29:03.431" v="569"/>
          <ac:spMkLst>
            <pc:docMk/>
            <pc:sldMk cId="3795673518" sldId="270"/>
            <ac:spMk id="4" creationId="{3FC781FC-9E23-6FAB-684E-75B679DCA137}"/>
          </ac:spMkLst>
        </pc:spChg>
        <pc:spChg chg="add mod">
          <ac:chgData name="Subir Parida" userId="5adae42a5ff17c16" providerId="LiveId" clId="{840E3A22-11DA-4C6F-9B3F-EF20193E732C}" dt="2023-12-26T21:29:03.431" v="569"/>
          <ac:spMkLst>
            <pc:docMk/>
            <pc:sldMk cId="3795673518" sldId="270"/>
            <ac:spMk id="7" creationId="{47309465-41DD-7AC9-C1CC-F8E484E5A01A}"/>
          </ac:spMkLst>
        </pc:spChg>
        <pc:graphicFrameChg chg="del">
          <ac:chgData name="Subir Parida" userId="5adae42a5ff17c16" providerId="LiveId" clId="{840E3A22-11DA-4C6F-9B3F-EF20193E732C}" dt="2023-12-26T11:47:32.838" v="408" actId="478"/>
          <ac:graphicFrameMkLst>
            <pc:docMk/>
            <pc:sldMk cId="3795673518" sldId="270"/>
            <ac:graphicFrameMk id="4" creationId="{4CE56741-9689-9B24-BA72-650CFD4059A2}"/>
          </ac:graphicFrameMkLst>
        </pc:graphicFrameChg>
        <pc:graphicFrameChg chg="add mod">
          <ac:chgData name="Subir Parida" userId="5adae42a5ff17c16" providerId="LiveId" clId="{840E3A22-11DA-4C6F-9B3F-EF20193E732C}" dt="2023-12-26T21:29:12.949" v="570" actId="1076"/>
          <ac:graphicFrameMkLst>
            <pc:docMk/>
            <pc:sldMk cId="3795673518" sldId="270"/>
            <ac:graphicFrameMk id="5" creationId="{88B88DA9-602E-2E6D-B5D4-0BB2FD7CDA7D}"/>
          </ac:graphicFrameMkLst>
        </pc:graphicFrameChg>
        <pc:graphicFrameChg chg="del">
          <ac:chgData name="Subir Parida" userId="5adae42a5ff17c16" providerId="LiveId" clId="{840E3A22-11DA-4C6F-9B3F-EF20193E732C}" dt="2023-12-26T11:47:35.083" v="409" actId="478"/>
          <ac:graphicFrameMkLst>
            <pc:docMk/>
            <pc:sldMk cId="3795673518" sldId="270"/>
            <ac:graphicFrameMk id="8" creationId="{D6EF0A76-D961-75C4-26C4-B1F14F0111A6}"/>
          </ac:graphicFrameMkLst>
        </pc:graphicFrameChg>
      </pc:sldChg>
      <pc:sldChg chg="addSp delSp modSp add mod">
        <pc:chgData name="Subir Parida" userId="5adae42a5ff17c16" providerId="LiveId" clId="{840E3A22-11DA-4C6F-9B3F-EF20193E732C}" dt="2023-12-26T21:29:38.212" v="573" actId="1076"/>
        <pc:sldMkLst>
          <pc:docMk/>
          <pc:sldMk cId="3074762448" sldId="271"/>
        </pc:sldMkLst>
        <pc:spChg chg="del">
          <ac:chgData name="Subir Parida" userId="5adae42a5ff17c16" providerId="LiveId" clId="{840E3A22-11DA-4C6F-9B3F-EF20193E732C}" dt="2023-12-26T21:29:27.677" v="571" actId="478"/>
          <ac:spMkLst>
            <pc:docMk/>
            <pc:sldMk cId="3074762448" sldId="271"/>
            <ac:spMk id="2" creationId="{C17582C6-2E0E-EE76-1122-CD1F21A055E2}"/>
          </ac:spMkLst>
        </pc:spChg>
        <pc:spChg chg="del mod">
          <ac:chgData name="Subir Parida" userId="5adae42a5ff17c16" providerId="LiveId" clId="{840E3A22-11DA-4C6F-9B3F-EF20193E732C}" dt="2023-12-26T21:29:27.677" v="571" actId="478"/>
          <ac:spMkLst>
            <pc:docMk/>
            <pc:sldMk cId="3074762448" sldId="271"/>
            <ac:spMk id="3" creationId="{7B1771FB-1D62-1F0F-CC85-C6817AFE20D7}"/>
          </ac:spMkLst>
        </pc:spChg>
        <pc:spChg chg="add mod">
          <ac:chgData name="Subir Parida" userId="5adae42a5ff17c16" providerId="LiveId" clId="{840E3A22-11DA-4C6F-9B3F-EF20193E732C}" dt="2023-12-26T21:29:28.589" v="572"/>
          <ac:spMkLst>
            <pc:docMk/>
            <pc:sldMk cId="3074762448" sldId="271"/>
            <ac:spMk id="5" creationId="{A7639D00-BE63-9382-2C4B-4F260916EE1D}"/>
          </ac:spMkLst>
        </pc:spChg>
        <pc:spChg chg="add mod">
          <ac:chgData name="Subir Parida" userId="5adae42a5ff17c16" providerId="LiveId" clId="{840E3A22-11DA-4C6F-9B3F-EF20193E732C}" dt="2023-12-26T21:29:28.589" v="572"/>
          <ac:spMkLst>
            <pc:docMk/>
            <pc:sldMk cId="3074762448" sldId="271"/>
            <ac:spMk id="7" creationId="{6D141A10-DE24-7A5B-DA05-B9E20E5B7C8B}"/>
          </ac:spMkLst>
        </pc:spChg>
        <pc:graphicFrameChg chg="add mod">
          <ac:chgData name="Subir Parida" userId="5adae42a5ff17c16" providerId="LiveId" clId="{840E3A22-11DA-4C6F-9B3F-EF20193E732C}" dt="2023-12-26T21:29:38.212" v="573" actId="1076"/>
          <ac:graphicFrameMkLst>
            <pc:docMk/>
            <pc:sldMk cId="3074762448" sldId="271"/>
            <ac:graphicFrameMk id="4" creationId="{04D4D283-FD59-2BDE-7AAC-2652E7AF583D}"/>
          </ac:graphicFrameMkLst>
        </pc:graphicFrameChg>
        <pc:graphicFrameChg chg="del">
          <ac:chgData name="Subir Parida" userId="5adae42a5ff17c16" providerId="LiveId" clId="{840E3A22-11DA-4C6F-9B3F-EF20193E732C}" dt="2023-12-26T11:47:50.475" v="426" actId="478"/>
          <ac:graphicFrameMkLst>
            <pc:docMk/>
            <pc:sldMk cId="3074762448" sldId="271"/>
            <ac:graphicFrameMk id="9" creationId="{69E59269-446D-875B-28A9-0F3332E6208E}"/>
          </ac:graphicFrameMkLst>
        </pc:graphicFrameChg>
      </pc:sldChg>
      <pc:sldChg chg="addSp delSp modSp add mod">
        <pc:chgData name="Subir Parida" userId="5adae42a5ff17c16" providerId="LiveId" clId="{840E3A22-11DA-4C6F-9B3F-EF20193E732C}" dt="2023-12-26T11:52:08.430" v="495" actId="1076"/>
        <pc:sldMkLst>
          <pc:docMk/>
          <pc:sldMk cId="3614249861" sldId="272"/>
        </pc:sldMkLst>
        <pc:spChg chg="mod">
          <ac:chgData name="Subir Parida" userId="5adae42a5ff17c16" providerId="LiveId" clId="{840E3A22-11DA-4C6F-9B3F-EF20193E732C}" dt="2023-12-26T11:48:15.414" v="439" actId="20577"/>
          <ac:spMkLst>
            <pc:docMk/>
            <pc:sldMk cId="3614249861" sldId="272"/>
            <ac:spMk id="6" creationId="{00000000-0000-0000-0000-000000000000}"/>
          </ac:spMkLst>
        </pc:spChg>
        <pc:graphicFrameChg chg="del">
          <ac:chgData name="Subir Parida" userId="5adae42a5ff17c16" providerId="LiveId" clId="{840E3A22-11DA-4C6F-9B3F-EF20193E732C}" dt="2023-12-26T11:48:20.784" v="440" actId="478"/>
          <ac:graphicFrameMkLst>
            <pc:docMk/>
            <pc:sldMk cId="3614249861" sldId="272"/>
            <ac:graphicFrameMk id="2" creationId="{84A11EB6-F581-D9C8-0251-0518A7BC6151}"/>
          </ac:graphicFrameMkLst>
        </pc:graphicFrameChg>
        <pc:graphicFrameChg chg="del">
          <ac:chgData name="Subir Parida" userId="5adae42a5ff17c16" providerId="LiveId" clId="{840E3A22-11DA-4C6F-9B3F-EF20193E732C}" dt="2023-12-26T11:48:23.953" v="441" actId="478"/>
          <ac:graphicFrameMkLst>
            <pc:docMk/>
            <pc:sldMk cId="3614249861" sldId="272"/>
            <ac:graphicFrameMk id="3" creationId="{14CBA0DF-1B6B-2BFB-8D8D-49C7AA36F31E}"/>
          </ac:graphicFrameMkLst>
        </pc:graphicFrameChg>
        <pc:graphicFrameChg chg="del">
          <ac:chgData name="Subir Parida" userId="5adae42a5ff17c16" providerId="LiveId" clId="{840E3A22-11DA-4C6F-9B3F-EF20193E732C}" dt="2023-12-26T11:48:27.607" v="443" actId="478"/>
          <ac:graphicFrameMkLst>
            <pc:docMk/>
            <pc:sldMk cId="3614249861" sldId="272"/>
            <ac:graphicFrameMk id="4" creationId="{9DBDE645-54AE-943A-FC93-B07737B39EB4}"/>
          </ac:graphicFrameMkLst>
        </pc:graphicFrameChg>
        <pc:graphicFrameChg chg="del">
          <ac:chgData name="Subir Parida" userId="5adae42a5ff17c16" providerId="LiveId" clId="{840E3A22-11DA-4C6F-9B3F-EF20193E732C}" dt="2023-12-26T11:48:25.780" v="442" actId="478"/>
          <ac:graphicFrameMkLst>
            <pc:docMk/>
            <pc:sldMk cId="3614249861" sldId="272"/>
            <ac:graphicFrameMk id="5" creationId="{B542B676-1E3C-CCF4-E91F-9A7C7FF0DF99}"/>
          </ac:graphicFrameMkLst>
        </pc:graphicFrameChg>
        <pc:graphicFrameChg chg="add mod">
          <ac:chgData name="Subir Parida" userId="5adae42a5ff17c16" providerId="LiveId" clId="{840E3A22-11DA-4C6F-9B3F-EF20193E732C}" dt="2023-12-26T11:52:08.430" v="495" actId="1076"/>
          <ac:graphicFrameMkLst>
            <pc:docMk/>
            <pc:sldMk cId="3614249861" sldId="272"/>
            <ac:graphicFrameMk id="7" creationId="{A4E02CF3-7672-3529-8EDF-E0594069C58D}"/>
          </ac:graphicFrameMkLst>
        </pc:graphicFrameChg>
        <pc:graphicFrameChg chg="add mod">
          <ac:chgData name="Subir Parida" userId="5adae42a5ff17c16" providerId="LiveId" clId="{840E3A22-11DA-4C6F-9B3F-EF20193E732C}" dt="2023-12-26T11:52:04.897" v="494" actId="1076"/>
          <ac:graphicFrameMkLst>
            <pc:docMk/>
            <pc:sldMk cId="3614249861" sldId="272"/>
            <ac:graphicFrameMk id="8" creationId="{014EE1FC-AE90-8C2E-A6B3-E89399812C6E}"/>
          </ac:graphicFrameMkLst>
        </pc:graphicFrameChg>
        <pc:graphicFrameChg chg="add mod">
          <ac:chgData name="Subir Parida" userId="5adae42a5ff17c16" providerId="LiveId" clId="{840E3A22-11DA-4C6F-9B3F-EF20193E732C}" dt="2023-12-26T11:51:52.970" v="493" actId="1076"/>
          <ac:graphicFrameMkLst>
            <pc:docMk/>
            <pc:sldMk cId="3614249861" sldId="272"/>
            <ac:graphicFrameMk id="9" creationId="{7D70D8A6-E68B-0F87-9E83-CE2C79EA26C3}"/>
          </ac:graphicFrameMkLst>
        </pc:graphicFrameChg>
        <pc:graphicFrameChg chg="add mod">
          <ac:chgData name="Subir Parida" userId="5adae42a5ff17c16" providerId="LiveId" clId="{840E3A22-11DA-4C6F-9B3F-EF20193E732C}" dt="2023-12-26T11:51:50.047" v="492" actId="1076"/>
          <ac:graphicFrameMkLst>
            <pc:docMk/>
            <pc:sldMk cId="3614249861" sldId="272"/>
            <ac:graphicFrameMk id="10" creationId="{E5358684-4D08-D072-D231-0A59962C2B51}"/>
          </ac:graphicFrameMkLst>
        </pc:graphicFrameChg>
      </pc:sldChg>
      <pc:sldChg chg="delSp modSp new mod">
        <pc:chgData name="Subir Parida" userId="5adae42a5ff17c16" providerId="LiveId" clId="{840E3A22-11DA-4C6F-9B3F-EF20193E732C}" dt="2023-12-26T21:43:23.046" v="1493" actId="20577"/>
        <pc:sldMkLst>
          <pc:docMk/>
          <pc:sldMk cId="889665732" sldId="273"/>
        </pc:sldMkLst>
        <pc:spChg chg="mod">
          <ac:chgData name="Subir Parida" userId="5adae42a5ff17c16" providerId="LiveId" clId="{840E3A22-11DA-4C6F-9B3F-EF20193E732C}" dt="2023-12-26T21:43:23.046" v="1493" actId="20577"/>
          <ac:spMkLst>
            <pc:docMk/>
            <pc:sldMk cId="889665732" sldId="273"/>
            <ac:spMk id="2" creationId="{C71AC9B0-8039-56E0-F888-7D26BAA5C2FF}"/>
          </ac:spMkLst>
        </pc:spChg>
        <pc:spChg chg="del">
          <ac:chgData name="Subir Parida" userId="5adae42a5ff17c16" providerId="LiveId" clId="{840E3A22-11DA-4C6F-9B3F-EF20193E732C}" dt="2023-12-26T21:26:20.094" v="548" actId="478"/>
          <ac:spMkLst>
            <pc:docMk/>
            <pc:sldMk cId="889665732" sldId="273"/>
            <ac:spMk id="3" creationId="{8E6E2526-ABFF-1F02-4872-C86E08B7C1DC}"/>
          </ac:spMkLst>
        </pc:spChg>
      </pc:sldChg>
      <pc:sldChg chg="delSp modSp add mod">
        <pc:chgData name="Subir Parida" userId="5adae42a5ff17c16" providerId="LiveId" clId="{840E3A22-11DA-4C6F-9B3F-EF20193E732C}" dt="2023-12-26T21:26:11.618" v="547" actId="478"/>
        <pc:sldMkLst>
          <pc:docMk/>
          <pc:sldMk cId="1730600894" sldId="274"/>
        </pc:sldMkLst>
        <pc:spChg chg="mod">
          <ac:chgData name="Subir Parida" userId="5adae42a5ff17c16" providerId="LiveId" clId="{840E3A22-11DA-4C6F-9B3F-EF20193E732C}" dt="2023-12-26T11:47:14.314" v="399" actId="20577"/>
          <ac:spMkLst>
            <pc:docMk/>
            <pc:sldMk cId="1730600894" sldId="274"/>
            <ac:spMk id="2" creationId="{C71AC9B0-8039-56E0-F888-7D26BAA5C2FF}"/>
          </ac:spMkLst>
        </pc:spChg>
        <pc:spChg chg="del">
          <ac:chgData name="Subir Parida" userId="5adae42a5ff17c16" providerId="LiveId" clId="{840E3A22-11DA-4C6F-9B3F-EF20193E732C}" dt="2023-12-26T21:26:11.618" v="547" actId="478"/>
          <ac:spMkLst>
            <pc:docMk/>
            <pc:sldMk cId="1730600894" sldId="274"/>
            <ac:spMk id="3" creationId="{8E6E2526-ABFF-1F02-4872-C86E08B7C1DC}"/>
          </ac:spMkLst>
        </pc:spChg>
      </pc:sldChg>
      <pc:sldChg chg="addSp delSp modSp add mod">
        <pc:chgData name="Subir Parida" userId="5adae42a5ff17c16" providerId="LiveId" clId="{840E3A22-11DA-4C6F-9B3F-EF20193E732C}" dt="2023-12-26T11:49:32.295" v="468"/>
        <pc:sldMkLst>
          <pc:docMk/>
          <pc:sldMk cId="1144792116" sldId="275"/>
        </pc:sldMkLst>
        <pc:spChg chg="mod">
          <ac:chgData name="Subir Parida" userId="5adae42a5ff17c16" providerId="LiveId" clId="{840E3A22-11DA-4C6F-9B3F-EF20193E732C}" dt="2023-12-26T11:49:02.954" v="466" actId="20577"/>
          <ac:spMkLst>
            <pc:docMk/>
            <pc:sldMk cId="1144792116" sldId="275"/>
            <ac:spMk id="6" creationId="{00000000-0000-0000-0000-000000000000}"/>
          </ac:spMkLst>
        </pc:spChg>
        <pc:graphicFrameChg chg="add mod">
          <ac:chgData name="Subir Parida" userId="5adae42a5ff17c16" providerId="LiveId" clId="{840E3A22-11DA-4C6F-9B3F-EF20193E732C}" dt="2023-12-26T11:49:32.295" v="468"/>
          <ac:graphicFrameMkLst>
            <pc:docMk/>
            <pc:sldMk cId="1144792116" sldId="275"/>
            <ac:graphicFrameMk id="2" creationId="{A8B8BE97-4E5E-3248-914B-8B0F8A727F52}"/>
          </ac:graphicFrameMkLst>
        </pc:graphicFrameChg>
        <pc:graphicFrameChg chg="add mod">
          <ac:chgData name="Subir Parida" userId="5adae42a5ff17c16" providerId="LiveId" clId="{840E3A22-11DA-4C6F-9B3F-EF20193E732C}" dt="2023-12-26T11:49:32.295" v="468"/>
          <ac:graphicFrameMkLst>
            <pc:docMk/>
            <pc:sldMk cId="1144792116" sldId="275"/>
            <ac:graphicFrameMk id="3" creationId="{50840C85-3AA6-BC47-7565-14794BBC81BD}"/>
          </ac:graphicFrameMkLst>
        </pc:graphicFrameChg>
        <pc:graphicFrameChg chg="add mod">
          <ac:chgData name="Subir Parida" userId="5adae42a5ff17c16" providerId="LiveId" clId="{840E3A22-11DA-4C6F-9B3F-EF20193E732C}" dt="2023-12-26T11:49:32.295" v="468"/>
          <ac:graphicFrameMkLst>
            <pc:docMk/>
            <pc:sldMk cId="1144792116" sldId="275"/>
            <ac:graphicFrameMk id="4" creationId="{43BB0751-93AF-9721-8190-611E9C9E6AF4}"/>
          </ac:graphicFrameMkLst>
        </pc:graphicFrameChg>
        <pc:graphicFrameChg chg="add mod">
          <ac:chgData name="Subir Parida" userId="5adae42a5ff17c16" providerId="LiveId" clId="{840E3A22-11DA-4C6F-9B3F-EF20193E732C}" dt="2023-12-26T11:49:32.295" v="468"/>
          <ac:graphicFrameMkLst>
            <pc:docMk/>
            <pc:sldMk cId="1144792116" sldId="275"/>
            <ac:graphicFrameMk id="5" creationId="{D23ACEC3-9A47-6D71-B875-F3546FBB3519}"/>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7" creationId="{00000000-0000-0000-0000-000000000000}"/>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8" creationId="{00000000-0000-0000-0000-000000000000}"/>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9" creationId="{00000000-0000-0000-0000-000000000000}"/>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10" creationId="{00000000-0000-0000-0000-000000000000}"/>
          </ac:graphicFrameMkLst>
        </pc:graphicFrameChg>
      </pc:sldChg>
      <pc:sldChg chg="addSp delSp modSp new mod">
        <pc:chgData name="Subir Parida" userId="5adae42a5ff17c16" providerId="LiveId" clId="{840E3A22-11DA-4C6F-9B3F-EF20193E732C}" dt="2023-12-26T21:34:18.968" v="803" actId="207"/>
        <pc:sldMkLst>
          <pc:docMk/>
          <pc:sldMk cId="3272196759" sldId="276"/>
        </pc:sldMkLst>
        <pc:spChg chg="del">
          <ac:chgData name="Subir Parida" userId="5adae42a5ff17c16" providerId="LiveId" clId="{840E3A22-11DA-4C6F-9B3F-EF20193E732C}" dt="2023-12-26T21:32:35.834" v="777" actId="478"/>
          <ac:spMkLst>
            <pc:docMk/>
            <pc:sldMk cId="3272196759" sldId="276"/>
            <ac:spMk id="2" creationId="{53556D31-A5E1-37BD-7EA2-FA0F407341D7}"/>
          </ac:spMkLst>
        </pc:spChg>
        <pc:spChg chg="mod">
          <ac:chgData name="Subir Parida" userId="5adae42a5ff17c16" providerId="LiveId" clId="{840E3A22-11DA-4C6F-9B3F-EF20193E732C}" dt="2023-12-26T21:34:18.968" v="803" actId="207"/>
          <ac:spMkLst>
            <pc:docMk/>
            <pc:sldMk cId="3272196759" sldId="276"/>
            <ac:spMk id="3" creationId="{9DD463F7-D779-AD99-8658-63E73DF978AB}"/>
          </ac:spMkLst>
        </pc:spChg>
        <pc:spChg chg="add mod">
          <ac:chgData name="Subir Parida" userId="5adae42a5ff17c16" providerId="LiveId" clId="{840E3A22-11DA-4C6F-9B3F-EF20193E732C}" dt="2023-12-26T21:32:53.196" v="796" actId="20577"/>
          <ac:spMkLst>
            <pc:docMk/>
            <pc:sldMk cId="3272196759" sldId="276"/>
            <ac:spMk id="4" creationId="{9BC54237-1D9E-314F-CC70-694CC6C940BD}"/>
          </ac:spMkLst>
        </pc:spChg>
      </pc:sldChg>
      <pc:sldChg chg="modSp add mod">
        <pc:chgData name="Subir Parida" userId="5adae42a5ff17c16" providerId="LiveId" clId="{840E3A22-11DA-4C6F-9B3F-EF20193E732C}" dt="2023-12-26T21:35:41.953" v="840" actId="20577"/>
        <pc:sldMkLst>
          <pc:docMk/>
          <pc:sldMk cId="268647914" sldId="277"/>
        </pc:sldMkLst>
        <pc:spChg chg="mod">
          <ac:chgData name="Subir Parida" userId="5adae42a5ff17c16" providerId="LiveId" clId="{840E3A22-11DA-4C6F-9B3F-EF20193E732C}" dt="2023-12-26T21:35:41.953" v="840" actId="20577"/>
          <ac:spMkLst>
            <pc:docMk/>
            <pc:sldMk cId="268647914" sldId="277"/>
            <ac:spMk id="3" creationId="{9DD463F7-D779-AD99-8658-63E73DF978AB}"/>
          </ac:spMkLst>
        </pc:spChg>
        <pc:spChg chg="mod">
          <ac:chgData name="Subir Parida" userId="5adae42a5ff17c16" providerId="LiveId" clId="{840E3A22-11DA-4C6F-9B3F-EF20193E732C}" dt="2023-12-26T21:35:13.797" v="833" actId="20577"/>
          <ac:spMkLst>
            <pc:docMk/>
            <pc:sldMk cId="268647914" sldId="277"/>
            <ac:spMk id="4" creationId="{9BC54237-1D9E-314F-CC70-694CC6C940BD}"/>
          </ac:spMkLst>
        </pc:spChg>
      </pc:sldChg>
      <pc:sldChg chg="modSp add mod">
        <pc:chgData name="Subir Parida" userId="5adae42a5ff17c16" providerId="LiveId" clId="{840E3A22-11DA-4C6F-9B3F-EF20193E732C}" dt="2023-12-26T21:37:18.538" v="1030" actId="20577"/>
        <pc:sldMkLst>
          <pc:docMk/>
          <pc:sldMk cId="3719661466" sldId="278"/>
        </pc:sldMkLst>
        <pc:spChg chg="mod">
          <ac:chgData name="Subir Parida" userId="5adae42a5ff17c16" providerId="LiveId" clId="{840E3A22-11DA-4C6F-9B3F-EF20193E732C}" dt="2023-12-26T21:37:18.538" v="1030" actId="20577"/>
          <ac:spMkLst>
            <pc:docMk/>
            <pc:sldMk cId="3719661466" sldId="278"/>
            <ac:spMk id="3" creationId="{9DD463F7-D779-AD99-8658-63E73DF978AB}"/>
          </ac:spMkLst>
        </pc:spChg>
        <pc:spChg chg="mod">
          <ac:chgData name="Subir Parida" userId="5adae42a5ff17c16" providerId="LiveId" clId="{840E3A22-11DA-4C6F-9B3F-EF20193E732C}" dt="2023-12-26T21:35:52.600" v="852" actId="20577"/>
          <ac:spMkLst>
            <pc:docMk/>
            <pc:sldMk cId="3719661466" sldId="278"/>
            <ac:spMk id="4" creationId="{9BC54237-1D9E-314F-CC70-694CC6C940BD}"/>
          </ac:spMkLst>
        </pc:spChg>
      </pc:sldChg>
      <pc:sldChg chg="modSp add mod">
        <pc:chgData name="Subir Parida" userId="5adae42a5ff17c16" providerId="LiveId" clId="{840E3A22-11DA-4C6F-9B3F-EF20193E732C}" dt="2023-12-26T21:39:05.315" v="1225" actId="20577"/>
        <pc:sldMkLst>
          <pc:docMk/>
          <pc:sldMk cId="2959480803" sldId="279"/>
        </pc:sldMkLst>
        <pc:spChg chg="mod">
          <ac:chgData name="Subir Parida" userId="5adae42a5ff17c16" providerId="LiveId" clId="{840E3A22-11DA-4C6F-9B3F-EF20193E732C}" dt="2023-12-26T21:39:05.315" v="1225" actId="20577"/>
          <ac:spMkLst>
            <pc:docMk/>
            <pc:sldMk cId="2959480803" sldId="279"/>
            <ac:spMk id="3" creationId="{9DD463F7-D779-AD99-8658-63E73DF978AB}"/>
          </ac:spMkLst>
        </pc:spChg>
        <pc:spChg chg="mod">
          <ac:chgData name="Subir Parida" userId="5adae42a5ff17c16" providerId="LiveId" clId="{840E3A22-11DA-4C6F-9B3F-EF20193E732C}" dt="2023-12-26T21:37:36.143" v="1036" actId="20577"/>
          <ac:spMkLst>
            <pc:docMk/>
            <pc:sldMk cId="2959480803" sldId="279"/>
            <ac:spMk id="4" creationId="{9BC54237-1D9E-314F-CC70-694CC6C940BD}"/>
          </ac:spMkLst>
        </pc:spChg>
      </pc:sldChg>
      <pc:sldChg chg="modSp add mod">
        <pc:chgData name="Subir Parida" userId="5adae42a5ff17c16" providerId="LiveId" clId="{840E3A22-11DA-4C6F-9B3F-EF20193E732C}" dt="2023-12-26T21:43:06.661" v="1467" actId="207"/>
        <pc:sldMkLst>
          <pc:docMk/>
          <pc:sldMk cId="2695453843" sldId="280"/>
        </pc:sldMkLst>
        <pc:spChg chg="mod">
          <ac:chgData name="Subir Parida" userId="5adae42a5ff17c16" providerId="LiveId" clId="{840E3A22-11DA-4C6F-9B3F-EF20193E732C}" dt="2023-12-26T21:43:06.661" v="1467" actId="207"/>
          <ac:spMkLst>
            <pc:docMk/>
            <pc:sldMk cId="2695453843" sldId="280"/>
            <ac:spMk id="3" creationId="{9DD463F7-D779-AD99-8658-63E73DF978AB}"/>
          </ac:spMkLst>
        </pc:spChg>
        <pc:spChg chg="mod">
          <ac:chgData name="Subir Parida" userId="5adae42a5ff17c16" providerId="LiveId" clId="{840E3A22-11DA-4C6F-9B3F-EF20193E732C}" dt="2023-12-26T21:41:06.457" v="1290" actId="20577"/>
          <ac:spMkLst>
            <pc:docMk/>
            <pc:sldMk cId="2695453843" sldId="280"/>
            <ac:spMk id="4" creationId="{9BC54237-1D9E-314F-CC70-694CC6C940BD}"/>
          </ac:spMkLst>
        </pc:spChg>
      </pc:sldChg>
      <pc:sldChg chg="add del">
        <pc:chgData name="Subir Parida" userId="5adae42a5ff17c16" providerId="LiveId" clId="{840E3A22-11DA-4C6F-9B3F-EF20193E732C}" dt="2023-12-26T21:41:15.578" v="1292" actId="47"/>
        <pc:sldMkLst>
          <pc:docMk/>
          <pc:sldMk cId="429864382" sldId="281"/>
        </pc:sldMkLst>
      </pc:sldChg>
      <pc:sldChg chg="add">
        <pc:chgData name="Subir Parida" userId="5adae42a5ff17c16" providerId="LiveId" clId="{840E3A22-11DA-4C6F-9B3F-EF20193E732C}" dt="2023-12-26T21:43:14.748" v="1468"/>
        <pc:sldMkLst>
          <pc:docMk/>
          <pc:sldMk cId="2472170284" sldId="281"/>
        </pc:sldMkLst>
      </pc:sldChg>
      <pc:sldChg chg="modSp add mod ord">
        <pc:chgData name="Subir Parida" userId="5adae42a5ff17c16" providerId="LiveId" clId="{840E3A22-11DA-4C6F-9B3F-EF20193E732C}" dt="2023-12-26T21:46:17.395" v="1897" actId="20577"/>
        <pc:sldMkLst>
          <pc:docMk/>
          <pc:sldMk cId="1622650635" sldId="282"/>
        </pc:sldMkLst>
        <pc:spChg chg="mod">
          <ac:chgData name="Subir Parida" userId="5adae42a5ff17c16" providerId="LiveId" clId="{840E3A22-11DA-4C6F-9B3F-EF20193E732C}" dt="2023-12-26T21:46:17.395" v="1897" actId="20577"/>
          <ac:spMkLst>
            <pc:docMk/>
            <pc:sldMk cId="1622650635" sldId="282"/>
            <ac:spMk id="3" creationId="{9DD463F7-D779-AD99-8658-63E73DF978AB}"/>
          </ac:spMkLst>
        </pc:spChg>
        <pc:spChg chg="mod">
          <ac:chgData name="Subir Parida" userId="5adae42a5ff17c16" providerId="LiveId" clId="{840E3A22-11DA-4C6F-9B3F-EF20193E732C}" dt="2023-12-26T21:43:45.350" v="1533" actId="6549"/>
          <ac:spMkLst>
            <pc:docMk/>
            <pc:sldMk cId="1622650635" sldId="282"/>
            <ac:spMk id="4" creationId="{9BC54237-1D9E-314F-CC70-694CC6C940BD}"/>
          </ac:spMkLst>
        </pc:spChg>
      </pc:sldChg>
    </pc:docChg>
  </pc:docChgLst>
  <pc:docChgLst>
    <pc:chgData name="Subir Parida" userId="5adae42a5ff17c16" providerId="LiveId" clId="{EE273AD1-646E-42A7-A3B3-4BAB3DAFF957}"/>
    <pc:docChg chg="custSel addSld modSld sldOrd">
      <pc:chgData name="Subir Parida" userId="5adae42a5ff17c16" providerId="LiveId" clId="{EE273AD1-646E-42A7-A3B3-4BAB3DAFF957}" dt="2023-12-27T15:42:17.113" v="171"/>
      <pc:docMkLst>
        <pc:docMk/>
      </pc:docMkLst>
      <pc:sldChg chg="addSp delSp modSp mod">
        <pc:chgData name="Subir Parida" userId="5adae42a5ff17c16" providerId="LiveId" clId="{EE273AD1-646E-42A7-A3B3-4BAB3DAFF957}" dt="2023-12-27T15:42:10.670" v="169" actId="1076"/>
        <pc:sldMkLst>
          <pc:docMk/>
          <pc:sldMk cId="3372810305" sldId="266"/>
        </pc:sldMkLst>
        <pc:spChg chg="add mod">
          <ac:chgData name="Subir Parida" userId="5adae42a5ff17c16" providerId="LiveId" clId="{EE273AD1-646E-42A7-A3B3-4BAB3DAFF957}" dt="2023-12-27T15:42:10.670" v="169" actId="1076"/>
          <ac:spMkLst>
            <pc:docMk/>
            <pc:sldMk cId="3372810305" sldId="266"/>
            <ac:spMk id="2" creationId="{3E9D79FD-A769-160B-BDE9-9AC8DA62A8AE}"/>
          </ac:spMkLst>
        </pc:spChg>
        <pc:picChg chg="del">
          <ac:chgData name="Subir Parida" userId="5adae42a5ff17c16" providerId="LiveId" clId="{EE273AD1-646E-42A7-A3B3-4BAB3DAFF957}" dt="2023-12-27T15:37:50.488" v="1" actId="478"/>
          <ac:picMkLst>
            <pc:docMk/>
            <pc:sldMk cId="3372810305" sldId="266"/>
            <ac:picMk id="31" creationId="{DDFB722E-A391-180C-1FB1-463230712950}"/>
          </ac:picMkLst>
        </pc:picChg>
      </pc:sldChg>
      <pc:sldChg chg="addSp delSp modSp mod ord">
        <pc:chgData name="Subir Parida" userId="5adae42a5ff17c16" providerId="LiveId" clId="{EE273AD1-646E-42A7-A3B3-4BAB3DAFF957}" dt="2023-12-27T15:42:15.324" v="170"/>
        <pc:sldMkLst>
          <pc:docMk/>
          <pc:sldMk cId="3943825340" sldId="267"/>
        </pc:sldMkLst>
        <pc:spChg chg="add mod">
          <ac:chgData name="Subir Parida" userId="5adae42a5ff17c16" providerId="LiveId" clId="{EE273AD1-646E-42A7-A3B3-4BAB3DAFF957}" dt="2023-12-27T15:42:15.324" v="170"/>
          <ac:spMkLst>
            <pc:docMk/>
            <pc:sldMk cId="3943825340" sldId="267"/>
            <ac:spMk id="2" creationId="{D34349A5-D54E-7891-C998-2D3AD4335A88}"/>
          </ac:spMkLst>
        </pc:spChg>
        <pc:picChg chg="del">
          <ac:chgData name="Subir Parida" userId="5adae42a5ff17c16" providerId="LiveId" clId="{EE273AD1-646E-42A7-A3B3-4BAB3DAFF957}" dt="2023-12-27T15:38:18.145" v="3" actId="21"/>
          <ac:picMkLst>
            <pc:docMk/>
            <pc:sldMk cId="3943825340" sldId="267"/>
            <ac:picMk id="33" creationId="{FFB516F8-D5E1-F441-13CD-06550DF0428C}"/>
          </ac:picMkLst>
        </pc:picChg>
      </pc:sldChg>
      <pc:sldChg chg="addSp delSp modSp add mod">
        <pc:chgData name="Subir Parida" userId="5adae42a5ff17c16" providerId="LiveId" clId="{EE273AD1-646E-42A7-A3B3-4BAB3DAFF957}" dt="2023-12-27T15:42:17.113" v="171"/>
        <pc:sldMkLst>
          <pc:docMk/>
          <pc:sldMk cId="3485741168" sldId="283"/>
        </pc:sldMkLst>
        <pc:spChg chg="add mod">
          <ac:chgData name="Subir Parida" userId="5adae42a5ff17c16" providerId="LiveId" clId="{EE273AD1-646E-42A7-A3B3-4BAB3DAFF957}" dt="2023-12-27T15:42:17.113" v="171"/>
          <ac:spMkLst>
            <pc:docMk/>
            <pc:sldMk cId="3485741168" sldId="283"/>
            <ac:spMk id="3" creationId="{C6F87637-03C9-CBB2-DC47-147DA08D9227}"/>
          </ac:spMkLst>
        </pc:spChg>
        <pc:picChg chg="add mod">
          <ac:chgData name="Subir Parida" userId="5adae42a5ff17c16" providerId="LiveId" clId="{EE273AD1-646E-42A7-A3B3-4BAB3DAFF957}" dt="2023-12-27T15:38:32.303" v="8" actId="1076"/>
          <ac:picMkLst>
            <pc:docMk/>
            <pc:sldMk cId="3485741168" sldId="283"/>
            <ac:picMk id="2" creationId="{9AD66942-5D6F-3977-29EF-CBE1DDC6F342}"/>
          </ac:picMkLst>
        </pc:picChg>
        <pc:picChg chg="del">
          <ac:chgData name="Subir Parida" userId="5adae42a5ff17c16" providerId="LiveId" clId="{EE273AD1-646E-42A7-A3B3-4BAB3DAFF957}" dt="2023-12-27T15:38:00.457" v="2" actId="478"/>
          <ac:picMkLst>
            <pc:docMk/>
            <pc:sldMk cId="3485741168" sldId="283"/>
            <ac:picMk id="23" creationId="{376CD0B0-4E17-E907-E28D-7A7A1C02848D}"/>
          </ac:picMkLst>
        </pc:picChg>
        <pc:picChg chg="del">
          <ac:chgData name="Subir Parida" userId="5adae42a5ff17c16" providerId="LiveId" clId="{EE273AD1-646E-42A7-A3B3-4BAB3DAFF957}" dt="2023-12-27T15:38:00.457" v="2" actId="478"/>
          <ac:picMkLst>
            <pc:docMk/>
            <pc:sldMk cId="3485741168" sldId="283"/>
            <ac:picMk id="25" creationId="{CB273903-46F7-BD31-B8DF-109822072846}"/>
          </ac:picMkLst>
        </pc:picChg>
        <pc:picChg chg="del">
          <ac:chgData name="Subir Parida" userId="5adae42a5ff17c16" providerId="LiveId" clId="{EE273AD1-646E-42A7-A3B3-4BAB3DAFF957}" dt="2023-12-27T15:38:00.457" v="2" actId="478"/>
          <ac:picMkLst>
            <pc:docMk/>
            <pc:sldMk cId="3485741168" sldId="283"/>
            <ac:picMk id="29" creationId="{D4B8F34F-2518-E00F-58BE-1E21C86D2D8B}"/>
          </ac:picMkLst>
        </pc:picChg>
        <pc:picChg chg="mod">
          <ac:chgData name="Subir Parida" userId="5adae42a5ff17c16" providerId="LiveId" clId="{EE273AD1-646E-42A7-A3B3-4BAB3DAFF957}" dt="2023-12-27T15:38:35.472" v="9" actId="1076"/>
          <ac:picMkLst>
            <pc:docMk/>
            <pc:sldMk cId="3485741168" sldId="283"/>
            <ac:picMk id="31" creationId="{DDFB722E-A391-180C-1FB1-463230712950}"/>
          </ac:picMkLst>
        </pc:picChg>
      </pc:sldChg>
    </pc:docChg>
  </pc:docChgLst>
  <pc:docChgLst>
    <pc:chgData name="Subir Parida" userId="5adae42a5ff17c16" providerId="LiveId" clId="{DC17960A-AB11-49EB-A01C-D49F80081FB8}"/>
    <pc:docChg chg="undo custSel addSld delSld modSld sldOrd">
      <pc:chgData name="Subir Parida" userId="5adae42a5ff17c16" providerId="LiveId" clId="{DC17960A-AB11-49EB-A01C-D49F80081FB8}" dt="2024-01-17T05:55:44.681" v="2553" actId="1036"/>
      <pc:docMkLst>
        <pc:docMk/>
      </pc:docMkLst>
      <pc:sldChg chg="addSp delSp modSp mod">
        <pc:chgData name="Subir Parida" userId="5adae42a5ff17c16" providerId="LiveId" clId="{DC17960A-AB11-49EB-A01C-D49F80081FB8}" dt="2024-01-17T05:13:23.322" v="1724" actId="1038"/>
        <pc:sldMkLst>
          <pc:docMk/>
          <pc:sldMk cId="2428390952" sldId="257"/>
        </pc:sldMkLst>
        <pc:spChg chg="mod">
          <ac:chgData name="Subir Parida" userId="5adae42a5ff17c16" providerId="LiveId" clId="{DC17960A-AB11-49EB-A01C-D49F80081FB8}" dt="2024-01-16T20:08:29.551" v="1343" actId="20577"/>
          <ac:spMkLst>
            <pc:docMk/>
            <pc:sldMk cId="2428390952" sldId="257"/>
            <ac:spMk id="6" creationId="{00000000-0000-0000-0000-000000000000}"/>
          </ac:spMkLst>
        </pc:spChg>
        <pc:graphicFrameChg chg="mod">
          <ac:chgData name="Subir Parida" userId="5adae42a5ff17c16" providerId="LiveId" clId="{DC17960A-AB11-49EB-A01C-D49F80081FB8}" dt="2024-01-16T20:12:37.288" v="1411" actId="20577"/>
          <ac:graphicFrameMkLst>
            <pc:docMk/>
            <pc:sldMk cId="2428390952" sldId="257"/>
            <ac:graphicFrameMk id="2" creationId="{84A11EB6-F581-D9C8-0251-0518A7BC6151}"/>
          </ac:graphicFrameMkLst>
        </pc:graphicFrameChg>
        <pc:graphicFrameChg chg="del mod">
          <ac:chgData name="Subir Parida" userId="5adae42a5ff17c16" providerId="LiveId" clId="{DC17960A-AB11-49EB-A01C-D49F80081FB8}" dt="2024-01-16T20:16:30.511" v="1428" actId="478"/>
          <ac:graphicFrameMkLst>
            <pc:docMk/>
            <pc:sldMk cId="2428390952" sldId="257"/>
            <ac:graphicFrameMk id="3" creationId="{14CBA0DF-1B6B-2BFB-8D8D-49C7AA36F31E}"/>
          </ac:graphicFrameMkLst>
        </pc:graphicFrameChg>
        <pc:graphicFrameChg chg="add mod">
          <ac:chgData name="Subir Parida" userId="5adae42a5ff17c16" providerId="LiveId" clId="{DC17960A-AB11-49EB-A01C-D49F80081FB8}" dt="2024-01-17T05:13:23.322" v="1724" actId="1038"/>
          <ac:graphicFrameMkLst>
            <pc:docMk/>
            <pc:sldMk cId="2428390952" sldId="257"/>
            <ac:graphicFrameMk id="3" creationId="{6644CF82-0F04-1D98-301D-BA68A7C8E60D}"/>
          </ac:graphicFrameMkLst>
        </pc:graphicFrameChg>
        <pc:graphicFrameChg chg="mod">
          <ac:chgData name="Subir Parida" userId="5adae42a5ff17c16" providerId="LiveId" clId="{DC17960A-AB11-49EB-A01C-D49F80081FB8}" dt="2024-01-16T20:16:48.591" v="1429" actId="1076"/>
          <ac:graphicFrameMkLst>
            <pc:docMk/>
            <pc:sldMk cId="2428390952" sldId="257"/>
            <ac:graphicFrameMk id="4" creationId="{9DBDE645-54AE-943A-FC93-B07737B39EB4}"/>
          </ac:graphicFrameMkLst>
        </pc:graphicFrameChg>
        <pc:graphicFrameChg chg="del mod">
          <ac:chgData name="Subir Parida" userId="5adae42a5ff17c16" providerId="LiveId" clId="{DC17960A-AB11-49EB-A01C-D49F80081FB8}" dt="2024-01-17T05:13:13.004" v="1623" actId="478"/>
          <ac:graphicFrameMkLst>
            <pc:docMk/>
            <pc:sldMk cId="2428390952" sldId="257"/>
            <ac:graphicFrameMk id="5" creationId="{B542B676-1E3C-CCF4-E91F-9A7C7FF0DF99}"/>
          </ac:graphicFrameMkLst>
        </pc:graphicFrameChg>
      </pc:sldChg>
      <pc:sldChg chg="modSp del mod">
        <pc:chgData name="Subir Parida" userId="5adae42a5ff17c16" providerId="LiveId" clId="{DC17960A-AB11-49EB-A01C-D49F80081FB8}" dt="2024-01-16T20:14:05.531" v="1425" actId="2696"/>
        <pc:sldMkLst>
          <pc:docMk/>
          <pc:sldMk cId="104386090" sldId="258"/>
        </pc:sldMkLst>
        <pc:spChg chg="mod">
          <ac:chgData name="Subir Parida" userId="5adae42a5ff17c16" providerId="LiveId" clId="{DC17960A-AB11-49EB-A01C-D49F80081FB8}" dt="2024-01-16T20:09:19.683" v="1354" actId="20577"/>
          <ac:spMkLst>
            <pc:docMk/>
            <pc:sldMk cId="104386090" sldId="258"/>
            <ac:spMk id="6" creationId="{00000000-0000-0000-0000-000000000000}"/>
          </ac:spMkLst>
        </pc:spChg>
      </pc:sldChg>
      <pc:sldChg chg="delSp modSp add mod">
        <pc:chgData name="Subir Parida" userId="5adae42a5ff17c16" providerId="LiveId" clId="{DC17960A-AB11-49EB-A01C-D49F80081FB8}" dt="2024-01-16T20:20:32.960" v="1509" actId="1036"/>
        <pc:sldMkLst>
          <pc:docMk/>
          <pc:sldMk cId="1516520951" sldId="258"/>
        </pc:sldMkLst>
        <pc:graphicFrameChg chg="mod">
          <ac:chgData name="Subir Parida" userId="5adae42a5ff17c16" providerId="LiveId" clId="{DC17960A-AB11-49EB-A01C-D49F80081FB8}" dt="2024-01-16T20:20:25.894" v="1500" actId="1037"/>
          <ac:graphicFrameMkLst>
            <pc:docMk/>
            <pc:sldMk cId="1516520951" sldId="258"/>
            <ac:graphicFrameMk id="2" creationId="{00000000-0000-0000-0000-000000000000}"/>
          </ac:graphicFrameMkLst>
        </pc:graphicFrameChg>
        <pc:graphicFrameChg chg="mod">
          <ac:chgData name="Subir Parida" userId="5adae42a5ff17c16" providerId="LiveId" clId="{DC17960A-AB11-49EB-A01C-D49F80081FB8}" dt="2024-01-16T20:20:22.068" v="1490" actId="1037"/>
          <ac:graphicFrameMkLst>
            <pc:docMk/>
            <pc:sldMk cId="1516520951" sldId="258"/>
            <ac:graphicFrameMk id="3" creationId="{00000000-0000-0000-0000-000000000000}"/>
          </ac:graphicFrameMkLst>
        </pc:graphicFrameChg>
        <pc:graphicFrameChg chg="mod">
          <ac:chgData name="Subir Parida" userId="5adae42a5ff17c16" providerId="LiveId" clId="{DC17960A-AB11-49EB-A01C-D49F80081FB8}" dt="2024-01-16T20:20:32.960" v="1509" actId="1036"/>
          <ac:graphicFrameMkLst>
            <pc:docMk/>
            <pc:sldMk cId="1516520951" sldId="258"/>
            <ac:graphicFrameMk id="4" creationId="{00000000-0000-0000-0000-000000000000}"/>
          </ac:graphicFrameMkLst>
        </pc:graphicFrameChg>
        <pc:graphicFrameChg chg="del">
          <ac:chgData name="Subir Parida" userId="5adae42a5ff17c16" providerId="LiveId" clId="{DC17960A-AB11-49EB-A01C-D49F80081FB8}" dt="2024-01-16T20:19:56.186" v="1474" actId="478"/>
          <ac:graphicFrameMkLst>
            <pc:docMk/>
            <pc:sldMk cId="1516520951" sldId="258"/>
            <ac:graphicFrameMk id="5" creationId="{00000000-0000-0000-0000-000000000000}"/>
          </ac:graphicFrameMkLst>
        </pc:graphicFrameChg>
      </pc:sldChg>
      <pc:sldChg chg="ord">
        <pc:chgData name="Subir Parida" userId="5adae42a5ff17c16" providerId="LiveId" clId="{DC17960A-AB11-49EB-A01C-D49F80081FB8}" dt="2024-01-09T16:57:18.093" v="214"/>
        <pc:sldMkLst>
          <pc:docMk/>
          <pc:sldMk cId="1723193605" sldId="260"/>
        </pc:sldMkLst>
      </pc:sldChg>
      <pc:sldChg chg="add">
        <pc:chgData name="Subir Parida" userId="5adae42a5ff17c16" providerId="LiveId" clId="{DC17960A-AB11-49EB-A01C-D49F80081FB8}" dt="2024-01-16T20:14:14.924" v="1426"/>
        <pc:sldMkLst>
          <pc:docMk/>
          <pc:sldMk cId="705089242" sldId="266"/>
        </pc:sldMkLst>
      </pc:sldChg>
      <pc:sldChg chg="addSp modSp del mod">
        <pc:chgData name="Subir Parida" userId="5adae42a5ff17c16" providerId="LiveId" clId="{DC17960A-AB11-49EB-A01C-D49F80081FB8}" dt="2024-01-16T20:14:05.531" v="1425" actId="2696"/>
        <pc:sldMkLst>
          <pc:docMk/>
          <pc:sldMk cId="3372810305" sldId="266"/>
        </pc:sldMkLst>
        <pc:spChg chg="mod">
          <ac:chgData name="Subir Parida" userId="5adae42a5ff17c16" providerId="LiveId" clId="{DC17960A-AB11-49EB-A01C-D49F80081FB8}" dt="2024-01-12T11:57:25.881" v="486" actId="1036"/>
          <ac:spMkLst>
            <pc:docMk/>
            <pc:sldMk cId="3372810305" sldId="266"/>
            <ac:spMk id="2" creationId="{3E9D79FD-A769-160B-BDE9-9AC8DA62A8AE}"/>
          </ac:spMkLst>
        </pc:spChg>
        <pc:spChg chg="add mod">
          <ac:chgData name="Subir Parida" userId="5adae42a5ff17c16" providerId="LiveId" clId="{DC17960A-AB11-49EB-A01C-D49F80081FB8}" dt="2024-01-12T11:58:44.218" v="534" actId="164"/>
          <ac:spMkLst>
            <pc:docMk/>
            <pc:sldMk cId="3372810305" sldId="266"/>
            <ac:spMk id="8" creationId="{5D057EB8-706F-381B-18A7-C5D2A33C8B64}"/>
          </ac:spMkLst>
        </pc:spChg>
        <pc:spChg chg="add mod">
          <ac:chgData name="Subir Parida" userId="5adae42a5ff17c16" providerId="LiveId" clId="{DC17960A-AB11-49EB-A01C-D49F80081FB8}" dt="2024-01-12T11:58:44.218" v="534" actId="164"/>
          <ac:spMkLst>
            <pc:docMk/>
            <pc:sldMk cId="3372810305" sldId="266"/>
            <ac:spMk id="9" creationId="{CA204AE0-4E9F-504D-C287-0601159D7B94}"/>
          </ac:spMkLst>
        </pc:spChg>
        <pc:grpChg chg="add mod">
          <ac:chgData name="Subir Parida" userId="5adae42a5ff17c16" providerId="LiveId" clId="{DC17960A-AB11-49EB-A01C-D49F80081FB8}" dt="2024-01-12T11:58:44.218" v="534" actId="164"/>
          <ac:grpSpMkLst>
            <pc:docMk/>
            <pc:sldMk cId="3372810305" sldId="266"/>
            <ac:grpSpMk id="10" creationId="{32AE2ED0-15EB-CC4C-74CB-CDDC2A8CB1FE}"/>
          </ac:grpSpMkLst>
        </pc:grpChg>
        <pc:picChg chg="mod">
          <ac:chgData name="Subir Parida" userId="5adae42a5ff17c16" providerId="LiveId" clId="{DC17960A-AB11-49EB-A01C-D49F80081FB8}" dt="2024-01-12T11:59:12.560" v="568" actId="1038"/>
          <ac:picMkLst>
            <pc:docMk/>
            <pc:sldMk cId="3372810305" sldId="266"/>
            <ac:picMk id="23" creationId="{376CD0B0-4E17-E907-E28D-7A7A1C02848D}"/>
          </ac:picMkLst>
        </pc:picChg>
        <pc:picChg chg="mod">
          <ac:chgData name="Subir Parida" userId="5adae42a5ff17c16" providerId="LiveId" clId="{DC17960A-AB11-49EB-A01C-D49F80081FB8}" dt="2024-01-12T11:59:12.560" v="568" actId="1038"/>
          <ac:picMkLst>
            <pc:docMk/>
            <pc:sldMk cId="3372810305" sldId="266"/>
            <ac:picMk id="25" creationId="{CB273903-46F7-BD31-B8DF-109822072846}"/>
          </ac:picMkLst>
        </pc:picChg>
        <pc:picChg chg="mod">
          <ac:chgData name="Subir Parida" userId="5adae42a5ff17c16" providerId="LiveId" clId="{DC17960A-AB11-49EB-A01C-D49F80081FB8}" dt="2024-01-12T11:59:12.560" v="568" actId="1038"/>
          <ac:picMkLst>
            <pc:docMk/>
            <pc:sldMk cId="3372810305" sldId="266"/>
            <ac:picMk id="29" creationId="{D4B8F34F-2518-E00F-58BE-1E21C86D2D8B}"/>
          </ac:picMkLst>
        </pc:picChg>
        <pc:cxnChg chg="add mod">
          <ac:chgData name="Subir Parida" userId="5adae42a5ff17c16" providerId="LiveId" clId="{DC17960A-AB11-49EB-A01C-D49F80081FB8}" dt="2024-01-16T06:18:06.022" v="1090" actId="1036"/>
          <ac:cxnSpMkLst>
            <pc:docMk/>
            <pc:sldMk cId="3372810305" sldId="266"/>
            <ac:cxnSpMk id="4" creationId="{513E4754-8034-5689-64CC-528BABDE58AB}"/>
          </ac:cxnSpMkLst>
        </pc:cxnChg>
        <pc:cxnChg chg="add mod">
          <ac:chgData name="Subir Parida" userId="5adae42a5ff17c16" providerId="LiveId" clId="{DC17960A-AB11-49EB-A01C-D49F80081FB8}" dt="2024-01-12T11:58:44.218" v="534" actId="164"/>
          <ac:cxnSpMkLst>
            <pc:docMk/>
            <pc:sldMk cId="3372810305" sldId="266"/>
            <ac:cxnSpMk id="5" creationId="{67A57828-BCD7-335F-85BB-51EFB9942530}"/>
          </ac:cxnSpMkLst>
        </pc:cxnChg>
      </pc:sldChg>
      <pc:sldChg chg="add">
        <pc:chgData name="Subir Parida" userId="5adae42a5ff17c16" providerId="LiveId" clId="{DC17960A-AB11-49EB-A01C-D49F80081FB8}" dt="2024-01-16T20:14:14.924" v="1426"/>
        <pc:sldMkLst>
          <pc:docMk/>
          <pc:sldMk cId="1976301683" sldId="267"/>
        </pc:sldMkLst>
      </pc:sldChg>
      <pc:sldChg chg="addSp modSp del mod">
        <pc:chgData name="Subir Parida" userId="5adae42a5ff17c16" providerId="LiveId" clId="{DC17960A-AB11-49EB-A01C-D49F80081FB8}" dt="2024-01-16T20:14:05.531" v="1425" actId="2696"/>
        <pc:sldMkLst>
          <pc:docMk/>
          <pc:sldMk cId="3943825340" sldId="267"/>
        </pc:sldMkLst>
        <pc:spChg chg="mod">
          <ac:chgData name="Subir Parida" userId="5adae42a5ff17c16" providerId="LiveId" clId="{DC17960A-AB11-49EB-A01C-D49F80081FB8}" dt="2024-01-12T11:59:03.907" v="565" actId="1036"/>
          <ac:spMkLst>
            <pc:docMk/>
            <pc:sldMk cId="3943825340" sldId="267"/>
            <ac:spMk id="2" creationId="{D34349A5-D54E-7891-C998-2D3AD4335A88}"/>
          </ac:spMkLst>
        </pc:spChg>
        <pc:spChg chg="mod">
          <ac:chgData name="Subir Parida" userId="5adae42a5ff17c16" providerId="LiveId" clId="{DC17960A-AB11-49EB-A01C-D49F80081FB8}" dt="2024-01-12T11:58:49.796" v="535"/>
          <ac:spMkLst>
            <pc:docMk/>
            <pc:sldMk cId="3943825340" sldId="267"/>
            <ac:spMk id="6" creationId="{B633B4EE-F7E9-C810-742F-B54E03D0DB3D}"/>
          </ac:spMkLst>
        </pc:spChg>
        <pc:spChg chg="mod">
          <ac:chgData name="Subir Parida" userId="5adae42a5ff17c16" providerId="LiveId" clId="{DC17960A-AB11-49EB-A01C-D49F80081FB8}" dt="2024-01-12T11:58:49.796" v="535"/>
          <ac:spMkLst>
            <pc:docMk/>
            <pc:sldMk cId="3943825340" sldId="267"/>
            <ac:spMk id="7" creationId="{D1B22791-41E3-5299-C33B-90136FCD9426}"/>
          </ac:spMkLst>
        </pc:spChg>
        <pc:grpChg chg="add mod">
          <ac:chgData name="Subir Parida" userId="5adae42a5ff17c16" providerId="LiveId" clId="{DC17960A-AB11-49EB-A01C-D49F80081FB8}" dt="2024-01-12T11:58:49.796" v="535"/>
          <ac:grpSpMkLst>
            <pc:docMk/>
            <pc:sldMk cId="3943825340" sldId="267"/>
            <ac:grpSpMk id="3" creationId="{61F15B93-2393-71CF-DB0B-D4705CFD5EFF}"/>
          </ac:grpSpMkLst>
        </pc:grpChg>
        <pc:picChg chg="mod">
          <ac:chgData name="Subir Parida" userId="5adae42a5ff17c16" providerId="LiveId" clId="{DC17960A-AB11-49EB-A01C-D49F80081FB8}" dt="2024-01-12T11:59:03.907" v="565" actId="1036"/>
          <ac:picMkLst>
            <pc:docMk/>
            <pc:sldMk cId="3943825340" sldId="267"/>
            <ac:picMk id="19" creationId="{409B9D2E-C7BF-B13C-5E07-4A8ADD4EFEF4}"/>
          </ac:picMkLst>
        </pc:picChg>
        <pc:picChg chg="mod">
          <ac:chgData name="Subir Parida" userId="5adae42a5ff17c16" providerId="LiveId" clId="{DC17960A-AB11-49EB-A01C-D49F80081FB8}" dt="2024-01-12T11:59:03.907" v="565" actId="1036"/>
          <ac:picMkLst>
            <pc:docMk/>
            <pc:sldMk cId="3943825340" sldId="267"/>
            <ac:picMk id="21" creationId="{2546FF08-55F1-ADBA-162D-516AFBFC0135}"/>
          </ac:picMkLst>
        </pc:picChg>
        <pc:picChg chg="mod">
          <ac:chgData name="Subir Parida" userId="5adae42a5ff17c16" providerId="LiveId" clId="{DC17960A-AB11-49EB-A01C-D49F80081FB8}" dt="2024-01-12T11:59:03.907" v="565" actId="1036"/>
          <ac:picMkLst>
            <pc:docMk/>
            <pc:sldMk cId="3943825340" sldId="267"/>
            <ac:picMk id="27" creationId="{AAA37BD6-B888-CA1A-7FED-ED6536F64EC7}"/>
          </ac:picMkLst>
        </pc:picChg>
        <pc:cxnChg chg="mod">
          <ac:chgData name="Subir Parida" userId="5adae42a5ff17c16" providerId="LiveId" clId="{DC17960A-AB11-49EB-A01C-D49F80081FB8}" dt="2024-01-16T06:18:17.367" v="1101" actId="14100"/>
          <ac:cxnSpMkLst>
            <pc:docMk/>
            <pc:sldMk cId="3943825340" sldId="267"/>
            <ac:cxnSpMk id="4" creationId="{168FDAFD-55D3-ED79-6A0E-596B43545E47}"/>
          </ac:cxnSpMkLst>
        </pc:cxnChg>
        <pc:cxnChg chg="mod">
          <ac:chgData name="Subir Parida" userId="5adae42a5ff17c16" providerId="LiveId" clId="{DC17960A-AB11-49EB-A01C-D49F80081FB8}" dt="2024-01-12T11:58:49.796" v="535"/>
          <ac:cxnSpMkLst>
            <pc:docMk/>
            <pc:sldMk cId="3943825340" sldId="267"/>
            <ac:cxnSpMk id="5" creationId="{541A3AE6-FD2D-1EAE-98CC-C3D6DD3EAC04}"/>
          </ac:cxnSpMkLst>
        </pc:cxnChg>
      </pc:sldChg>
      <pc:sldChg chg="modSp del mod">
        <pc:chgData name="Subir Parida" userId="5adae42a5ff17c16" providerId="LiveId" clId="{DC17960A-AB11-49EB-A01C-D49F80081FB8}" dt="2024-01-16T20:14:05.531" v="1425" actId="2696"/>
        <pc:sldMkLst>
          <pc:docMk/>
          <pc:sldMk cId="192496337" sldId="268"/>
        </pc:sldMkLst>
        <pc:spChg chg="mod">
          <ac:chgData name="Subir Parida" userId="5adae42a5ff17c16" providerId="LiveId" clId="{DC17960A-AB11-49EB-A01C-D49F80081FB8}" dt="2024-01-16T20:09:38.183" v="1357" actId="20577"/>
          <ac:spMkLst>
            <pc:docMk/>
            <pc:sldMk cId="192496337" sldId="268"/>
            <ac:spMk id="6" creationId="{00000000-0000-0000-0000-000000000000}"/>
          </ac:spMkLst>
        </pc:spChg>
      </pc:sldChg>
      <pc:sldChg chg="delSp modSp add mod">
        <pc:chgData name="Subir Parida" userId="5adae42a5ff17c16" providerId="LiveId" clId="{DC17960A-AB11-49EB-A01C-D49F80081FB8}" dt="2024-01-16T20:21:04.989" v="1518" actId="1036"/>
        <pc:sldMkLst>
          <pc:docMk/>
          <pc:sldMk cId="1164543401" sldId="268"/>
        </pc:sldMkLst>
        <pc:graphicFrameChg chg="mod">
          <ac:chgData name="Subir Parida" userId="5adae42a5ff17c16" providerId="LiveId" clId="{DC17960A-AB11-49EB-A01C-D49F80081FB8}" dt="2024-01-16T20:21:04.989" v="1518" actId="1036"/>
          <ac:graphicFrameMkLst>
            <pc:docMk/>
            <pc:sldMk cId="1164543401" sldId="268"/>
            <ac:graphicFrameMk id="3" creationId="{00000000-0000-0000-0000-000000000000}"/>
          </ac:graphicFrameMkLst>
        </pc:graphicFrameChg>
        <pc:graphicFrameChg chg="mod">
          <ac:chgData name="Subir Parida" userId="5adae42a5ff17c16" providerId="LiveId" clId="{DC17960A-AB11-49EB-A01C-D49F80081FB8}" dt="2024-01-16T20:20:54.873" v="1511" actId="1076"/>
          <ac:graphicFrameMkLst>
            <pc:docMk/>
            <pc:sldMk cId="1164543401" sldId="268"/>
            <ac:graphicFrameMk id="4" creationId="{00000000-0000-0000-0000-000000000000}"/>
          </ac:graphicFrameMkLst>
        </pc:graphicFrameChg>
        <pc:graphicFrameChg chg="del">
          <ac:chgData name="Subir Parida" userId="5adae42a5ff17c16" providerId="LiveId" clId="{DC17960A-AB11-49EB-A01C-D49F80081FB8}" dt="2024-01-16T20:20:45.843" v="1510" actId="478"/>
          <ac:graphicFrameMkLst>
            <pc:docMk/>
            <pc:sldMk cId="1164543401" sldId="268"/>
            <ac:graphicFrameMk id="7" creationId="{00000000-0000-0000-0000-000000000000}"/>
          </ac:graphicFrameMkLst>
        </pc:graphicFrameChg>
      </pc:sldChg>
      <pc:sldChg chg="addSp delSp modSp mod">
        <pc:chgData name="Subir Parida" userId="5adae42a5ff17c16" providerId="LiveId" clId="{DC17960A-AB11-49EB-A01C-D49F80081FB8}" dt="2024-01-16T07:10:05.921" v="1337" actId="1035"/>
        <pc:sldMkLst>
          <pc:docMk/>
          <pc:sldMk cId="1612788987" sldId="269"/>
        </pc:sldMkLst>
        <pc:spChg chg="add mod">
          <ac:chgData name="Subir Parida" userId="5adae42a5ff17c16" providerId="LiveId" clId="{DC17960A-AB11-49EB-A01C-D49F80081FB8}" dt="2024-01-16T07:05:14.562" v="1159"/>
          <ac:spMkLst>
            <pc:docMk/>
            <pc:sldMk cId="1612788987" sldId="269"/>
            <ac:spMk id="2" creationId="{A8D1C767-C315-8355-C1A0-28D903CDB5D3}"/>
          </ac:spMkLst>
        </pc:spChg>
        <pc:spChg chg="add mod">
          <ac:chgData name="Subir Parida" userId="5adae42a5ff17c16" providerId="LiveId" clId="{DC17960A-AB11-49EB-A01C-D49F80081FB8}" dt="2024-01-16T07:05:14.562" v="1159"/>
          <ac:spMkLst>
            <pc:docMk/>
            <pc:sldMk cId="1612788987" sldId="269"/>
            <ac:spMk id="4" creationId="{4B12E2EC-0DB2-4F6E-8291-F42301E4B392}"/>
          </ac:spMkLst>
        </pc:spChg>
        <pc:spChg chg="add mod">
          <ac:chgData name="Subir Parida" userId="5adae42a5ff17c16" providerId="LiveId" clId="{DC17960A-AB11-49EB-A01C-D49F80081FB8}" dt="2024-01-16T07:07:36.956" v="1306" actId="1076"/>
          <ac:spMkLst>
            <pc:docMk/>
            <pc:sldMk cId="1612788987" sldId="269"/>
            <ac:spMk id="5" creationId="{1BFDDB0B-860B-8625-D320-37E01ED40754}"/>
          </ac:spMkLst>
        </pc:spChg>
        <pc:spChg chg="del">
          <ac:chgData name="Subir Parida" userId="5adae42a5ff17c16" providerId="LiveId" clId="{DC17960A-AB11-49EB-A01C-D49F80081FB8}" dt="2024-01-16T07:05:13.478" v="1158" actId="478"/>
          <ac:spMkLst>
            <pc:docMk/>
            <pc:sldMk cId="1612788987" sldId="269"/>
            <ac:spMk id="7" creationId="{99AEC536-685B-CB4B-881D-793135E5DD7C}"/>
          </ac:spMkLst>
        </pc:spChg>
        <pc:spChg chg="del">
          <ac:chgData name="Subir Parida" userId="5adae42a5ff17c16" providerId="LiveId" clId="{DC17960A-AB11-49EB-A01C-D49F80081FB8}" dt="2024-01-16T07:05:13.478" v="1158" actId="478"/>
          <ac:spMkLst>
            <pc:docMk/>
            <pc:sldMk cId="1612788987" sldId="269"/>
            <ac:spMk id="8" creationId="{9392F3DA-F88A-6284-9F77-EF5A3D7585AF}"/>
          </ac:spMkLst>
        </pc:spChg>
        <pc:spChg chg="add mod">
          <ac:chgData name="Subir Parida" userId="5adae42a5ff17c16" providerId="LiveId" clId="{DC17960A-AB11-49EB-A01C-D49F80081FB8}" dt="2024-01-16T07:05:14.562" v="1159"/>
          <ac:spMkLst>
            <pc:docMk/>
            <pc:sldMk cId="1612788987" sldId="269"/>
            <ac:spMk id="10" creationId="{04BA6A61-6639-88E9-1B73-523A166AC0A8}"/>
          </ac:spMkLst>
        </pc:spChg>
        <pc:graphicFrameChg chg="mod">
          <ac:chgData name="Subir Parida" userId="5adae42a5ff17c16" providerId="LiveId" clId="{DC17960A-AB11-49EB-A01C-D49F80081FB8}" dt="2024-01-16T07:05:30.557" v="1191" actId="1037"/>
          <ac:graphicFrameMkLst>
            <pc:docMk/>
            <pc:sldMk cId="1612788987" sldId="269"/>
            <ac:graphicFrameMk id="3" creationId="{AFCF22D5-60FF-4E1B-37F0-CB068F82D16F}"/>
          </ac:graphicFrameMkLst>
        </pc:graphicFrameChg>
        <pc:graphicFrameChg chg="mod">
          <ac:chgData name="Subir Parida" userId="5adae42a5ff17c16" providerId="LiveId" clId="{DC17960A-AB11-49EB-A01C-D49F80081FB8}" dt="2024-01-16T07:05:30.557" v="1191" actId="1037"/>
          <ac:graphicFrameMkLst>
            <pc:docMk/>
            <pc:sldMk cId="1612788987" sldId="269"/>
            <ac:graphicFrameMk id="9" creationId="{00000000-0000-0000-0000-000000000000}"/>
          </ac:graphicFrameMkLst>
        </pc:graphicFrameChg>
        <pc:graphicFrameChg chg="add mod">
          <ac:chgData name="Subir Parida" userId="5adae42a5ff17c16" providerId="LiveId" clId="{DC17960A-AB11-49EB-A01C-D49F80081FB8}" dt="2024-01-16T07:10:05.921" v="1337" actId="1035"/>
          <ac:graphicFrameMkLst>
            <pc:docMk/>
            <pc:sldMk cId="1612788987" sldId="269"/>
            <ac:graphicFrameMk id="11" creationId="{F7FC9DA5-81CE-DB49-599C-2CC8EDD797C1}"/>
          </ac:graphicFrameMkLst>
        </pc:graphicFrameChg>
      </pc:sldChg>
      <pc:sldChg chg="addSp delSp modSp mod">
        <pc:chgData name="Subir Parida" userId="5adae42a5ff17c16" providerId="LiveId" clId="{DC17960A-AB11-49EB-A01C-D49F80081FB8}" dt="2024-01-16T07:09:25.162" v="1324" actId="1076"/>
        <pc:sldMkLst>
          <pc:docMk/>
          <pc:sldMk cId="3297854690" sldId="270"/>
        </pc:sldMkLst>
        <pc:spChg chg="add mod">
          <ac:chgData name="Subir Parida" userId="5adae42a5ff17c16" providerId="LiveId" clId="{DC17960A-AB11-49EB-A01C-D49F80081FB8}" dt="2024-01-16T07:06:16.420" v="1213" actId="1038"/>
          <ac:spMkLst>
            <pc:docMk/>
            <pc:sldMk cId="3297854690" sldId="270"/>
            <ac:spMk id="2" creationId="{CDB1AA91-9D05-7D9D-A129-A793E48A19D3}"/>
          </ac:spMkLst>
        </pc:spChg>
        <pc:spChg chg="add mod">
          <ac:chgData name="Subir Parida" userId="5adae42a5ff17c16" providerId="LiveId" clId="{DC17960A-AB11-49EB-A01C-D49F80081FB8}" dt="2024-01-16T07:06:16.420" v="1213" actId="1038"/>
          <ac:spMkLst>
            <pc:docMk/>
            <pc:sldMk cId="3297854690" sldId="270"/>
            <ac:spMk id="3" creationId="{190C95D3-A300-2D36-236B-FE923009B242}"/>
          </ac:spMkLst>
        </pc:spChg>
        <pc:spChg chg="del">
          <ac:chgData name="Subir Parida" userId="5adae42a5ff17c16" providerId="LiveId" clId="{DC17960A-AB11-49EB-A01C-D49F80081FB8}" dt="2024-01-16T07:05:59.422" v="1194" actId="478"/>
          <ac:spMkLst>
            <pc:docMk/>
            <pc:sldMk cId="3297854690" sldId="270"/>
            <ac:spMk id="4" creationId="{3FC781FC-9E23-6FAB-684E-75B679DCA137}"/>
          </ac:spMkLst>
        </pc:spChg>
        <pc:spChg chg="del">
          <ac:chgData name="Subir Parida" userId="5adae42a5ff17c16" providerId="LiveId" clId="{DC17960A-AB11-49EB-A01C-D49F80081FB8}" dt="2024-01-16T07:05:54.233" v="1192" actId="478"/>
          <ac:spMkLst>
            <pc:docMk/>
            <pc:sldMk cId="3297854690" sldId="270"/>
            <ac:spMk id="7" creationId="{47309465-41DD-7AC9-C1CC-F8E484E5A01A}"/>
          </ac:spMkLst>
        </pc:spChg>
        <pc:spChg chg="add mod">
          <ac:chgData name="Subir Parida" userId="5adae42a5ff17c16" providerId="LiveId" clId="{DC17960A-AB11-49EB-A01C-D49F80081FB8}" dt="2024-01-16T07:07:26.740" v="1301" actId="1035"/>
          <ac:spMkLst>
            <pc:docMk/>
            <pc:sldMk cId="3297854690" sldId="270"/>
            <ac:spMk id="9" creationId="{A1FD54E0-5EAB-32C4-D26F-80313DB29E6E}"/>
          </ac:spMkLst>
        </pc:spChg>
        <pc:spChg chg="add mod">
          <ac:chgData name="Subir Parida" userId="5adae42a5ff17c16" providerId="LiveId" clId="{DC17960A-AB11-49EB-A01C-D49F80081FB8}" dt="2024-01-16T07:07:26.740" v="1301" actId="1035"/>
          <ac:spMkLst>
            <pc:docMk/>
            <pc:sldMk cId="3297854690" sldId="270"/>
            <ac:spMk id="10" creationId="{751F1AA7-FC77-B88D-424C-B1229B3ABB9C}"/>
          </ac:spMkLst>
        </pc:spChg>
        <pc:graphicFrameChg chg="mod">
          <ac:chgData name="Subir Parida" userId="5adae42a5ff17c16" providerId="LiveId" clId="{DC17960A-AB11-49EB-A01C-D49F80081FB8}" dt="2024-01-16T07:06:24.764" v="1246" actId="1038"/>
          <ac:graphicFrameMkLst>
            <pc:docMk/>
            <pc:sldMk cId="3297854690" sldId="270"/>
            <ac:graphicFrameMk id="5" creationId="{88B88DA9-602E-2E6D-B5D4-0BB2FD7CDA7D}"/>
          </ac:graphicFrameMkLst>
        </pc:graphicFrameChg>
        <pc:graphicFrameChg chg="mod">
          <ac:chgData name="Subir Parida" userId="5adae42a5ff17c16" providerId="LiveId" clId="{DC17960A-AB11-49EB-A01C-D49F80081FB8}" dt="2024-01-16T07:06:30.352" v="1277" actId="1038"/>
          <ac:graphicFrameMkLst>
            <pc:docMk/>
            <pc:sldMk cId="3297854690" sldId="270"/>
            <ac:graphicFrameMk id="8" creationId="{00000000-0000-0000-0000-000000000000}"/>
          </ac:graphicFrameMkLst>
        </pc:graphicFrameChg>
        <pc:graphicFrameChg chg="add mod">
          <ac:chgData name="Subir Parida" userId="5adae42a5ff17c16" providerId="LiveId" clId="{DC17960A-AB11-49EB-A01C-D49F80081FB8}" dt="2024-01-16T07:09:25.162" v="1324" actId="1076"/>
          <ac:graphicFrameMkLst>
            <pc:docMk/>
            <pc:sldMk cId="3297854690" sldId="270"/>
            <ac:graphicFrameMk id="11" creationId="{6B8B626B-93AC-255F-17EC-EC7246FDBA6C}"/>
          </ac:graphicFrameMkLst>
        </pc:graphicFrameChg>
      </pc:sldChg>
      <pc:sldChg chg="addSp delSp modSp mod">
        <pc:chgData name="Subir Parida" userId="5adae42a5ff17c16" providerId="LiveId" clId="{DC17960A-AB11-49EB-A01C-D49F80081FB8}" dt="2024-01-16T07:08:57.972" v="1320" actId="1035"/>
        <pc:sldMkLst>
          <pc:docMk/>
          <pc:sldMk cId="1898457868" sldId="271"/>
        </pc:sldMkLst>
        <pc:spChg chg="add mod">
          <ac:chgData name="Subir Parida" userId="5adae42a5ff17c16" providerId="LiveId" clId="{DC17960A-AB11-49EB-A01C-D49F80081FB8}" dt="2024-01-16T07:08:04.613" v="1308"/>
          <ac:spMkLst>
            <pc:docMk/>
            <pc:sldMk cId="1898457868" sldId="271"/>
            <ac:spMk id="2" creationId="{6067D91F-1DF0-7A9F-2D77-3379ACE9C45D}"/>
          </ac:spMkLst>
        </pc:spChg>
        <pc:spChg chg="add mod">
          <ac:chgData name="Subir Parida" userId="5adae42a5ff17c16" providerId="LiveId" clId="{DC17960A-AB11-49EB-A01C-D49F80081FB8}" dt="2024-01-16T07:08:04.613" v="1308"/>
          <ac:spMkLst>
            <pc:docMk/>
            <pc:sldMk cId="1898457868" sldId="271"/>
            <ac:spMk id="3" creationId="{FDCCD43C-C22D-EE3A-FAEF-969F0DD3B8DA}"/>
          </ac:spMkLst>
        </pc:spChg>
        <pc:spChg chg="del">
          <ac:chgData name="Subir Parida" userId="5adae42a5ff17c16" providerId="LiveId" clId="{DC17960A-AB11-49EB-A01C-D49F80081FB8}" dt="2024-01-16T07:08:03.435" v="1307" actId="478"/>
          <ac:spMkLst>
            <pc:docMk/>
            <pc:sldMk cId="1898457868" sldId="271"/>
            <ac:spMk id="5" creationId="{A7639D00-BE63-9382-2C4B-4F260916EE1D}"/>
          </ac:spMkLst>
        </pc:spChg>
        <pc:spChg chg="del">
          <ac:chgData name="Subir Parida" userId="5adae42a5ff17c16" providerId="LiveId" clId="{DC17960A-AB11-49EB-A01C-D49F80081FB8}" dt="2024-01-16T07:08:03.435" v="1307" actId="478"/>
          <ac:spMkLst>
            <pc:docMk/>
            <pc:sldMk cId="1898457868" sldId="271"/>
            <ac:spMk id="7" creationId="{6D141A10-DE24-7A5B-DA05-B9E20E5B7C8B}"/>
          </ac:spMkLst>
        </pc:spChg>
        <pc:spChg chg="add mod">
          <ac:chgData name="Subir Parida" userId="5adae42a5ff17c16" providerId="LiveId" clId="{DC17960A-AB11-49EB-A01C-D49F80081FB8}" dt="2024-01-16T07:08:57.972" v="1320" actId="1035"/>
          <ac:spMkLst>
            <pc:docMk/>
            <pc:sldMk cId="1898457868" sldId="271"/>
            <ac:spMk id="9" creationId="{B8F726E2-5ACE-EF19-1C3B-7915021417F6}"/>
          </ac:spMkLst>
        </pc:spChg>
        <pc:spChg chg="add mod">
          <ac:chgData name="Subir Parida" userId="5adae42a5ff17c16" providerId="LiveId" clId="{DC17960A-AB11-49EB-A01C-D49F80081FB8}" dt="2024-01-16T07:08:57.972" v="1320" actId="1035"/>
          <ac:spMkLst>
            <pc:docMk/>
            <pc:sldMk cId="1898457868" sldId="271"/>
            <ac:spMk id="10" creationId="{0D632060-2462-8181-8B7E-040DFD86C6E4}"/>
          </ac:spMkLst>
        </pc:spChg>
        <pc:graphicFrameChg chg="mod">
          <ac:chgData name="Subir Parida" userId="5adae42a5ff17c16" providerId="LiveId" clId="{DC17960A-AB11-49EB-A01C-D49F80081FB8}" dt="2024-01-16T07:08:13.460" v="1309" actId="1076"/>
          <ac:graphicFrameMkLst>
            <pc:docMk/>
            <pc:sldMk cId="1898457868" sldId="271"/>
            <ac:graphicFrameMk id="4" creationId="{04D4D283-FD59-2BDE-7AAC-2652E7AF583D}"/>
          </ac:graphicFrameMkLst>
        </pc:graphicFrameChg>
        <pc:graphicFrameChg chg="mod">
          <ac:chgData name="Subir Parida" userId="5adae42a5ff17c16" providerId="LiveId" clId="{DC17960A-AB11-49EB-A01C-D49F80081FB8}" dt="2024-01-16T07:08:18.445" v="1310" actId="1076"/>
          <ac:graphicFrameMkLst>
            <pc:docMk/>
            <pc:sldMk cId="1898457868" sldId="271"/>
            <ac:graphicFrameMk id="8" creationId="{00000000-0000-0000-0000-000000000000}"/>
          </ac:graphicFrameMkLst>
        </pc:graphicFrameChg>
        <pc:graphicFrameChg chg="add mod">
          <ac:chgData name="Subir Parida" userId="5adae42a5ff17c16" providerId="LiveId" clId="{DC17960A-AB11-49EB-A01C-D49F80081FB8}" dt="2024-01-16T07:08:52.491" v="1315" actId="1076"/>
          <ac:graphicFrameMkLst>
            <pc:docMk/>
            <pc:sldMk cId="1898457868" sldId="271"/>
            <ac:graphicFrameMk id="11" creationId="{860E5FC9-8BF4-244D-5DCE-2D64DA164DB1}"/>
          </ac:graphicFrameMkLst>
        </pc:graphicFrameChg>
      </pc:sldChg>
      <pc:sldChg chg="addSp delSp modSp mod">
        <pc:chgData name="Subir Parida" userId="5adae42a5ff17c16" providerId="LiveId" clId="{DC17960A-AB11-49EB-A01C-D49F80081FB8}" dt="2024-01-16T20:17:42.398" v="1435" actId="1076"/>
        <pc:sldMkLst>
          <pc:docMk/>
          <pc:sldMk cId="3620240384" sldId="272"/>
        </pc:sldMkLst>
        <pc:spChg chg="mod">
          <ac:chgData name="Subir Parida" userId="5adae42a5ff17c16" providerId="LiveId" clId="{DC17960A-AB11-49EB-A01C-D49F80081FB8}" dt="2024-01-16T20:08:38.962" v="1349" actId="20577"/>
          <ac:spMkLst>
            <pc:docMk/>
            <pc:sldMk cId="3620240384" sldId="272"/>
            <ac:spMk id="6" creationId="{00000000-0000-0000-0000-000000000000}"/>
          </ac:spMkLst>
        </pc:spChg>
        <pc:graphicFrameChg chg="add mod">
          <ac:chgData name="Subir Parida" userId="5adae42a5ff17c16" providerId="LiveId" clId="{DC17960A-AB11-49EB-A01C-D49F80081FB8}" dt="2024-01-16T20:17:28.972" v="1434" actId="1076"/>
          <ac:graphicFrameMkLst>
            <pc:docMk/>
            <pc:sldMk cId="3620240384" sldId="272"/>
            <ac:graphicFrameMk id="2" creationId="{CED6D29F-2C8B-11C3-BA74-36D4FC3E440E}"/>
          </ac:graphicFrameMkLst>
        </pc:graphicFrameChg>
        <pc:graphicFrameChg chg="mod">
          <ac:chgData name="Subir Parida" userId="5adae42a5ff17c16" providerId="LiveId" clId="{DC17960A-AB11-49EB-A01C-D49F80081FB8}" dt="2024-01-16T20:17:42.398" v="1435" actId="1076"/>
          <ac:graphicFrameMkLst>
            <pc:docMk/>
            <pc:sldMk cId="3620240384" sldId="272"/>
            <ac:graphicFrameMk id="7" creationId="{A4E02CF3-7672-3529-8EDF-E0594069C58D}"/>
          </ac:graphicFrameMkLst>
        </pc:graphicFrameChg>
        <pc:graphicFrameChg chg="del mod">
          <ac:chgData name="Subir Parida" userId="5adae42a5ff17c16" providerId="LiveId" clId="{DC17960A-AB11-49EB-A01C-D49F80081FB8}" dt="2024-01-16T06:17:36.070" v="1075" actId="478"/>
          <ac:graphicFrameMkLst>
            <pc:docMk/>
            <pc:sldMk cId="3620240384" sldId="272"/>
            <ac:graphicFrameMk id="8" creationId="{014EE1FC-AE90-8C2E-A6B3-E89399812C6E}"/>
          </ac:graphicFrameMkLst>
        </pc:graphicFrameChg>
        <pc:graphicFrameChg chg="add del">
          <ac:chgData name="Subir Parida" userId="5adae42a5ff17c16" providerId="LiveId" clId="{DC17960A-AB11-49EB-A01C-D49F80081FB8}" dt="2024-01-16T20:17:19.023" v="1433" actId="478"/>
          <ac:graphicFrameMkLst>
            <pc:docMk/>
            <pc:sldMk cId="3620240384" sldId="272"/>
            <ac:graphicFrameMk id="9" creationId="{7D70D8A6-E68B-0F87-9E83-CE2C79EA26C3}"/>
          </ac:graphicFrameMkLst>
        </pc:graphicFrameChg>
      </pc:sldChg>
      <pc:sldChg chg="del">
        <pc:chgData name="Subir Parida" userId="5adae42a5ff17c16" providerId="LiveId" clId="{DC17960A-AB11-49EB-A01C-D49F80081FB8}" dt="2024-01-16T20:14:05.531" v="1425" actId="2696"/>
        <pc:sldMkLst>
          <pc:docMk/>
          <pc:sldMk cId="889665732" sldId="273"/>
        </pc:sldMkLst>
      </pc:sldChg>
      <pc:sldChg chg="add">
        <pc:chgData name="Subir Parida" userId="5adae42a5ff17c16" providerId="LiveId" clId="{DC17960A-AB11-49EB-A01C-D49F80081FB8}" dt="2024-01-16T20:14:14.924" v="1426"/>
        <pc:sldMkLst>
          <pc:docMk/>
          <pc:sldMk cId="2570246624" sldId="273"/>
        </pc:sldMkLst>
      </pc:sldChg>
      <pc:sldChg chg="add">
        <pc:chgData name="Subir Parida" userId="5adae42a5ff17c16" providerId="LiveId" clId="{DC17960A-AB11-49EB-A01C-D49F80081FB8}" dt="2024-01-17T05:04:24.541" v="1619"/>
        <pc:sldMkLst>
          <pc:docMk/>
          <pc:sldMk cId="978975982" sldId="274"/>
        </pc:sldMkLst>
      </pc:sldChg>
      <pc:sldChg chg="addSp delSp modSp del mod">
        <pc:chgData name="Subir Parida" userId="5adae42a5ff17c16" providerId="LiveId" clId="{DC17960A-AB11-49EB-A01C-D49F80081FB8}" dt="2024-01-17T05:04:18.458" v="1618" actId="2696"/>
        <pc:sldMkLst>
          <pc:docMk/>
          <pc:sldMk cId="3322538773" sldId="274"/>
        </pc:sldMkLst>
        <pc:spChg chg="del">
          <ac:chgData name="Subir Parida" userId="5adae42a5ff17c16" providerId="LiveId" clId="{DC17960A-AB11-49EB-A01C-D49F80081FB8}" dt="2024-01-17T05:00:26.591" v="1520" actId="478"/>
          <ac:spMkLst>
            <pc:docMk/>
            <pc:sldMk cId="3322538773" sldId="274"/>
            <ac:spMk id="2" creationId="{C71AC9B0-8039-56E0-F888-7D26BAA5C2FF}"/>
          </ac:spMkLst>
        </pc:spChg>
        <pc:spChg chg="add del mod">
          <ac:chgData name="Subir Parida" userId="5adae42a5ff17c16" providerId="LiveId" clId="{DC17960A-AB11-49EB-A01C-D49F80081FB8}" dt="2024-01-17T05:00:27.306" v="1521" actId="478"/>
          <ac:spMkLst>
            <pc:docMk/>
            <pc:sldMk cId="3322538773" sldId="274"/>
            <ac:spMk id="4" creationId="{C0C1227C-5E89-F580-5A11-FEDCE47E9887}"/>
          </ac:spMkLst>
        </pc:spChg>
        <pc:spChg chg="add mod">
          <ac:chgData name="Subir Parida" userId="5adae42a5ff17c16" providerId="LiveId" clId="{DC17960A-AB11-49EB-A01C-D49F80081FB8}" dt="2024-01-17T05:02:47.520" v="1599" actId="207"/>
          <ac:spMkLst>
            <pc:docMk/>
            <pc:sldMk cId="3322538773" sldId="274"/>
            <ac:spMk id="5" creationId="{194D1F85-A882-6F6F-13AB-9BFB56A71BE3}"/>
          </ac:spMkLst>
        </pc:spChg>
        <pc:spChg chg="add mod">
          <ac:chgData name="Subir Parida" userId="5adae42a5ff17c16" providerId="LiveId" clId="{DC17960A-AB11-49EB-A01C-D49F80081FB8}" dt="2024-01-17T05:04:01.005" v="1617" actId="207"/>
          <ac:spMkLst>
            <pc:docMk/>
            <pc:sldMk cId="3322538773" sldId="274"/>
            <ac:spMk id="6" creationId="{2380A65C-BB1D-BEFD-0595-1AAF03C4A8EF}"/>
          </ac:spMkLst>
        </pc:spChg>
        <pc:graphicFrameChg chg="add mod">
          <ac:chgData name="Subir Parida" userId="5adae42a5ff17c16" providerId="LiveId" clId="{DC17960A-AB11-49EB-A01C-D49F80081FB8}" dt="2024-01-17T05:02:16.938" v="1575" actId="14100"/>
          <ac:graphicFrameMkLst>
            <pc:docMk/>
            <pc:sldMk cId="3322538773" sldId="274"/>
            <ac:graphicFrameMk id="7" creationId="{93F829F9-F601-54D2-4FD0-F2A55085E23C}"/>
          </ac:graphicFrameMkLst>
        </pc:graphicFrameChg>
        <pc:graphicFrameChg chg="add mod">
          <ac:chgData name="Subir Parida" userId="5adae42a5ff17c16" providerId="LiveId" clId="{DC17960A-AB11-49EB-A01C-D49F80081FB8}" dt="2024-01-17T05:03:49.169" v="1616"/>
          <ac:graphicFrameMkLst>
            <pc:docMk/>
            <pc:sldMk cId="3322538773" sldId="274"/>
            <ac:graphicFrameMk id="8" creationId="{BE2F5A50-FF1E-E4A5-C3BD-A48F916D035C}"/>
          </ac:graphicFrameMkLst>
        </pc:graphicFrameChg>
      </pc:sldChg>
      <pc:sldChg chg="addSp modSp del mod">
        <pc:chgData name="Subir Parida" userId="5adae42a5ff17c16" providerId="LiveId" clId="{DC17960A-AB11-49EB-A01C-D49F80081FB8}" dt="2024-01-16T20:14:05.531" v="1425" actId="2696"/>
        <pc:sldMkLst>
          <pc:docMk/>
          <pc:sldMk cId="3485741168" sldId="283"/>
        </pc:sldMkLst>
        <pc:spChg chg="mod">
          <ac:chgData name="Subir Parida" userId="5adae42a5ff17c16" providerId="LiveId" clId="{DC17960A-AB11-49EB-A01C-D49F80081FB8}" dt="2024-01-16T06:18:31.282" v="1116" actId="1076"/>
          <ac:spMkLst>
            <pc:docMk/>
            <pc:sldMk cId="3485741168" sldId="283"/>
            <ac:spMk id="3" creationId="{C6F87637-03C9-CBB2-DC47-147DA08D9227}"/>
          </ac:spMkLst>
        </pc:spChg>
        <pc:spChg chg="mod">
          <ac:chgData name="Subir Parida" userId="5adae42a5ff17c16" providerId="LiveId" clId="{DC17960A-AB11-49EB-A01C-D49F80081FB8}" dt="2024-01-12T11:59:18.300" v="569"/>
          <ac:spMkLst>
            <pc:docMk/>
            <pc:sldMk cId="3485741168" sldId="283"/>
            <ac:spMk id="7" creationId="{BA95AC3A-169A-80D3-FEFF-6DED9856F4D7}"/>
          </ac:spMkLst>
        </pc:spChg>
        <pc:spChg chg="mod">
          <ac:chgData name="Subir Parida" userId="5adae42a5ff17c16" providerId="LiveId" clId="{DC17960A-AB11-49EB-A01C-D49F80081FB8}" dt="2024-01-12T11:59:18.300" v="569"/>
          <ac:spMkLst>
            <pc:docMk/>
            <pc:sldMk cId="3485741168" sldId="283"/>
            <ac:spMk id="8" creationId="{78702A6C-5FB9-E119-2927-7A5759EE477F}"/>
          </ac:spMkLst>
        </pc:spChg>
        <pc:grpChg chg="add mod">
          <ac:chgData name="Subir Parida" userId="5adae42a5ff17c16" providerId="LiveId" clId="{DC17960A-AB11-49EB-A01C-D49F80081FB8}" dt="2024-01-12T11:59:18.300" v="569"/>
          <ac:grpSpMkLst>
            <pc:docMk/>
            <pc:sldMk cId="3485741168" sldId="283"/>
            <ac:grpSpMk id="4" creationId="{A7B569A6-D297-9C57-9FBB-8604635ACF80}"/>
          </ac:grpSpMkLst>
        </pc:grpChg>
        <pc:picChg chg="mod">
          <ac:chgData name="Subir Parida" userId="5adae42a5ff17c16" providerId="LiveId" clId="{DC17960A-AB11-49EB-A01C-D49F80081FB8}" dt="2024-01-12T11:59:24.373" v="581" actId="1038"/>
          <ac:picMkLst>
            <pc:docMk/>
            <pc:sldMk cId="3485741168" sldId="283"/>
            <ac:picMk id="2" creationId="{9AD66942-5D6F-3977-29EF-CBE1DDC6F342}"/>
          </ac:picMkLst>
        </pc:picChg>
        <pc:picChg chg="mod">
          <ac:chgData name="Subir Parida" userId="5adae42a5ff17c16" providerId="LiveId" clId="{DC17960A-AB11-49EB-A01C-D49F80081FB8}" dt="2024-01-12T11:59:24.373" v="581" actId="1038"/>
          <ac:picMkLst>
            <pc:docMk/>
            <pc:sldMk cId="3485741168" sldId="283"/>
            <ac:picMk id="31" creationId="{DDFB722E-A391-180C-1FB1-463230712950}"/>
          </ac:picMkLst>
        </pc:picChg>
        <pc:cxnChg chg="mod">
          <ac:chgData name="Subir Parida" userId="5adae42a5ff17c16" providerId="LiveId" clId="{DC17960A-AB11-49EB-A01C-D49F80081FB8}" dt="2024-01-16T06:18:26.362" v="1115" actId="1035"/>
          <ac:cxnSpMkLst>
            <pc:docMk/>
            <pc:sldMk cId="3485741168" sldId="283"/>
            <ac:cxnSpMk id="5" creationId="{5FB0D847-B712-7450-FF3E-803F72514CA1}"/>
          </ac:cxnSpMkLst>
        </pc:cxnChg>
        <pc:cxnChg chg="mod">
          <ac:chgData name="Subir Parida" userId="5adae42a5ff17c16" providerId="LiveId" clId="{DC17960A-AB11-49EB-A01C-D49F80081FB8}" dt="2024-01-12T11:59:18.300" v="569"/>
          <ac:cxnSpMkLst>
            <pc:docMk/>
            <pc:sldMk cId="3485741168" sldId="283"/>
            <ac:cxnSpMk id="6" creationId="{676E2CAD-0EB6-D399-D663-D9E763BB970E}"/>
          </ac:cxnSpMkLst>
        </pc:cxnChg>
      </pc:sldChg>
      <pc:sldChg chg="add">
        <pc:chgData name="Subir Parida" userId="5adae42a5ff17c16" providerId="LiveId" clId="{DC17960A-AB11-49EB-A01C-D49F80081FB8}" dt="2024-01-16T20:14:14.924" v="1426"/>
        <pc:sldMkLst>
          <pc:docMk/>
          <pc:sldMk cId="3961949584" sldId="283"/>
        </pc:sldMkLst>
      </pc:sldChg>
      <pc:sldChg chg="addSp delSp modSp mod">
        <pc:chgData name="Subir Parida" userId="5adae42a5ff17c16" providerId="LiveId" clId="{DC17960A-AB11-49EB-A01C-D49F80081FB8}" dt="2024-01-16T20:18:11.606" v="1438" actId="1076"/>
        <pc:sldMkLst>
          <pc:docMk/>
          <pc:sldMk cId="3592857757" sldId="285"/>
        </pc:sldMkLst>
        <pc:spChg chg="mod">
          <ac:chgData name="Subir Parida" userId="5adae42a5ff17c16" providerId="LiveId" clId="{DC17960A-AB11-49EB-A01C-D49F80081FB8}" dt="2024-01-16T20:10:51.169" v="1384" actId="20577"/>
          <ac:spMkLst>
            <pc:docMk/>
            <pc:sldMk cId="3592857757" sldId="285"/>
            <ac:spMk id="6" creationId="{00000000-0000-0000-0000-000000000000}"/>
          </ac:spMkLst>
        </pc:spChg>
        <pc:graphicFrameChg chg="add del mod">
          <ac:chgData name="Subir Parida" userId="5adae42a5ff17c16" providerId="LiveId" clId="{DC17960A-AB11-49EB-A01C-D49F80081FB8}" dt="2024-01-16T20:17:58.163" v="1436" actId="478"/>
          <ac:graphicFrameMkLst>
            <pc:docMk/>
            <pc:sldMk cId="3592857757" sldId="285"/>
            <ac:graphicFrameMk id="2" creationId="{A91273DA-A6FA-50C1-70B3-7685D16C1149}"/>
          </ac:graphicFrameMkLst>
        </pc:graphicFrameChg>
        <pc:graphicFrameChg chg="add mod">
          <ac:chgData name="Subir Parida" userId="5adae42a5ff17c16" providerId="LiveId" clId="{DC17960A-AB11-49EB-A01C-D49F80081FB8}" dt="2024-01-12T05:24:57.174" v="231" actId="1076"/>
          <ac:graphicFrameMkLst>
            <pc:docMk/>
            <pc:sldMk cId="3592857757" sldId="285"/>
            <ac:graphicFrameMk id="3" creationId="{406C4068-5A85-B1A2-B363-51E69FA0BC94}"/>
          </ac:graphicFrameMkLst>
        </pc:graphicFrameChg>
        <pc:graphicFrameChg chg="add mod">
          <ac:chgData name="Subir Parida" userId="5adae42a5ff17c16" providerId="LiveId" clId="{DC17960A-AB11-49EB-A01C-D49F80081FB8}" dt="2024-01-16T20:18:06.082" v="1437" actId="1076"/>
          <ac:graphicFrameMkLst>
            <pc:docMk/>
            <pc:sldMk cId="3592857757" sldId="285"/>
            <ac:graphicFrameMk id="4" creationId="{FCC3F241-C070-300B-1D61-AA92713A65F6}"/>
          </ac:graphicFrameMkLst>
        </pc:graphicFrameChg>
        <pc:graphicFrameChg chg="add mod">
          <ac:chgData name="Subir Parida" userId="5adae42a5ff17c16" providerId="LiveId" clId="{DC17960A-AB11-49EB-A01C-D49F80081FB8}" dt="2024-01-16T20:18:11.606" v="1438" actId="1076"/>
          <ac:graphicFrameMkLst>
            <pc:docMk/>
            <pc:sldMk cId="3592857757" sldId="285"/>
            <ac:graphicFrameMk id="5" creationId="{303D1CE3-B584-4610-1F8A-C506B2CC8484}"/>
          </ac:graphicFrameMkLst>
        </pc:graphicFrameChg>
        <pc:graphicFrameChg chg="del">
          <ac:chgData name="Subir Parida" userId="5adae42a5ff17c16" providerId="LiveId" clId="{DC17960A-AB11-49EB-A01C-D49F80081FB8}" dt="2024-01-12T05:24:25.463" v="226" actId="478"/>
          <ac:graphicFrameMkLst>
            <pc:docMk/>
            <pc:sldMk cId="3592857757" sldId="285"/>
            <ac:graphicFrameMk id="7" creationId="{51100430-356B-AD06-4CD4-B6525D59F3F0}"/>
          </ac:graphicFrameMkLst>
        </pc:graphicFrameChg>
        <pc:graphicFrameChg chg="del">
          <ac:chgData name="Subir Parida" userId="5adae42a5ff17c16" providerId="LiveId" clId="{DC17960A-AB11-49EB-A01C-D49F80081FB8}" dt="2024-01-12T05:24:40.146" v="228" actId="478"/>
          <ac:graphicFrameMkLst>
            <pc:docMk/>
            <pc:sldMk cId="3592857757" sldId="285"/>
            <ac:graphicFrameMk id="8" creationId="{D37CF659-FBD8-BFD1-54F4-82CD6088D5B9}"/>
          </ac:graphicFrameMkLst>
        </pc:graphicFrameChg>
        <pc:graphicFrameChg chg="del">
          <ac:chgData name="Subir Parida" userId="5adae42a5ff17c16" providerId="LiveId" clId="{DC17960A-AB11-49EB-A01C-D49F80081FB8}" dt="2024-01-12T05:25:03.843" v="232" actId="478"/>
          <ac:graphicFrameMkLst>
            <pc:docMk/>
            <pc:sldMk cId="3592857757" sldId="285"/>
            <ac:graphicFrameMk id="9" creationId="{4C33B80E-62CD-9E76-A59F-F8674096490B}"/>
          </ac:graphicFrameMkLst>
        </pc:graphicFrameChg>
        <pc:graphicFrameChg chg="del">
          <ac:chgData name="Subir Parida" userId="5adae42a5ff17c16" providerId="LiveId" clId="{DC17960A-AB11-49EB-A01C-D49F80081FB8}" dt="2024-01-12T05:25:21.195" v="236" actId="478"/>
          <ac:graphicFrameMkLst>
            <pc:docMk/>
            <pc:sldMk cId="3592857757" sldId="285"/>
            <ac:graphicFrameMk id="10" creationId="{A1C07C2F-CC1D-D61B-9573-EE8EFA9D6FC9}"/>
          </ac:graphicFrameMkLst>
        </pc:graphicFrameChg>
      </pc:sldChg>
      <pc:sldChg chg="addSp delSp modSp mod">
        <pc:chgData name="Subir Parida" userId="5adae42a5ff17c16" providerId="LiveId" clId="{DC17960A-AB11-49EB-A01C-D49F80081FB8}" dt="2024-01-16T20:18:47.335" v="1469" actId="1036"/>
        <pc:sldMkLst>
          <pc:docMk/>
          <pc:sldMk cId="1335882902" sldId="292"/>
        </pc:sldMkLst>
        <pc:spChg chg="mod">
          <ac:chgData name="Subir Parida" userId="5adae42a5ff17c16" providerId="LiveId" clId="{DC17960A-AB11-49EB-A01C-D49F80081FB8}" dt="2024-01-16T20:11:05.872" v="1388" actId="14100"/>
          <ac:spMkLst>
            <pc:docMk/>
            <pc:sldMk cId="1335882902" sldId="292"/>
            <ac:spMk id="2" creationId="{9FD45EEA-DEE2-D357-3BB2-3A464BAD3121}"/>
          </ac:spMkLst>
        </pc:spChg>
        <pc:graphicFrameChg chg="add del mod">
          <ac:chgData name="Subir Parida" userId="5adae42a5ff17c16" providerId="LiveId" clId="{DC17960A-AB11-49EB-A01C-D49F80081FB8}" dt="2024-01-16T07:03:48.548" v="1146" actId="478"/>
          <ac:graphicFrameMkLst>
            <pc:docMk/>
            <pc:sldMk cId="1335882902" sldId="292"/>
            <ac:graphicFrameMk id="3" creationId="{7EB04F5A-F4A4-C1D7-8995-DABF5F6D4FAB}"/>
          </ac:graphicFrameMkLst>
        </pc:graphicFrameChg>
        <pc:graphicFrameChg chg="add del mod">
          <ac:chgData name="Subir Parida" userId="5adae42a5ff17c16" providerId="LiveId" clId="{DC17960A-AB11-49EB-A01C-D49F80081FB8}" dt="2024-01-16T07:03:36.448" v="1142" actId="478"/>
          <ac:graphicFrameMkLst>
            <pc:docMk/>
            <pc:sldMk cId="1335882902" sldId="292"/>
            <ac:graphicFrameMk id="4" creationId="{D4EC1040-EBE5-5BFF-DDC0-1351C7DB4192}"/>
          </ac:graphicFrameMkLst>
        </pc:graphicFrameChg>
        <pc:graphicFrameChg chg="add del mod">
          <ac:chgData name="Subir Parida" userId="5adae42a5ff17c16" providerId="LiveId" clId="{DC17960A-AB11-49EB-A01C-D49F80081FB8}" dt="2024-01-16T07:04:02.739" v="1150" actId="478"/>
          <ac:graphicFrameMkLst>
            <pc:docMk/>
            <pc:sldMk cId="1335882902" sldId="292"/>
            <ac:graphicFrameMk id="5" creationId="{349A8426-5013-14CF-3685-CCA34316E09F}"/>
          </ac:graphicFrameMkLst>
        </pc:graphicFrameChg>
        <pc:graphicFrameChg chg="add del mod">
          <ac:chgData name="Subir Parida" userId="5adae42a5ff17c16" providerId="LiveId" clId="{DC17960A-AB11-49EB-A01C-D49F80081FB8}" dt="2024-01-16T07:04:03.479" v="1151" actId="478"/>
          <ac:graphicFrameMkLst>
            <pc:docMk/>
            <pc:sldMk cId="1335882902" sldId="292"/>
            <ac:graphicFrameMk id="6" creationId="{17664D84-F2A8-5C9B-A57C-B0E6034D7169}"/>
          </ac:graphicFrameMkLst>
        </pc:graphicFrameChg>
        <pc:graphicFrameChg chg="add mod">
          <ac:chgData name="Subir Parida" userId="5adae42a5ff17c16" providerId="LiveId" clId="{DC17960A-AB11-49EB-A01C-D49F80081FB8}" dt="2024-01-16T20:18:39.359" v="1455" actId="1035"/>
          <ac:graphicFrameMkLst>
            <pc:docMk/>
            <pc:sldMk cId="1335882902" sldId="292"/>
            <ac:graphicFrameMk id="7" creationId="{1C8F7D12-AD3A-EAC3-8294-A5C75E18F905}"/>
          </ac:graphicFrameMkLst>
        </pc:graphicFrameChg>
        <pc:graphicFrameChg chg="add del mod">
          <ac:chgData name="Subir Parida" userId="5adae42a5ff17c16" providerId="LiveId" clId="{DC17960A-AB11-49EB-A01C-D49F80081FB8}" dt="2024-01-16T20:18:18.498" v="1439" actId="478"/>
          <ac:graphicFrameMkLst>
            <pc:docMk/>
            <pc:sldMk cId="1335882902" sldId="292"/>
            <ac:graphicFrameMk id="8" creationId="{25F54AB5-67EE-F575-B291-D52E7E73B029}"/>
          </ac:graphicFrameMkLst>
        </pc:graphicFrameChg>
        <pc:graphicFrameChg chg="add mod">
          <ac:chgData name="Subir Parida" userId="5adae42a5ff17c16" providerId="LiveId" clId="{DC17960A-AB11-49EB-A01C-D49F80081FB8}" dt="2024-01-16T20:18:39.359" v="1455" actId="1035"/>
          <ac:graphicFrameMkLst>
            <pc:docMk/>
            <pc:sldMk cId="1335882902" sldId="292"/>
            <ac:graphicFrameMk id="9" creationId="{167D3BF7-6DC5-1C54-B845-D89F7EE75E93}"/>
          </ac:graphicFrameMkLst>
        </pc:graphicFrameChg>
        <pc:graphicFrameChg chg="add mod">
          <ac:chgData name="Subir Parida" userId="5adae42a5ff17c16" providerId="LiveId" clId="{DC17960A-AB11-49EB-A01C-D49F80081FB8}" dt="2024-01-16T20:18:47.335" v="1469" actId="1036"/>
          <ac:graphicFrameMkLst>
            <pc:docMk/>
            <pc:sldMk cId="1335882902" sldId="292"/>
            <ac:graphicFrameMk id="10" creationId="{73ED5533-8035-4150-2804-FA15B1616680}"/>
          </ac:graphicFrameMkLst>
        </pc:graphicFrameChg>
      </pc:sldChg>
      <pc:sldChg chg="addSp delSp modSp mod">
        <pc:chgData name="Subir Parida" userId="5adae42a5ff17c16" providerId="LiveId" clId="{DC17960A-AB11-49EB-A01C-D49F80081FB8}" dt="2024-01-13T09:46:13.498" v="1056" actId="1035"/>
        <pc:sldMkLst>
          <pc:docMk/>
          <pc:sldMk cId="2692657210" sldId="294"/>
        </pc:sldMkLst>
        <pc:spChg chg="mod">
          <ac:chgData name="Subir Parida" userId="5adae42a5ff17c16" providerId="LiveId" clId="{DC17960A-AB11-49EB-A01C-D49F80081FB8}" dt="2024-01-12T05:30:30.485" v="402" actId="1037"/>
          <ac:spMkLst>
            <pc:docMk/>
            <pc:sldMk cId="2692657210" sldId="294"/>
            <ac:spMk id="5" creationId="{5B8A6534-15CB-E85E-5566-5B5AFCFFB9EE}"/>
          </ac:spMkLst>
        </pc:spChg>
        <pc:spChg chg="add mod">
          <ac:chgData name="Subir Parida" userId="5adae42a5ff17c16" providerId="LiveId" clId="{DC17960A-AB11-49EB-A01C-D49F80081FB8}" dt="2024-01-13T09:46:13.498" v="1056" actId="1035"/>
          <ac:spMkLst>
            <pc:docMk/>
            <pc:sldMk cId="2692657210" sldId="294"/>
            <ac:spMk id="7" creationId="{7F078B71-4A0F-B8F9-B7D8-F852339BDAEC}"/>
          </ac:spMkLst>
        </pc:spChg>
        <pc:spChg chg="mod">
          <ac:chgData name="Subir Parida" userId="5adae42a5ff17c16" providerId="LiveId" clId="{DC17960A-AB11-49EB-A01C-D49F80081FB8}" dt="2024-01-12T05:30:40.471" v="424" actId="1038"/>
          <ac:spMkLst>
            <pc:docMk/>
            <pc:sldMk cId="2692657210" sldId="294"/>
            <ac:spMk id="10" creationId="{67C95C17-8519-C442-B6D2-2AB931828790}"/>
          </ac:spMkLst>
        </pc:spChg>
        <pc:spChg chg="mod">
          <ac:chgData name="Subir Parida" userId="5adae42a5ff17c16" providerId="LiveId" clId="{DC17960A-AB11-49EB-A01C-D49F80081FB8}" dt="2024-01-12T05:30:30.485" v="402" actId="1037"/>
          <ac:spMkLst>
            <pc:docMk/>
            <pc:sldMk cId="2692657210" sldId="294"/>
            <ac:spMk id="11" creationId="{2AB1F630-3908-A1D9-D31A-14E612F3B706}"/>
          </ac:spMkLst>
        </pc:spChg>
        <pc:graphicFrameChg chg="mod">
          <ac:chgData name="Subir Parida" userId="5adae42a5ff17c16" providerId="LiveId" clId="{DC17960A-AB11-49EB-A01C-D49F80081FB8}" dt="2024-01-12T05:30:38.620" v="415" actId="1038"/>
          <ac:graphicFrameMkLst>
            <pc:docMk/>
            <pc:sldMk cId="2692657210" sldId="294"/>
            <ac:graphicFrameMk id="2" creationId="{7ADA39BA-15ED-6B66-2B95-BAAD1D42C13C}"/>
          </ac:graphicFrameMkLst>
        </pc:graphicFrameChg>
        <pc:graphicFrameChg chg="mod">
          <ac:chgData name="Subir Parida" userId="5adae42a5ff17c16" providerId="LiveId" clId="{DC17960A-AB11-49EB-A01C-D49F80081FB8}" dt="2024-01-13T09:45:40.660" v="1045" actId="1076"/>
          <ac:graphicFrameMkLst>
            <pc:docMk/>
            <pc:sldMk cId="2692657210" sldId="294"/>
            <ac:graphicFrameMk id="3" creationId="{50C56331-AB8E-71C3-20AC-03D4E655005E}"/>
          </ac:graphicFrameMkLst>
        </pc:graphicFrameChg>
        <pc:graphicFrameChg chg="add mod">
          <ac:chgData name="Subir Parida" userId="5adae42a5ff17c16" providerId="LiveId" clId="{DC17960A-AB11-49EB-A01C-D49F80081FB8}" dt="2024-01-13T09:45:57.988" v="1049" actId="1036"/>
          <ac:graphicFrameMkLst>
            <pc:docMk/>
            <pc:sldMk cId="2692657210" sldId="294"/>
            <ac:graphicFrameMk id="4" creationId="{2C431F06-E299-0546-FBF1-ABDF103FE4B9}"/>
          </ac:graphicFrameMkLst>
        </pc:graphicFrameChg>
        <pc:graphicFrameChg chg="del mod">
          <ac:chgData name="Subir Parida" userId="5adae42a5ff17c16" providerId="LiveId" clId="{DC17960A-AB11-49EB-A01C-D49F80081FB8}" dt="2024-01-12T05:28:44.654" v="314" actId="478"/>
          <ac:graphicFrameMkLst>
            <pc:docMk/>
            <pc:sldMk cId="2692657210" sldId="294"/>
            <ac:graphicFrameMk id="4" creationId="{A8418DA0-61D6-01F4-1D21-854ACAC73587}"/>
          </ac:graphicFrameMkLst>
        </pc:graphicFrameChg>
        <pc:graphicFrameChg chg="add mod">
          <ac:chgData name="Subir Parida" userId="5adae42a5ff17c16" providerId="LiveId" clId="{DC17960A-AB11-49EB-A01C-D49F80081FB8}" dt="2024-01-12T05:30:30.485" v="402" actId="1037"/>
          <ac:graphicFrameMkLst>
            <pc:docMk/>
            <pc:sldMk cId="2692657210" sldId="294"/>
            <ac:graphicFrameMk id="8" creationId="{F1BA8E32-35C0-0436-3926-21FF8A42B6D9}"/>
          </ac:graphicFrameMkLst>
        </pc:graphicFrameChg>
      </pc:sldChg>
      <pc:sldChg chg="addSp delSp modSp mod">
        <pc:chgData name="Subir Parida" userId="5adae42a5ff17c16" providerId="LiveId" clId="{DC17960A-AB11-49EB-A01C-D49F80081FB8}" dt="2024-01-13T09:46:39.924" v="1060" actId="1076"/>
        <pc:sldMkLst>
          <pc:docMk/>
          <pc:sldMk cId="412450978" sldId="295"/>
        </pc:sldMkLst>
        <pc:spChg chg="mod">
          <ac:chgData name="Subir Parida" userId="5adae42a5ff17c16" providerId="LiveId" clId="{DC17960A-AB11-49EB-A01C-D49F80081FB8}" dt="2024-01-12T05:29:59.996" v="388" actId="1038"/>
          <ac:spMkLst>
            <pc:docMk/>
            <pc:sldMk cId="412450978" sldId="295"/>
            <ac:spMk id="2" creationId="{09BF2F56-9552-31B4-EE51-DAB05D957B4F}"/>
          </ac:spMkLst>
        </pc:spChg>
        <pc:spChg chg="add mod">
          <ac:chgData name="Subir Parida" userId="5adae42a5ff17c16" providerId="LiveId" clId="{DC17960A-AB11-49EB-A01C-D49F80081FB8}" dt="2024-01-12T05:29:59.996" v="388" actId="1038"/>
          <ac:spMkLst>
            <pc:docMk/>
            <pc:sldMk cId="412450978" sldId="295"/>
            <ac:spMk id="4" creationId="{D3ACB1B0-ECFF-86D5-6851-34E62CBE4C63}"/>
          </ac:spMkLst>
        </pc:spChg>
        <pc:spChg chg="mod">
          <ac:chgData name="Subir Parida" userId="5adae42a5ff17c16" providerId="LiveId" clId="{DC17960A-AB11-49EB-A01C-D49F80081FB8}" dt="2024-01-12T05:29:59.996" v="388" actId="1038"/>
          <ac:spMkLst>
            <pc:docMk/>
            <pc:sldMk cId="412450978" sldId="295"/>
            <ac:spMk id="11" creationId="{3F2C10B2-028A-4D1A-F82A-8D5978E68F6B}"/>
          </ac:spMkLst>
        </pc:spChg>
        <pc:spChg chg="mod">
          <ac:chgData name="Subir Parida" userId="5adae42a5ff17c16" providerId="LiveId" clId="{DC17960A-AB11-49EB-A01C-D49F80081FB8}" dt="2024-01-12T05:29:59.996" v="388" actId="1038"/>
          <ac:spMkLst>
            <pc:docMk/>
            <pc:sldMk cId="412450978" sldId="295"/>
            <ac:spMk id="12" creationId="{BE797174-599A-B1C6-18FA-0A00D923735B}"/>
          </ac:spMkLst>
        </pc:spChg>
        <pc:graphicFrameChg chg="add mod">
          <ac:chgData name="Subir Parida" userId="5adae42a5ff17c16" providerId="LiveId" clId="{DC17960A-AB11-49EB-A01C-D49F80081FB8}" dt="2024-01-13T09:46:39.924" v="1060" actId="1076"/>
          <ac:graphicFrameMkLst>
            <pc:docMk/>
            <pc:sldMk cId="412450978" sldId="295"/>
            <ac:graphicFrameMk id="3" creationId="{BBEB8032-E1B7-CE01-3763-78390C08B58F}"/>
          </ac:graphicFrameMkLst>
        </pc:graphicFrameChg>
        <pc:graphicFrameChg chg="del mod">
          <ac:chgData name="Subir Parida" userId="5adae42a5ff17c16" providerId="LiveId" clId="{DC17960A-AB11-49EB-A01C-D49F80081FB8}" dt="2024-01-12T05:29:16.825" v="330" actId="478"/>
          <ac:graphicFrameMkLst>
            <pc:docMk/>
            <pc:sldMk cId="412450978" sldId="295"/>
            <ac:graphicFrameMk id="3" creationId="{FA5D3B4F-CECB-D33B-549F-D7D65267E957}"/>
          </ac:graphicFrameMkLst>
        </pc:graphicFrameChg>
        <pc:graphicFrameChg chg="mod">
          <ac:chgData name="Subir Parida" userId="5adae42a5ff17c16" providerId="LiveId" clId="{DC17960A-AB11-49EB-A01C-D49F80081FB8}" dt="2024-01-12T05:29:59.996" v="388" actId="1038"/>
          <ac:graphicFrameMkLst>
            <pc:docMk/>
            <pc:sldMk cId="412450978" sldId="295"/>
            <ac:graphicFrameMk id="5" creationId="{99C47A2A-F298-ED44-4D21-D7CAF423B677}"/>
          </ac:graphicFrameMkLst>
        </pc:graphicFrameChg>
        <pc:graphicFrameChg chg="mod">
          <ac:chgData name="Subir Parida" userId="5adae42a5ff17c16" providerId="LiveId" clId="{DC17960A-AB11-49EB-A01C-D49F80081FB8}" dt="2024-01-12T05:29:59.996" v="388" actId="1038"/>
          <ac:graphicFrameMkLst>
            <pc:docMk/>
            <pc:sldMk cId="412450978" sldId="295"/>
            <ac:graphicFrameMk id="7" creationId="{8781BA4F-8532-AF84-9997-11CF47ED9035}"/>
          </ac:graphicFrameMkLst>
        </pc:graphicFrameChg>
        <pc:graphicFrameChg chg="add mod">
          <ac:chgData name="Subir Parida" userId="5adae42a5ff17c16" providerId="LiveId" clId="{DC17960A-AB11-49EB-A01C-D49F80081FB8}" dt="2024-01-12T05:29:59.996" v="388" actId="1038"/>
          <ac:graphicFrameMkLst>
            <pc:docMk/>
            <pc:sldMk cId="412450978" sldId="295"/>
            <ac:graphicFrameMk id="8" creationId="{F6C58264-89CA-9CA4-6D26-14BF5D0CF3A7}"/>
          </ac:graphicFrameMkLst>
        </pc:graphicFrameChg>
      </pc:sldChg>
      <pc:sldChg chg="addSp delSp modSp mod">
        <pc:chgData name="Subir Parida" userId="5adae42a5ff17c16" providerId="LiveId" clId="{DC17960A-AB11-49EB-A01C-D49F80081FB8}" dt="2024-01-17T05:41:19.624" v="1826"/>
        <pc:sldMkLst>
          <pc:docMk/>
          <pc:sldMk cId="2864906130" sldId="296"/>
        </pc:sldMkLst>
        <pc:spChg chg="mod">
          <ac:chgData name="Subir Parida" userId="5adae42a5ff17c16" providerId="LiveId" clId="{DC17960A-AB11-49EB-A01C-D49F80081FB8}" dt="2024-01-12T05:30:57.459" v="451" actId="1038"/>
          <ac:spMkLst>
            <pc:docMk/>
            <pc:sldMk cId="2864906130" sldId="296"/>
            <ac:spMk id="2" creationId="{C9E9ACBE-671C-1C8B-E2E3-CD0D1E835A38}"/>
          </ac:spMkLst>
        </pc:spChg>
        <pc:spChg chg="mod">
          <ac:chgData name="Subir Parida" userId="5adae42a5ff17c16" providerId="LiveId" clId="{DC17960A-AB11-49EB-A01C-D49F80081FB8}" dt="2024-01-09T16:56:49.579" v="212" actId="1036"/>
          <ac:spMkLst>
            <pc:docMk/>
            <pc:sldMk cId="2864906130" sldId="296"/>
            <ac:spMk id="7" creationId="{DA0F25E0-BD63-F91F-80F4-2163A75B0588}"/>
          </ac:spMkLst>
        </pc:spChg>
        <pc:spChg chg="mod">
          <ac:chgData name="Subir Parida" userId="5adae42a5ff17c16" providerId="LiveId" clId="{DC17960A-AB11-49EB-A01C-D49F80081FB8}" dt="2024-01-12T05:30:57.459" v="451" actId="1038"/>
          <ac:spMkLst>
            <pc:docMk/>
            <pc:sldMk cId="2864906130" sldId="296"/>
            <ac:spMk id="8" creationId="{507293F9-18DC-4462-47EB-2E2BBD2E93FC}"/>
          </ac:spMkLst>
        </pc:spChg>
        <pc:spChg chg="add mod">
          <ac:chgData name="Subir Parida" userId="5adae42a5ff17c16" providerId="LiveId" clId="{DC17960A-AB11-49EB-A01C-D49F80081FB8}" dt="2024-01-12T05:31:11.293" v="453" actId="1038"/>
          <ac:spMkLst>
            <pc:docMk/>
            <pc:sldMk cId="2864906130" sldId="296"/>
            <ac:spMk id="10" creationId="{1B5B8554-1F98-2F8C-0FAA-D9EF0693B23F}"/>
          </ac:spMkLst>
        </pc:spChg>
        <pc:graphicFrameChg chg="del mod">
          <ac:chgData name="Subir Parida" userId="5adae42a5ff17c16" providerId="LiveId" clId="{DC17960A-AB11-49EB-A01C-D49F80081FB8}" dt="2024-01-12T05:26:00.591" v="243" actId="478"/>
          <ac:graphicFrameMkLst>
            <pc:docMk/>
            <pc:sldMk cId="2864906130" sldId="296"/>
            <ac:graphicFrameMk id="3" creationId="{0492BC75-F48E-6FEB-8CD7-6B5F5027EE66}"/>
          </ac:graphicFrameMkLst>
        </pc:graphicFrameChg>
        <pc:graphicFrameChg chg="add mod">
          <ac:chgData name="Subir Parida" userId="5adae42a5ff17c16" providerId="LiveId" clId="{DC17960A-AB11-49EB-A01C-D49F80081FB8}" dt="2024-01-13T09:47:13.682" v="1065" actId="1035"/>
          <ac:graphicFrameMkLst>
            <pc:docMk/>
            <pc:sldMk cId="2864906130" sldId="296"/>
            <ac:graphicFrameMk id="3" creationId="{E167F9F6-974A-275C-095E-6DBD84FF49AF}"/>
          </ac:graphicFrameMkLst>
        </pc:graphicFrameChg>
        <pc:graphicFrameChg chg="mod">
          <ac:chgData name="Subir Parida" userId="5adae42a5ff17c16" providerId="LiveId" clId="{DC17960A-AB11-49EB-A01C-D49F80081FB8}" dt="2024-01-09T16:56:49.579" v="212" actId="1036"/>
          <ac:graphicFrameMkLst>
            <pc:docMk/>
            <pc:sldMk cId="2864906130" sldId="296"/>
            <ac:graphicFrameMk id="4" creationId="{A52229EA-0F56-7771-F61D-AA4477DB09EC}"/>
          </ac:graphicFrameMkLst>
        </pc:graphicFrameChg>
        <pc:graphicFrameChg chg="mod">
          <ac:chgData name="Subir Parida" userId="5adae42a5ff17c16" providerId="LiveId" clId="{DC17960A-AB11-49EB-A01C-D49F80081FB8}" dt="2024-01-12T05:30:57.459" v="451" actId="1038"/>
          <ac:graphicFrameMkLst>
            <pc:docMk/>
            <pc:sldMk cId="2864906130" sldId="296"/>
            <ac:graphicFrameMk id="5" creationId="{E5D1D8DA-E7A3-EC41-0250-C7BD300B2554}"/>
          </ac:graphicFrameMkLst>
        </pc:graphicFrameChg>
        <pc:graphicFrameChg chg="add mod">
          <ac:chgData name="Subir Parida" userId="5adae42a5ff17c16" providerId="LiveId" clId="{DC17960A-AB11-49EB-A01C-D49F80081FB8}" dt="2024-01-12T05:30:57.459" v="451" actId="1038"/>
          <ac:graphicFrameMkLst>
            <pc:docMk/>
            <pc:sldMk cId="2864906130" sldId="296"/>
            <ac:graphicFrameMk id="9" creationId="{37BA96A7-7B00-D537-04E9-65B6AEC55F7E}"/>
          </ac:graphicFrameMkLst>
        </pc:graphicFrameChg>
        <pc:graphicFrameChg chg="add mod">
          <ac:chgData name="Subir Parida" userId="5adae42a5ff17c16" providerId="LiveId" clId="{DC17960A-AB11-49EB-A01C-D49F80081FB8}" dt="2024-01-17T05:41:19.624" v="1826"/>
          <ac:graphicFrameMkLst>
            <pc:docMk/>
            <pc:sldMk cId="2864906130" sldId="296"/>
            <ac:graphicFrameMk id="11" creationId="{CBB83E64-8FBB-F977-E8E9-AA582D9F6C85}"/>
          </ac:graphicFrameMkLst>
        </pc:graphicFrameChg>
      </pc:sldChg>
      <pc:sldChg chg="addSp delSp modSp add mod ord delAnim modAnim">
        <pc:chgData name="Subir Parida" userId="5adae42a5ff17c16" providerId="LiveId" clId="{DC17960A-AB11-49EB-A01C-D49F80081FB8}" dt="2024-01-16T06:15:37.554" v="1067"/>
        <pc:sldMkLst>
          <pc:docMk/>
          <pc:sldMk cId="2031130386" sldId="297"/>
        </pc:sldMkLst>
        <pc:spChg chg="add mod">
          <ac:chgData name="Subir Parida" userId="5adae42a5ff17c16" providerId="LiveId" clId="{DC17960A-AB11-49EB-A01C-D49F80081FB8}" dt="2024-01-12T12:20:11.705" v="998" actId="1036"/>
          <ac:spMkLst>
            <pc:docMk/>
            <pc:sldMk cId="2031130386" sldId="297"/>
            <ac:spMk id="2" creationId="{9B0ED07B-2B61-4815-6EDE-DBCB9C8CB418}"/>
          </ac:spMkLst>
        </pc:spChg>
        <pc:spChg chg="add mod">
          <ac:chgData name="Subir Parida" userId="5adae42a5ff17c16" providerId="LiveId" clId="{DC17960A-AB11-49EB-A01C-D49F80081FB8}" dt="2024-01-12T12:20:11.705" v="998" actId="1036"/>
          <ac:spMkLst>
            <pc:docMk/>
            <pc:sldMk cId="2031130386" sldId="297"/>
            <ac:spMk id="3" creationId="{78826996-D41E-5610-7CA0-C82858EE2B9E}"/>
          </ac:spMkLst>
        </pc:spChg>
        <pc:spChg chg="del">
          <ac:chgData name="Subir Parida" userId="5adae42a5ff17c16" providerId="LiveId" clId="{DC17960A-AB11-49EB-A01C-D49F80081FB8}" dt="2024-01-12T11:44:51.192" v="464" actId="478"/>
          <ac:spMkLst>
            <pc:docMk/>
            <pc:sldMk cId="2031130386" sldId="297"/>
            <ac:spMk id="3" creationId="{9DD463F7-D779-AD99-8658-63E73DF978AB}"/>
          </ac:spMkLst>
        </pc:spChg>
        <pc:spChg chg="mod">
          <ac:chgData name="Subir Parida" userId="5adae42a5ff17c16" providerId="LiveId" clId="{DC17960A-AB11-49EB-A01C-D49F80081FB8}" dt="2024-01-12T11:44:46.984" v="463" actId="20577"/>
          <ac:spMkLst>
            <pc:docMk/>
            <pc:sldMk cId="2031130386" sldId="297"/>
            <ac:spMk id="4" creationId="{9BC54237-1D9E-314F-CC70-694CC6C940BD}"/>
          </ac:spMkLst>
        </pc:spChg>
        <pc:spChg chg="add del mod">
          <ac:chgData name="Subir Parida" userId="5adae42a5ff17c16" providerId="LiveId" clId="{DC17960A-AB11-49EB-A01C-D49F80081FB8}" dt="2024-01-12T11:44:53.407" v="465" actId="478"/>
          <ac:spMkLst>
            <pc:docMk/>
            <pc:sldMk cId="2031130386" sldId="297"/>
            <ac:spMk id="5" creationId="{B861E0A1-0F53-CF3F-709B-DF69E0129CDF}"/>
          </ac:spMkLst>
        </pc:spChg>
        <pc:spChg chg="add mod">
          <ac:chgData name="Subir Parida" userId="5adae42a5ff17c16" providerId="LiveId" clId="{DC17960A-AB11-49EB-A01C-D49F80081FB8}" dt="2024-01-12T12:20:11.705" v="998" actId="1036"/>
          <ac:spMkLst>
            <pc:docMk/>
            <pc:sldMk cId="2031130386" sldId="297"/>
            <ac:spMk id="8" creationId="{8DB29F4C-723F-0B40-E789-27BE7F4E334E}"/>
          </ac:spMkLst>
        </pc:spChg>
        <pc:spChg chg="add mod">
          <ac:chgData name="Subir Parida" userId="5adae42a5ff17c16" providerId="LiveId" clId="{DC17960A-AB11-49EB-A01C-D49F80081FB8}" dt="2024-01-12T12:20:11.705" v="998" actId="1036"/>
          <ac:spMkLst>
            <pc:docMk/>
            <pc:sldMk cId="2031130386" sldId="297"/>
            <ac:spMk id="11" creationId="{6DC5AA75-42D8-FB9B-3C2B-84EB411F89FC}"/>
          </ac:spMkLst>
        </pc:spChg>
        <pc:spChg chg="add mod">
          <ac:chgData name="Subir Parida" userId="5adae42a5ff17c16" providerId="LiveId" clId="{DC17960A-AB11-49EB-A01C-D49F80081FB8}" dt="2024-01-12T12:20:11.705" v="998" actId="1036"/>
          <ac:spMkLst>
            <pc:docMk/>
            <pc:sldMk cId="2031130386" sldId="297"/>
            <ac:spMk id="16" creationId="{00712349-84E1-A14B-6933-EBBA286B8C51}"/>
          </ac:spMkLst>
        </pc:spChg>
        <pc:spChg chg="add mod">
          <ac:chgData name="Subir Parida" userId="5adae42a5ff17c16" providerId="LiveId" clId="{DC17960A-AB11-49EB-A01C-D49F80081FB8}" dt="2024-01-12T12:20:11.705" v="998" actId="1036"/>
          <ac:spMkLst>
            <pc:docMk/>
            <pc:sldMk cId="2031130386" sldId="297"/>
            <ac:spMk id="17" creationId="{075BF492-6D76-B309-1737-B05EEBC76A01}"/>
          </ac:spMkLst>
        </pc:spChg>
        <pc:spChg chg="add mod">
          <ac:chgData name="Subir Parida" userId="5adae42a5ff17c16" providerId="LiveId" clId="{DC17960A-AB11-49EB-A01C-D49F80081FB8}" dt="2024-01-12T12:20:11.705" v="998" actId="1036"/>
          <ac:spMkLst>
            <pc:docMk/>
            <pc:sldMk cId="2031130386" sldId="297"/>
            <ac:spMk id="23" creationId="{1A1A09AD-311A-C90A-6117-D20A7FDAD2EC}"/>
          </ac:spMkLst>
        </pc:spChg>
        <pc:spChg chg="add mod">
          <ac:chgData name="Subir Parida" userId="5adae42a5ff17c16" providerId="LiveId" clId="{DC17960A-AB11-49EB-A01C-D49F80081FB8}" dt="2024-01-12T12:20:11.705" v="998" actId="1036"/>
          <ac:spMkLst>
            <pc:docMk/>
            <pc:sldMk cId="2031130386" sldId="297"/>
            <ac:spMk id="25" creationId="{F9114D39-FD3A-46F0-8AA2-247DA8562082}"/>
          </ac:spMkLst>
        </pc:spChg>
        <pc:spChg chg="add mod">
          <ac:chgData name="Subir Parida" userId="5adae42a5ff17c16" providerId="LiveId" clId="{DC17960A-AB11-49EB-A01C-D49F80081FB8}" dt="2024-01-12T12:20:11.705" v="998" actId="1036"/>
          <ac:spMkLst>
            <pc:docMk/>
            <pc:sldMk cId="2031130386" sldId="297"/>
            <ac:spMk id="30" creationId="{94081DCD-7D71-2719-6CEB-0C0FCCF8E469}"/>
          </ac:spMkLst>
        </pc:spChg>
        <pc:spChg chg="add mod">
          <ac:chgData name="Subir Parida" userId="5adae42a5ff17c16" providerId="LiveId" clId="{DC17960A-AB11-49EB-A01C-D49F80081FB8}" dt="2024-01-12T12:20:11.705" v="998" actId="1036"/>
          <ac:spMkLst>
            <pc:docMk/>
            <pc:sldMk cId="2031130386" sldId="297"/>
            <ac:spMk id="31" creationId="{C19AA151-072D-0857-055C-B0F4AF53B8F1}"/>
          </ac:spMkLst>
        </pc:spChg>
        <pc:spChg chg="add mod">
          <ac:chgData name="Subir Parida" userId="5adae42a5ff17c16" providerId="LiveId" clId="{DC17960A-AB11-49EB-A01C-D49F80081FB8}" dt="2024-01-12T12:20:11.705" v="998" actId="1036"/>
          <ac:spMkLst>
            <pc:docMk/>
            <pc:sldMk cId="2031130386" sldId="297"/>
            <ac:spMk id="32" creationId="{EAD9C11D-F6ED-55C5-A3CC-9734FFFD7E3F}"/>
          </ac:spMkLst>
        </pc:spChg>
        <pc:picChg chg="add del mod">
          <ac:chgData name="Subir Parida" userId="5adae42a5ff17c16" providerId="LiveId" clId="{DC17960A-AB11-49EB-A01C-D49F80081FB8}" dt="2024-01-12T12:18:56.011" v="862" actId="478"/>
          <ac:picMkLst>
            <pc:docMk/>
            <pc:sldMk cId="2031130386" sldId="297"/>
            <ac:picMk id="7" creationId="{B2856CC2-6C94-2F3B-0968-C10E0EA2AAEF}"/>
          </ac:picMkLst>
        </pc:picChg>
        <pc:picChg chg="add del mod">
          <ac:chgData name="Subir Parida" userId="5adae42a5ff17c16" providerId="LiveId" clId="{DC17960A-AB11-49EB-A01C-D49F80081FB8}" dt="2024-01-12T12:12:39.936" v="649" actId="21"/>
          <ac:picMkLst>
            <pc:docMk/>
            <pc:sldMk cId="2031130386" sldId="297"/>
            <ac:picMk id="9" creationId="{210E0728-61C3-55CF-1109-577F6B861637}"/>
          </ac:picMkLst>
        </pc:picChg>
        <pc:picChg chg="add mod">
          <ac:chgData name="Subir Parida" userId="5adae42a5ff17c16" providerId="LiveId" clId="{DC17960A-AB11-49EB-A01C-D49F80081FB8}" dt="2024-01-12T12:20:11.705" v="998" actId="1036"/>
          <ac:picMkLst>
            <pc:docMk/>
            <pc:sldMk cId="2031130386" sldId="297"/>
            <ac:picMk id="13" creationId="{A100A492-B028-EDF3-9B36-4FD51FC7473B}"/>
          </ac:picMkLst>
        </pc:picChg>
        <pc:picChg chg="add mod">
          <ac:chgData name="Subir Parida" userId="5adae42a5ff17c16" providerId="LiveId" clId="{DC17960A-AB11-49EB-A01C-D49F80081FB8}" dt="2024-01-12T12:20:11.705" v="998" actId="1036"/>
          <ac:picMkLst>
            <pc:docMk/>
            <pc:sldMk cId="2031130386" sldId="297"/>
            <ac:picMk id="15" creationId="{70BFB585-77F0-36F9-4488-1E149236ADB3}"/>
          </ac:picMkLst>
        </pc:picChg>
        <pc:cxnChg chg="add del mod">
          <ac:chgData name="Subir Parida" userId="5adae42a5ff17c16" providerId="LiveId" clId="{DC17960A-AB11-49EB-A01C-D49F80081FB8}" dt="2024-01-12T12:16:47.040" v="772" actId="478"/>
          <ac:cxnSpMkLst>
            <pc:docMk/>
            <pc:sldMk cId="2031130386" sldId="297"/>
            <ac:cxnSpMk id="6" creationId="{1CF4C5A0-211D-A4BA-C70C-C7675A75A2E5}"/>
          </ac:cxnSpMkLst>
        </pc:cxnChg>
        <pc:cxnChg chg="add mod">
          <ac:chgData name="Subir Parida" userId="5adae42a5ff17c16" providerId="LiveId" clId="{DC17960A-AB11-49EB-A01C-D49F80081FB8}" dt="2024-01-12T12:20:11.705" v="998" actId="1036"/>
          <ac:cxnSpMkLst>
            <pc:docMk/>
            <pc:sldMk cId="2031130386" sldId="297"/>
            <ac:cxnSpMk id="18" creationId="{F90299AA-27D3-7812-3359-39BC5F38C6DA}"/>
          </ac:cxnSpMkLst>
        </pc:cxnChg>
        <pc:cxnChg chg="add mod">
          <ac:chgData name="Subir Parida" userId="5adae42a5ff17c16" providerId="LiveId" clId="{DC17960A-AB11-49EB-A01C-D49F80081FB8}" dt="2024-01-12T12:20:11.705" v="998" actId="1036"/>
          <ac:cxnSpMkLst>
            <pc:docMk/>
            <pc:sldMk cId="2031130386" sldId="297"/>
            <ac:cxnSpMk id="21" creationId="{F7426C83-F3F7-8801-AB2C-DE289B4AC33D}"/>
          </ac:cxnSpMkLst>
        </pc:cxnChg>
        <pc:cxnChg chg="add mod">
          <ac:chgData name="Subir Parida" userId="5adae42a5ff17c16" providerId="LiveId" clId="{DC17960A-AB11-49EB-A01C-D49F80081FB8}" dt="2024-01-12T12:20:11.705" v="998" actId="1036"/>
          <ac:cxnSpMkLst>
            <pc:docMk/>
            <pc:sldMk cId="2031130386" sldId="297"/>
            <ac:cxnSpMk id="22" creationId="{CABE93D4-BD6E-96B3-49F2-EEF23E644B6C}"/>
          </ac:cxnSpMkLst>
        </pc:cxnChg>
        <pc:cxnChg chg="add mod">
          <ac:chgData name="Subir Parida" userId="5adae42a5ff17c16" providerId="LiveId" clId="{DC17960A-AB11-49EB-A01C-D49F80081FB8}" dt="2024-01-12T12:20:11.705" v="998" actId="1036"/>
          <ac:cxnSpMkLst>
            <pc:docMk/>
            <pc:sldMk cId="2031130386" sldId="297"/>
            <ac:cxnSpMk id="24" creationId="{2632FEF2-F544-57D9-3DB6-8C5E5394B7B8}"/>
          </ac:cxnSpMkLst>
        </pc:cxnChg>
        <pc:cxnChg chg="add mod">
          <ac:chgData name="Subir Parida" userId="5adae42a5ff17c16" providerId="LiveId" clId="{DC17960A-AB11-49EB-A01C-D49F80081FB8}" dt="2024-01-12T12:20:11.705" v="998" actId="1036"/>
          <ac:cxnSpMkLst>
            <pc:docMk/>
            <pc:sldMk cId="2031130386" sldId="297"/>
            <ac:cxnSpMk id="26" creationId="{BFE6A6D0-41BB-D2CF-3D13-ABD665D20F11}"/>
          </ac:cxnSpMkLst>
        </pc:cxnChg>
        <pc:cxnChg chg="add mod">
          <ac:chgData name="Subir Parida" userId="5adae42a5ff17c16" providerId="LiveId" clId="{DC17960A-AB11-49EB-A01C-D49F80081FB8}" dt="2024-01-12T12:20:11.705" v="998" actId="1036"/>
          <ac:cxnSpMkLst>
            <pc:docMk/>
            <pc:sldMk cId="2031130386" sldId="297"/>
            <ac:cxnSpMk id="28" creationId="{BDCCEE8A-F272-1973-378F-D0CE427F8FC7}"/>
          </ac:cxnSpMkLst>
        </pc:cxnChg>
        <pc:cxnChg chg="add mod">
          <ac:chgData name="Subir Parida" userId="5adae42a5ff17c16" providerId="LiveId" clId="{DC17960A-AB11-49EB-A01C-D49F80081FB8}" dt="2024-01-12T12:20:11.705" v="998" actId="1036"/>
          <ac:cxnSpMkLst>
            <pc:docMk/>
            <pc:sldMk cId="2031130386" sldId="297"/>
            <ac:cxnSpMk id="29" creationId="{96F93BB7-6CCE-3063-4149-39BB97527317}"/>
          </ac:cxnSpMkLst>
        </pc:cxnChg>
      </pc:sldChg>
      <pc:sldChg chg="modSp add mod">
        <pc:chgData name="Subir Parida" userId="5adae42a5ff17c16" providerId="LiveId" clId="{DC17960A-AB11-49EB-A01C-D49F80081FB8}" dt="2024-01-13T09:43:06.243" v="1015" actId="20577"/>
        <pc:sldMkLst>
          <pc:docMk/>
          <pc:sldMk cId="88209248" sldId="298"/>
        </pc:sldMkLst>
        <pc:spChg chg="mod">
          <ac:chgData name="Subir Parida" userId="5adae42a5ff17c16" providerId="LiveId" clId="{DC17960A-AB11-49EB-A01C-D49F80081FB8}" dt="2024-01-13T09:43:06.243" v="1015" actId="20577"/>
          <ac:spMkLst>
            <pc:docMk/>
            <pc:sldMk cId="88209248" sldId="298"/>
            <ac:spMk id="2" creationId="{C71AC9B0-8039-56E0-F888-7D26BAA5C2FF}"/>
          </ac:spMkLst>
        </pc:spChg>
      </pc:sldChg>
      <pc:sldChg chg="addSp delSp modSp add mod">
        <pc:chgData name="Subir Parida" userId="5adae42a5ff17c16" providerId="LiveId" clId="{DC17960A-AB11-49EB-A01C-D49F80081FB8}" dt="2024-01-16T20:19:11.705" v="1472" actId="1076"/>
        <pc:sldMkLst>
          <pc:docMk/>
          <pc:sldMk cId="1449524869" sldId="299"/>
        </pc:sldMkLst>
        <pc:spChg chg="mod">
          <ac:chgData name="Subir Parida" userId="5adae42a5ff17c16" providerId="LiveId" clId="{DC17960A-AB11-49EB-A01C-D49F80081FB8}" dt="2024-01-16T20:11:44.425" v="1402" actId="20577"/>
          <ac:spMkLst>
            <pc:docMk/>
            <pc:sldMk cId="1449524869" sldId="299"/>
            <ac:spMk id="6" creationId="{00000000-0000-0000-0000-000000000000}"/>
          </ac:spMkLst>
        </pc:spChg>
        <pc:graphicFrameChg chg="del">
          <ac:chgData name="Subir Parida" userId="5adae42a5ff17c16" providerId="LiveId" clId="{DC17960A-AB11-49EB-A01C-D49F80081FB8}" dt="2024-01-13T09:44:28.567" v="1031" actId="478"/>
          <ac:graphicFrameMkLst>
            <pc:docMk/>
            <pc:sldMk cId="1449524869" sldId="299"/>
            <ac:graphicFrameMk id="2" creationId="{A91273DA-A6FA-50C1-70B3-7685D16C1149}"/>
          </ac:graphicFrameMkLst>
        </pc:graphicFrameChg>
        <pc:graphicFrameChg chg="del">
          <ac:chgData name="Subir Parida" userId="5adae42a5ff17c16" providerId="LiveId" clId="{DC17960A-AB11-49EB-A01C-D49F80081FB8}" dt="2024-01-13T09:45:10.286" v="1035" actId="478"/>
          <ac:graphicFrameMkLst>
            <pc:docMk/>
            <pc:sldMk cId="1449524869" sldId="299"/>
            <ac:graphicFrameMk id="3" creationId="{406C4068-5A85-B1A2-B363-51E69FA0BC94}"/>
          </ac:graphicFrameMkLst>
        </pc:graphicFrameChg>
        <pc:graphicFrameChg chg="del">
          <ac:chgData name="Subir Parida" userId="5adae42a5ff17c16" providerId="LiveId" clId="{DC17960A-AB11-49EB-A01C-D49F80081FB8}" dt="2024-01-13T09:44:25.434" v="1030" actId="478"/>
          <ac:graphicFrameMkLst>
            <pc:docMk/>
            <pc:sldMk cId="1449524869" sldId="299"/>
            <ac:graphicFrameMk id="4" creationId="{FCC3F241-C070-300B-1D61-AA92713A65F6}"/>
          </ac:graphicFrameMkLst>
        </pc:graphicFrameChg>
        <pc:graphicFrameChg chg="del">
          <ac:chgData name="Subir Parida" userId="5adae42a5ff17c16" providerId="LiveId" clId="{DC17960A-AB11-49EB-A01C-D49F80081FB8}" dt="2024-01-13T09:44:11.654" v="1028" actId="478"/>
          <ac:graphicFrameMkLst>
            <pc:docMk/>
            <pc:sldMk cId="1449524869" sldId="299"/>
            <ac:graphicFrameMk id="5" creationId="{303D1CE3-B584-4610-1F8A-C506B2CC8484}"/>
          </ac:graphicFrameMkLst>
        </pc:graphicFrameChg>
        <pc:graphicFrameChg chg="add mod">
          <ac:chgData name="Subir Parida" userId="5adae42a5ff17c16" providerId="LiveId" clId="{DC17960A-AB11-49EB-A01C-D49F80081FB8}" dt="2024-01-16T20:19:11.705" v="1472" actId="1076"/>
          <ac:graphicFrameMkLst>
            <pc:docMk/>
            <pc:sldMk cId="1449524869" sldId="299"/>
            <ac:graphicFrameMk id="7" creationId="{9B341E22-7FF9-BA4C-3887-A8987ADCBC37}"/>
          </ac:graphicFrameMkLst>
        </pc:graphicFrameChg>
        <pc:graphicFrameChg chg="add mod">
          <ac:chgData name="Subir Parida" userId="5adae42a5ff17c16" providerId="LiveId" clId="{DC17960A-AB11-49EB-A01C-D49F80081FB8}" dt="2024-01-16T20:19:04.072" v="1471" actId="1076"/>
          <ac:graphicFrameMkLst>
            <pc:docMk/>
            <pc:sldMk cId="1449524869" sldId="299"/>
            <ac:graphicFrameMk id="8" creationId="{6F266A75-F8F2-605D-4350-EBDD584D9575}"/>
          </ac:graphicFrameMkLst>
        </pc:graphicFrameChg>
        <pc:graphicFrameChg chg="add mod">
          <ac:chgData name="Subir Parida" userId="5adae42a5ff17c16" providerId="LiveId" clId="{DC17960A-AB11-49EB-A01C-D49F80081FB8}" dt="2024-01-13T09:45:14.601" v="1038" actId="1076"/>
          <ac:graphicFrameMkLst>
            <pc:docMk/>
            <pc:sldMk cId="1449524869" sldId="299"/>
            <ac:graphicFrameMk id="9" creationId="{8086A178-DBAB-9047-4A6A-2FDDA31D6A9F}"/>
          </ac:graphicFrameMkLst>
        </pc:graphicFrameChg>
        <pc:graphicFrameChg chg="add del mod">
          <ac:chgData name="Subir Parida" userId="5adae42a5ff17c16" providerId="LiveId" clId="{DC17960A-AB11-49EB-A01C-D49F80081FB8}" dt="2024-01-16T20:18:57.661" v="1470" actId="478"/>
          <ac:graphicFrameMkLst>
            <pc:docMk/>
            <pc:sldMk cId="1449524869" sldId="299"/>
            <ac:graphicFrameMk id="10" creationId="{C41594E9-2BAC-4639-6EE0-6DBB1DC1C288}"/>
          </ac:graphicFrameMkLst>
        </pc:graphicFrameChg>
      </pc:sldChg>
      <pc:sldChg chg="modSp add mod">
        <pc:chgData name="Subir Parida" userId="5adae42a5ff17c16" providerId="LiveId" clId="{DC17960A-AB11-49EB-A01C-D49F80081FB8}" dt="2024-01-16T20:11:55.166" v="1406" actId="20577"/>
        <pc:sldMkLst>
          <pc:docMk/>
          <pc:sldMk cId="1656213815" sldId="300"/>
        </pc:sldMkLst>
        <pc:spChg chg="mod">
          <ac:chgData name="Subir Parida" userId="5adae42a5ff17c16" providerId="LiveId" clId="{DC17960A-AB11-49EB-A01C-D49F80081FB8}" dt="2024-01-16T20:11:55.166" v="1406" actId="20577"/>
          <ac:spMkLst>
            <pc:docMk/>
            <pc:sldMk cId="1656213815" sldId="300"/>
            <ac:spMk id="2" creationId="{9FD45EEA-DEE2-D357-3BB2-3A464BAD3121}"/>
          </ac:spMkLst>
        </pc:spChg>
      </pc:sldChg>
      <pc:sldChg chg="addSp delSp modSp add del mod">
        <pc:chgData name="Subir Parida" userId="5adae42a5ff17c16" providerId="LiveId" clId="{DC17960A-AB11-49EB-A01C-D49F80081FB8}" dt="2024-01-16T20:14:05.531" v="1425" actId="2696"/>
        <pc:sldMkLst>
          <pc:docMk/>
          <pc:sldMk cId="1404148089" sldId="301"/>
        </pc:sldMkLst>
        <pc:spChg chg="del">
          <ac:chgData name="Subir Parida" userId="5adae42a5ff17c16" providerId="LiveId" clId="{DC17960A-AB11-49EB-A01C-D49F80081FB8}" dt="2024-01-16T20:09:53.932" v="1359" actId="478"/>
          <ac:spMkLst>
            <pc:docMk/>
            <pc:sldMk cId="1404148089" sldId="301"/>
            <ac:spMk id="2" creationId="{C71AC9B0-8039-56E0-F888-7D26BAA5C2FF}"/>
          </ac:spMkLst>
        </pc:spChg>
        <pc:spChg chg="add del mod">
          <ac:chgData name="Subir Parida" userId="5adae42a5ff17c16" providerId="LiveId" clId="{DC17960A-AB11-49EB-A01C-D49F80081FB8}" dt="2024-01-16T20:09:58.302" v="1360" actId="478"/>
          <ac:spMkLst>
            <pc:docMk/>
            <pc:sldMk cId="1404148089" sldId="301"/>
            <ac:spMk id="4" creationId="{6184148F-AB19-021D-1109-34928B4B568D}"/>
          </ac:spMkLst>
        </pc:spChg>
        <pc:spChg chg="add mod">
          <ac:chgData name="Subir Parida" userId="5adae42a5ff17c16" providerId="LiveId" clId="{DC17960A-AB11-49EB-A01C-D49F80081FB8}" dt="2024-01-16T20:10:18.887" v="1374" actId="20577"/>
          <ac:spMkLst>
            <pc:docMk/>
            <pc:sldMk cId="1404148089" sldId="301"/>
            <ac:spMk id="5" creationId="{199A0A84-01FB-D577-F7E5-335C40AF4058}"/>
          </ac:spMkLst>
        </pc:spChg>
      </pc:sldChg>
      <pc:sldChg chg="add">
        <pc:chgData name="Subir Parida" userId="5adae42a5ff17c16" providerId="LiveId" clId="{DC17960A-AB11-49EB-A01C-D49F80081FB8}" dt="2024-01-16T20:14:14.924" v="1426"/>
        <pc:sldMkLst>
          <pc:docMk/>
          <pc:sldMk cId="2272852544" sldId="301"/>
        </pc:sldMkLst>
      </pc:sldChg>
      <pc:sldChg chg="modSp add mod">
        <pc:chgData name="Subir Parida" userId="5adae42a5ff17c16" providerId="LiveId" clId="{DC17960A-AB11-49EB-A01C-D49F80081FB8}" dt="2024-01-16T20:10:36.420" v="1379" actId="20577"/>
        <pc:sldMkLst>
          <pc:docMk/>
          <pc:sldMk cId="2008402149" sldId="302"/>
        </pc:sldMkLst>
        <pc:spChg chg="mod">
          <ac:chgData name="Subir Parida" userId="5adae42a5ff17c16" providerId="LiveId" clId="{DC17960A-AB11-49EB-A01C-D49F80081FB8}" dt="2024-01-16T20:10:36.420" v="1379" actId="20577"/>
          <ac:spMkLst>
            <pc:docMk/>
            <pc:sldMk cId="2008402149" sldId="302"/>
            <ac:spMk id="5" creationId="{199A0A84-01FB-D577-F7E5-335C40AF4058}"/>
          </ac:spMkLst>
        </pc:spChg>
      </pc:sldChg>
      <pc:sldChg chg="modSp add mod">
        <pc:chgData name="Subir Parida" userId="5adae42a5ff17c16" providerId="LiveId" clId="{DC17960A-AB11-49EB-A01C-D49F80081FB8}" dt="2024-01-16T20:11:33.395" v="1397" actId="20577"/>
        <pc:sldMkLst>
          <pc:docMk/>
          <pc:sldMk cId="1378165757" sldId="303"/>
        </pc:sldMkLst>
        <pc:spChg chg="mod">
          <ac:chgData name="Subir Parida" userId="5adae42a5ff17c16" providerId="LiveId" clId="{DC17960A-AB11-49EB-A01C-D49F80081FB8}" dt="2024-01-16T20:11:33.395" v="1397" actId="20577"/>
          <ac:spMkLst>
            <pc:docMk/>
            <pc:sldMk cId="1378165757" sldId="303"/>
            <ac:spMk id="5" creationId="{199A0A84-01FB-D577-F7E5-335C40AF4058}"/>
          </ac:spMkLst>
        </pc:spChg>
      </pc:sldChg>
      <pc:sldChg chg="add">
        <pc:chgData name="Subir Parida" userId="5adae42a5ff17c16" providerId="LiveId" clId="{DC17960A-AB11-49EB-A01C-D49F80081FB8}" dt="2024-01-16T20:15:55.395" v="1427"/>
        <pc:sldMkLst>
          <pc:docMk/>
          <pc:sldMk cId="2480307294" sldId="304"/>
        </pc:sldMkLst>
      </pc:sldChg>
      <pc:sldChg chg="add">
        <pc:chgData name="Subir Parida" userId="5adae42a5ff17c16" providerId="LiveId" clId="{DC17960A-AB11-49EB-A01C-D49F80081FB8}" dt="2024-01-16T20:15:55.395" v="1427"/>
        <pc:sldMkLst>
          <pc:docMk/>
          <pc:sldMk cId="212221708" sldId="305"/>
        </pc:sldMkLst>
      </pc:sldChg>
      <pc:sldChg chg="add">
        <pc:chgData name="Subir Parida" userId="5adae42a5ff17c16" providerId="LiveId" clId="{DC17960A-AB11-49EB-A01C-D49F80081FB8}" dt="2024-01-16T20:15:55.395" v="1427"/>
        <pc:sldMkLst>
          <pc:docMk/>
          <pc:sldMk cId="3533115484" sldId="306"/>
        </pc:sldMkLst>
      </pc:sldChg>
      <pc:sldChg chg="add">
        <pc:chgData name="Subir Parida" userId="5adae42a5ff17c16" providerId="LiveId" clId="{DC17960A-AB11-49EB-A01C-D49F80081FB8}" dt="2024-01-16T20:15:55.395" v="1427"/>
        <pc:sldMkLst>
          <pc:docMk/>
          <pc:sldMk cId="1339213217" sldId="307"/>
        </pc:sldMkLst>
      </pc:sldChg>
      <pc:sldChg chg="add">
        <pc:chgData name="Subir Parida" userId="5adae42a5ff17c16" providerId="LiveId" clId="{DC17960A-AB11-49EB-A01C-D49F80081FB8}" dt="2024-01-16T20:15:55.395" v="1427"/>
        <pc:sldMkLst>
          <pc:docMk/>
          <pc:sldMk cId="320455378" sldId="308"/>
        </pc:sldMkLst>
      </pc:sldChg>
      <pc:sldChg chg="add">
        <pc:chgData name="Subir Parida" userId="5adae42a5ff17c16" providerId="LiveId" clId="{DC17960A-AB11-49EB-A01C-D49F80081FB8}" dt="2024-01-16T20:15:55.395" v="1427"/>
        <pc:sldMkLst>
          <pc:docMk/>
          <pc:sldMk cId="613131756" sldId="309"/>
        </pc:sldMkLst>
      </pc:sldChg>
      <pc:sldChg chg="add">
        <pc:chgData name="Subir Parida" userId="5adae42a5ff17c16" providerId="LiveId" clId="{DC17960A-AB11-49EB-A01C-D49F80081FB8}" dt="2024-01-16T20:15:55.395" v="1427"/>
        <pc:sldMkLst>
          <pc:docMk/>
          <pc:sldMk cId="3083175923" sldId="310"/>
        </pc:sldMkLst>
      </pc:sldChg>
      <pc:sldChg chg="add">
        <pc:chgData name="Subir Parida" userId="5adae42a5ff17c16" providerId="LiveId" clId="{DC17960A-AB11-49EB-A01C-D49F80081FB8}" dt="2024-01-17T05:00:22.676" v="1519"/>
        <pc:sldMkLst>
          <pc:docMk/>
          <pc:sldMk cId="930369616" sldId="311"/>
        </pc:sldMkLst>
      </pc:sldChg>
      <pc:sldChg chg="addSp delSp modSp add mod">
        <pc:chgData name="Subir Parida" userId="5adae42a5ff17c16" providerId="LiveId" clId="{DC17960A-AB11-49EB-A01C-D49F80081FB8}" dt="2024-01-17T05:19:39.003" v="1742" actId="1076"/>
        <pc:sldMkLst>
          <pc:docMk/>
          <pc:sldMk cId="3714125114" sldId="312"/>
        </pc:sldMkLst>
        <pc:graphicFrameChg chg="add mod">
          <ac:chgData name="Subir Parida" userId="5adae42a5ff17c16" providerId="LiveId" clId="{DC17960A-AB11-49EB-A01C-D49F80081FB8}" dt="2024-01-17T05:19:39.003" v="1742" actId="1076"/>
          <ac:graphicFrameMkLst>
            <pc:docMk/>
            <pc:sldMk cId="3714125114" sldId="312"/>
            <ac:graphicFrameMk id="2" creationId="{4A246157-E4D8-E397-7EDE-35A36EDA3DAE}"/>
          </ac:graphicFrameMkLst>
        </pc:graphicFrameChg>
        <pc:graphicFrameChg chg="add mod">
          <ac:chgData name="Subir Parida" userId="5adae42a5ff17c16" providerId="LiveId" clId="{DC17960A-AB11-49EB-A01C-D49F80081FB8}" dt="2024-01-17T05:19:20.484" v="1741" actId="1076"/>
          <ac:graphicFrameMkLst>
            <pc:docMk/>
            <pc:sldMk cId="3714125114" sldId="312"/>
            <ac:graphicFrameMk id="3" creationId="{12B72E8A-EA44-7031-793B-E41A708ED708}"/>
          </ac:graphicFrameMkLst>
        </pc:graphicFrameChg>
        <pc:graphicFrameChg chg="del">
          <ac:chgData name="Subir Parida" userId="5adae42a5ff17c16" providerId="LiveId" clId="{DC17960A-AB11-49EB-A01C-D49F80081FB8}" dt="2024-01-17T05:18:57.982" v="1737" actId="478"/>
          <ac:graphicFrameMkLst>
            <pc:docMk/>
            <pc:sldMk cId="3714125114" sldId="312"/>
            <ac:graphicFrameMk id="7" creationId="{93F829F9-F601-54D2-4FD0-F2A55085E23C}"/>
          </ac:graphicFrameMkLst>
        </pc:graphicFrameChg>
        <pc:graphicFrameChg chg="del mod">
          <ac:chgData name="Subir Parida" userId="5adae42a5ff17c16" providerId="LiveId" clId="{DC17960A-AB11-49EB-A01C-D49F80081FB8}" dt="2024-01-17T05:17:44.984" v="1732" actId="478"/>
          <ac:graphicFrameMkLst>
            <pc:docMk/>
            <pc:sldMk cId="3714125114" sldId="312"/>
            <ac:graphicFrameMk id="8" creationId="{BE2F5A50-FF1E-E4A5-C3BD-A48F916D035C}"/>
          </ac:graphicFrameMkLst>
        </pc:graphicFrameChg>
      </pc:sldChg>
      <pc:sldChg chg="addSp delSp modSp add mod">
        <pc:chgData name="Subir Parida" userId="5adae42a5ff17c16" providerId="LiveId" clId="{DC17960A-AB11-49EB-A01C-D49F80081FB8}" dt="2024-01-17T05:23:36.195" v="1757" actId="1076"/>
        <pc:sldMkLst>
          <pc:docMk/>
          <pc:sldMk cId="4076434929" sldId="313"/>
        </pc:sldMkLst>
        <pc:graphicFrameChg chg="add mod">
          <ac:chgData name="Subir Parida" userId="5adae42a5ff17c16" providerId="LiveId" clId="{DC17960A-AB11-49EB-A01C-D49F80081FB8}" dt="2024-01-17T05:23:36.195" v="1757" actId="1076"/>
          <ac:graphicFrameMkLst>
            <pc:docMk/>
            <pc:sldMk cId="4076434929" sldId="313"/>
            <ac:graphicFrameMk id="2" creationId="{CDA9408D-3244-1F23-FA2F-161B1B77DE66}"/>
          </ac:graphicFrameMkLst>
        </pc:graphicFrameChg>
        <pc:graphicFrameChg chg="add mod">
          <ac:chgData name="Subir Parida" userId="5adae42a5ff17c16" providerId="LiveId" clId="{DC17960A-AB11-49EB-A01C-D49F80081FB8}" dt="2024-01-17T05:23:29.996" v="1756" actId="1076"/>
          <ac:graphicFrameMkLst>
            <pc:docMk/>
            <pc:sldMk cId="4076434929" sldId="313"/>
            <ac:graphicFrameMk id="3" creationId="{6760B92D-AC1F-4C42-AC39-30607E426B23}"/>
          </ac:graphicFrameMkLst>
        </pc:graphicFrameChg>
        <pc:graphicFrameChg chg="del">
          <ac:chgData name="Subir Parida" userId="5adae42a5ff17c16" providerId="LiveId" clId="{DC17960A-AB11-49EB-A01C-D49F80081FB8}" dt="2024-01-17T05:23:18.027" v="1753" actId="478"/>
          <ac:graphicFrameMkLst>
            <pc:docMk/>
            <pc:sldMk cId="4076434929" sldId="313"/>
            <ac:graphicFrameMk id="7" creationId="{93F829F9-F601-54D2-4FD0-F2A55085E23C}"/>
          </ac:graphicFrameMkLst>
        </pc:graphicFrameChg>
        <pc:graphicFrameChg chg="del">
          <ac:chgData name="Subir Parida" userId="5adae42a5ff17c16" providerId="LiveId" clId="{DC17960A-AB11-49EB-A01C-D49F80081FB8}" dt="2024-01-17T05:22:21.346" v="1748" actId="478"/>
          <ac:graphicFrameMkLst>
            <pc:docMk/>
            <pc:sldMk cId="4076434929" sldId="313"/>
            <ac:graphicFrameMk id="8" creationId="{BE2F5A50-FF1E-E4A5-C3BD-A48F916D035C}"/>
          </ac:graphicFrameMkLst>
        </pc:graphicFrameChg>
      </pc:sldChg>
      <pc:sldChg chg="addSp delSp modSp add mod">
        <pc:chgData name="Subir Parida" userId="5adae42a5ff17c16" providerId="LiveId" clId="{DC17960A-AB11-49EB-A01C-D49F80081FB8}" dt="2024-01-17T05:26:46.700" v="1772" actId="1076"/>
        <pc:sldMkLst>
          <pc:docMk/>
          <pc:sldMk cId="1954816640" sldId="314"/>
        </pc:sldMkLst>
        <pc:graphicFrameChg chg="del">
          <ac:chgData name="Subir Parida" userId="5adae42a5ff17c16" providerId="LiveId" clId="{DC17960A-AB11-49EB-A01C-D49F80081FB8}" dt="2024-01-17T05:26:18.426" v="1766" actId="478"/>
          <ac:graphicFrameMkLst>
            <pc:docMk/>
            <pc:sldMk cId="1954816640" sldId="314"/>
            <ac:graphicFrameMk id="2" creationId="{CDA9408D-3244-1F23-FA2F-161B1B77DE66}"/>
          </ac:graphicFrameMkLst>
        </pc:graphicFrameChg>
        <pc:graphicFrameChg chg="del">
          <ac:chgData name="Subir Parida" userId="5adae42a5ff17c16" providerId="LiveId" clId="{DC17960A-AB11-49EB-A01C-D49F80081FB8}" dt="2024-01-17T05:26:22.197" v="1768" actId="478"/>
          <ac:graphicFrameMkLst>
            <pc:docMk/>
            <pc:sldMk cId="1954816640" sldId="314"/>
            <ac:graphicFrameMk id="3" creationId="{6760B92D-AC1F-4C42-AC39-30607E426B23}"/>
          </ac:graphicFrameMkLst>
        </pc:graphicFrameChg>
        <pc:graphicFrameChg chg="add mod">
          <ac:chgData name="Subir Parida" userId="5adae42a5ff17c16" providerId="LiveId" clId="{DC17960A-AB11-49EB-A01C-D49F80081FB8}" dt="2024-01-17T05:26:46.700" v="1772" actId="1076"/>
          <ac:graphicFrameMkLst>
            <pc:docMk/>
            <pc:sldMk cId="1954816640" sldId="314"/>
            <ac:graphicFrameMk id="4" creationId="{7DC75EAF-4940-4359-6F4C-FE1E3EEDDA55}"/>
          </ac:graphicFrameMkLst>
        </pc:graphicFrameChg>
        <pc:graphicFrameChg chg="add mod">
          <ac:chgData name="Subir Parida" userId="5adae42a5ff17c16" providerId="LiveId" clId="{DC17960A-AB11-49EB-A01C-D49F80081FB8}" dt="2024-01-17T05:26:37.721" v="1771" actId="1076"/>
          <ac:graphicFrameMkLst>
            <pc:docMk/>
            <pc:sldMk cId="1954816640" sldId="314"/>
            <ac:graphicFrameMk id="7" creationId="{4C8B5FAF-CDCA-B97E-F61F-3DBF80A205E6}"/>
          </ac:graphicFrameMkLst>
        </pc:graphicFrameChg>
      </pc:sldChg>
      <pc:sldChg chg="addSp delSp modSp add mod">
        <pc:chgData name="Subir Parida" userId="5adae42a5ff17c16" providerId="LiveId" clId="{DC17960A-AB11-49EB-A01C-D49F80081FB8}" dt="2024-01-17T05:31:50.322" v="1791" actId="1076"/>
        <pc:sldMkLst>
          <pc:docMk/>
          <pc:sldMk cId="2654986474" sldId="315"/>
        </pc:sldMkLst>
        <pc:spChg chg="mod">
          <ac:chgData name="Subir Parida" userId="5adae42a5ff17c16" providerId="LiveId" clId="{DC17960A-AB11-49EB-A01C-D49F80081FB8}" dt="2024-01-17T05:31:50.322" v="1791" actId="1076"/>
          <ac:spMkLst>
            <pc:docMk/>
            <pc:sldMk cId="2654986474" sldId="315"/>
            <ac:spMk id="5" creationId="{194D1F85-A882-6F6F-13AB-9BFB56A71BE3}"/>
          </ac:spMkLst>
        </pc:spChg>
        <pc:graphicFrameChg chg="add mod">
          <ac:chgData name="Subir Parida" userId="5adae42a5ff17c16" providerId="LiveId" clId="{DC17960A-AB11-49EB-A01C-D49F80081FB8}" dt="2024-01-17T05:31:39.155" v="1789" actId="14100"/>
          <ac:graphicFrameMkLst>
            <pc:docMk/>
            <pc:sldMk cId="2654986474" sldId="315"/>
            <ac:graphicFrameMk id="2" creationId="{1EA86762-28FB-06FD-8891-1887F7FE8C27}"/>
          </ac:graphicFrameMkLst>
        </pc:graphicFrameChg>
        <pc:graphicFrameChg chg="add mod">
          <ac:chgData name="Subir Parida" userId="5adae42a5ff17c16" providerId="LiveId" clId="{DC17960A-AB11-49EB-A01C-D49F80081FB8}" dt="2024-01-17T05:31:46.365" v="1790" actId="1076"/>
          <ac:graphicFrameMkLst>
            <pc:docMk/>
            <pc:sldMk cId="2654986474" sldId="315"/>
            <ac:graphicFrameMk id="3" creationId="{9720BEFE-407D-C5DD-1F16-29D1E4507CFC}"/>
          </ac:graphicFrameMkLst>
        </pc:graphicFrameChg>
        <pc:graphicFrameChg chg="del">
          <ac:chgData name="Subir Parida" userId="5adae42a5ff17c16" providerId="LiveId" clId="{DC17960A-AB11-49EB-A01C-D49F80081FB8}" dt="2024-01-17T05:31:19.985" v="1784" actId="478"/>
          <ac:graphicFrameMkLst>
            <pc:docMk/>
            <pc:sldMk cId="2654986474" sldId="315"/>
            <ac:graphicFrameMk id="4" creationId="{7DC75EAF-4940-4359-6F4C-FE1E3EEDDA55}"/>
          </ac:graphicFrameMkLst>
        </pc:graphicFrameChg>
        <pc:graphicFrameChg chg="del">
          <ac:chgData name="Subir Parida" userId="5adae42a5ff17c16" providerId="LiveId" clId="{DC17960A-AB11-49EB-A01C-D49F80081FB8}" dt="2024-01-17T05:31:24.995" v="1786" actId="478"/>
          <ac:graphicFrameMkLst>
            <pc:docMk/>
            <pc:sldMk cId="2654986474" sldId="315"/>
            <ac:graphicFrameMk id="7" creationId="{4C8B5FAF-CDCA-B97E-F61F-3DBF80A205E6}"/>
          </ac:graphicFrameMkLst>
        </pc:graphicFrameChg>
      </pc:sldChg>
      <pc:sldChg chg="delSp add mod">
        <pc:chgData name="Subir Parida" userId="5adae42a5ff17c16" providerId="LiveId" clId="{DC17960A-AB11-49EB-A01C-D49F80081FB8}" dt="2024-01-17T05:27:07.908" v="1776" actId="478"/>
        <pc:sldMkLst>
          <pc:docMk/>
          <pc:sldMk cId="1113109495" sldId="316"/>
        </pc:sldMkLst>
        <pc:graphicFrameChg chg="del">
          <ac:chgData name="Subir Parida" userId="5adae42a5ff17c16" providerId="LiveId" clId="{DC17960A-AB11-49EB-A01C-D49F80081FB8}" dt="2024-01-17T05:27:07.908" v="1776" actId="478"/>
          <ac:graphicFrameMkLst>
            <pc:docMk/>
            <pc:sldMk cId="1113109495" sldId="316"/>
            <ac:graphicFrameMk id="4" creationId="{7DC75EAF-4940-4359-6F4C-FE1E3EEDDA55}"/>
          </ac:graphicFrameMkLst>
        </pc:graphicFrameChg>
        <pc:graphicFrameChg chg="del">
          <ac:chgData name="Subir Parida" userId="5adae42a5ff17c16" providerId="LiveId" clId="{DC17960A-AB11-49EB-A01C-D49F80081FB8}" dt="2024-01-17T05:27:06.305" v="1775" actId="478"/>
          <ac:graphicFrameMkLst>
            <pc:docMk/>
            <pc:sldMk cId="1113109495" sldId="316"/>
            <ac:graphicFrameMk id="7" creationId="{4C8B5FAF-CDCA-B97E-F61F-3DBF80A205E6}"/>
          </ac:graphicFrameMkLst>
        </pc:graphicFrameChg>
      </pc:sldChg>
      <pc:sldChg chg="addSp delSp modSp add mod">
        <pc:chgData name="Subir Parida" userId="5adae42a5ff17c16" providerId="LiveId" clId="{DC17960A-AB11-49EB-A01C-D49F80081FB8}" dt="2024-01-17T05:37:19.937" v="1807" actId="1076"/>
        <pc:sldMkLst>
          <pc:docMk/>
          <pc:sldMk cId="1397477579" sldId="317"/>
        </pc:sldMkLst>
        <pc:graphicFrameChg chg="del">
          <ac:chgData name="Subir Parida" userId="5adae42a5ff17c16" providerId="LiveId" clId="{DC17960A-AB11-49EB-A01C-D49F80081FB8}" dt="2024-01-17T05:36:55.108" v="1801" actId="478"/>
          <ac:graphicFrameMkLst>
            <pc:docMk/>
            <pc:sldMk cId="1397477579" sldId="317"/>
            <ac:graphicFrameMk id="2" creationId="{1EA86762-28FB-06FD-8891-1887F7FE8C27}"/>
          </ac:graphicFrameMkLst>
        </pc:graphicFrameChg>
        <pc:graphicFrameChg chg="del">
          <ac:chgData name="Subir Parida" userId="5adae42a5ff17c16" providerId="LiveId" clId="{DC17960A-AB11-49EB-A01C-D49F80081FB8}" dt="2024-01-17T05:36:53.488" v="1800" actId="478"/>
          <ac:graphicFrameMkLst>
            <pc:docMk/>
            <pc:sldMk cId="1397477579" sldId="317"/>
            <ac:graphicFrameMk id="3" creationId="{9720BEFE-407D-C5DD-1F16-29D1E4507CFC}"/>
          </ac:graphicFrameMkLst>
        </pc:graphicFrameChg>
        <pc:graphicFrameChg chg="add mod">
          <ac:chgData name="Subir Parida" userId="5adae42a5ff17c16" providerId="LiveId" clId="{DC17960A-AB11-49EB-A01C-D49F80081FB8}" dt="2024-01-17T05:37:14.149" v="1806" actId="1076"/>
          <ac:graphicFrameMkLst>
            <pc:docMk/>
            <pc:sldMk cId="1397477579" sldId="317"/>
            <ac:graphicFrameMk id="4" creationId="{70779B8D-8BE8-0A0F-3F7C-4CE88BC18ED7}"/>
          </ac:graphicFrameMkLst>
        </pc:graphicFrameChg>
        <pc:graphicFrameChg chg="add mod">
          <ac:chgData name="Subir Parida" userId="5adae42a5ff17c16" providerId="LiveId" clId="{DC17960A-AB11-49EB-A01C-D49F80081FB8}" dt="2024-01-17T05:37:19.937" v="1807" actId="1076"/>
          <ac:graphicFrameMkLst>
            <pc:docMk/>
            <pc:sldMk cId="1397477579" sldId="317"/>
            <ac:graphicFrameMk id="7" creationId="{D2922F86-DC10-9370-F21A-871688E80DA7}"/>
          </ac:graphicFrameMkLst>
        </pc:graphicFrameChg>
      </pc:sldChg>
      <pc:sldChg chg="addSp delSp modSp add mod">
        <pc:chgData name="Subir Parida" userId="5adae42a5ff17c16" providerId="LiveId" clId="{DC17960A-AB11-49EB-A01C-D49F80081FB8}" dt="2024-01-17T05:40:43.688" v="1823" actId="1076"/>
        <pc:sldMkLst>
          <pc:docMk/>
          <pc:sldMk cId="2151113842" sldId="318"/>
        </pc:sldMkLst>
        <pc:graphicFrameChg chg="add mod">
          <ac:chgData name="Subir Parida" userId="5adae42a5ff17c16" providerId="LiveId" clId="{DC17960A-AB11-49EB-A01C-D49F80081FB8}" dt="2024-01-17T05:40:39.172" v="1822" actId="1076"/>
          <ac:graphicFrameMkLst>
            <pc:docMk/>
            <pc:sldMk cId="2151113842" sldId="318"/>
            <ac:graphicFrameMk id="2" creationId="{D7D3F9E1-3E85-98A3-CE04-663F991384A5}"/>
          </ac:graphicFrameMkLst>
        </pc:graphicFrameChg>
        <pc:graphicFrameChg chg="add mod">
          <ac:chgData name="Subir Parida" userId="5adae42a5ff17c16" providerId="LiveId" clId="{DC17960A-AB11-49EB-A01C-D49F80081FB8}" dt="2024-01-17T05:40:43.688" v="1823" actId="1076"/>
          <ac:graphicFrameMkLst>
            <pc:docMk/>
            <pc:sldMk cId="2151113842" sldId="318"/>
            <ac:graphicFrameMk id="3" creationId="{CBB83E64-8FBB-F977-E8E9-AA582D9F6C85}"/>
          </ac:graphicFrameMkLst>
        </pc:graphicFrameChg>
        <pc:graphicFrameChg chg="del">
          <ac:chgData name="Subir Parida" userId="5adae42a5ff17c16" providerId="LiveId" clId="{DC17960A-AB11-49EB-A01C-D49F80081FB8}" dt="2024-01-17T05:40:21.028" v="1818" actId="478"/>
          <ac:graphicFrameMkLst>
            <pc:docMk/>
            <pc:sldMk cId="2151113842" sldId="318"/>
            <ac:graphicFrameMk id="4" creationId="{70779B8D-8BE8-0A0F-3F7C-4CE88BC18ED7}"/>
          </ac:graphicFrameMkLst>
        </pc:graphicFrameChg>
        <pc:graphicFrameChg chg="del">
          <ac:chgData name="Subir Parida" userId="5adae42a5ff17c16" providerId="LiveId" clId="{DC17960A-AB11-49EB-A01C-D49F80081FB8}" dt="2024-01-17T05:40:11.806" v="1816" actId="478"/>
          <ac:graphicFrameMkLst>
            <pc:docMk/>
            <pc:sldMk cId="2151113842" sldId="318"/>
            <ac:graphicFrameMk id="7" creationId="{D2922F86-DC10-9370-F21A-871688E80DA7}"/>
          </ac:graphicFrameMkLst>
        </pc:graphicFrameChg>
      </pc:sldChg>
      <pc:sldChg chg="addSp delSp modSp add mod">
        <pc:chgData name="Subir Parida" userId="5adae42a5ff17c16" providerId="LiveId" clId="{DC17960A-AB11-49EB-A01C-D49F80081FB8}" dt="2024-01-17T05:49:30.684" v="2093" actId="1076"/>
        <pc:sldMkLst>
          <pc:docMk/>
          <pc:sldMk cId="3602797273" sldId="319"/>
        </pc:sldMkLst>
        <pc:spChg chg="del">
          <ac:chgData name="Subir Parida" userId="5adae42a5ff17c16" providerId="LiveId" clId="{DC17960A-AB11-49EB-A01C-D49F80081FB8}" dt="2024-01-17T05:41:29.491" v="1828" actId="478"/>
          <ac:spMkLst>
            <pc:docMk/>
            <pc:sldMk cId="3602797273" sldId="319"/>
            <ac:spMk id="2" creationId="{C9E9ACBE-671C-1C8B-E2E3-CD0D1E835A38}"/>
          </ac:spMkLst>
        </pc:spChg>
        <pc:spChg chg="mod">
          <ac:chgData name="Subir Parida" userId="5adae42a5ff17c16" providerId="LiveId" clId="{DC17960A-AB11-49EB-A01C-D49F80081FB8}" dt="2024-01-17T05:41:40.680" v="1857" actId="6549"/>
          <ac:spMkLst>
            <pc:docMk/>
            <pc:sldMk cId="3602797273" sldId="319"/>
            <ac:spMk id="6" creationId="{00000000-0000-0000-0000-000000000000}"/>
          </ac:spMkLst>
        </pc:spChg>
        <pc:spChg chg="del">
          <ac:chgData name="Subir Parida" userId="5adae42a5ff17c16" providerId="LiveId" clId="{DC17960A-AB11-49EB-A01C-D49F80081FB8}" dt="2024-01-17T05:41:29.491" v="1828" actId="478"/>
          <ac:spMkLst>
            <pc:docMk/>
            <pc:sldMk cId="3602797273" sldId="319"/>
            <ac:spMk id="7" creationId="{DA0F25E0-BD63-F91F-80F4-2163A75B0588}"/>
          </ac:spMkLst>
        </pc:spChg>
        <pc:spChg chg="del">
          <ac:chgData name="Subir Parida" userId="5adae42a5ff17c16" providerId="LiveId" clId="{DC17960A-AB11-49EB-A01C-D49F80081FB8}" dt="2024-01-17T05:41:29.491" v="1828" actId="478"/>
          <ac:spMkLst>
            <pc:docMk/>
            <pc:sldMk cId="3602797273" sldId="319"/>
            <ac:spMk id="8" creationId="{507293F9-18DC-4462-47EB-2E2BBD2E93FC}"/>
          </ac:spMkLst>
        </pc:spChg>
        <pc:spChg chg="del">
          <ac:chgData name="Subir Parida" userId="5adae42a5ff17c16" providerId="LiveId" clId="{DC17960A-AB11-49EB-A01C-D49F80081FB8}" dt="2024-01-17T05:41:29.491" v="1828" actId="478"/>
          <ac:spMkLst>
            <pc:docMk/>
            <pc:sldMk cId="3602797273" sldId="319"/>
            <ac:spMk id="10" creationId="{1B5B8554-1F98-2F8C-0FAA-D9EF0693B23F}"/>
          </ac:spMkLst>
        </pc:spChg>
        <pc:spChg chg="add mod">
          <ac:chgData name="Subir Parida" userId="5adae42a5ff17c16" providerId="LiveId" clId="{DC17960A-AB11-49EB-A01C-D49F80081FB8}" dt="2024-01-17T05:46:49.270" v="1904" actId="1076"/>
          <ac:spMkLst>
            <pc:docMk/>
            <pc:sldMk cId="3602797273" sldId="319"/>
            <ac:spMk id="12" creationId="{152251DE-6A8F-C52A-0DD7-28910A9002F8}"/>
          </ac:spMkLst>
        </pc:spChg>
        <pc:spChg chg="add mod">
          <ac:chgData name="Subir Parida" userId="5adae42a5ff17c16" providerId="LiveId" clId="{DC17960A-AB11-49EB-A01C-D49F80081FB8}" dt="2024-01-17T05:46:24.974" v="1901" actId="1076"/>
          <ac:spMkLst>
            <pc:docMk/>
            <pc:sldMk cId="3602797273" sldId="319"/>
            <ac:spMk id="13" creationId="{2DB2FF21-7A4E-5B87-A1AC-D7B53011CA6C}"/>
          </ac:spMkLst>
        </pc:spChg>
        <pc:spChg chg="add mod">
          <ac:chgData name="Subir Parida" userId="5adae42a5ff17c16" providerId="LiveId" clId="{DC17960A-AB11-49EB-A01C-D49F80081FB8}" dt="2024-01-17T05:46:19.500" v="1900" actId="1076"/>
          <ac:spMkLst>
            <pc:docMk/>
            <pc:sldMk cId="3602797273" sldId="319"/>
            <ac:spMk id="14" creationId="{B71EDE5C-8A2C-F395-B6D3-B9C379880489}"/>
          </ac:spMkLst>
        </pc:spChg>
        <pc:spChg chg="add mod">
          <ac:chgData name="Subir Parida" userId="5adae42a5ff17c16" providerId="LiveId" clId="{DC17960A-AB11-49EB-A01C-D49F80081FB8}" dt="2024-01-17T05:47:00.014" v="1905" actId="1076"/>
          <ac:spMkLst>
            <pc:docMk/>
            <pc:sldMk cId="3602797273" sldId="319"/>
            <ac:spMk id="15" creationId="{A85F3EC8-52E1-8761-EF86-21A4D94CF26D}"/>
          </ac:spMkLst>
        </pc:spChg>
        <pc:graphicFrameChg chg="del">
          <ac:chgData name="Subir Parida" userId="5adae42a5ff17c16" providerId="LiveId" clId="{DC17960A-AB11-49EB-A01C-D49F80081FB8}" dt="2024-01-17T05:41:29.491" v="1828" actId="478"/>
          <ac:graphicFrameMkLst>
            <pc:docMk/>
            <pc:sldMk cId="3602797273" sldId="319"/>
            <ac:graphicFrameMk id="3" creationId="{E167F9F6-974A-275C-095E-6DBD84FF49AF}"/>
          </ac:graphicFrameMkLst>
        </pc:graphicFrameChg>
        <pc:graphicFrameChg chg="del">
          <ac:chgData name="Subir Parida" userId="5adae42a5ff17c16" providerId="LiveId" clId="{DC17960A-AB11-49EB-A01C-D49F80081FB8}" dt="2024-01-17T05:41:29.491" v="1828" actId="478"/>
          <ac:graphicFrameMkLst>
            <pc:docMk/>
            <pc:sldMk cId="3602797273" sldId="319"/>
            <ac:graphicFrameMk id="4" creationId="{A52229EA-0F56-7771-F61D-AA4477DB09EC}"/>
          </ac:graphicFrameMkLst>
        </pc:graphicFrameChg>
        <pc:graphicFrameChg chg="del">
          <ac:chgData name="Subir Parida" userId="5adae42a5ff17c16" providerId="LiveId" clId="{DC17960A-AB11-49EB-A01C-D49F80081FB8}" dt="2024-01-17T05:41:29.491" v="1828" actId="478"/>
          <ac:graphicFrameMkLst>
            <pc:docMk/>
            <pc:sldMk cId="3602797273" sldId="319"/>
            <ac:graphicFrameMk id="5" creationId="{E5D1D8DA-E7A3-EC41-0250-C7BD300B2554}"/>
          </ac:graphicFrameMkLst>
        </pc:graphicFrameChg>
        <pc:graphicFrameChg chg="del">
          <ac:chgData name="Subir Parida" userId="5adae42a5ff17c16" providerId="LiveId" clId="{DC17960A-AB11-49EB-A01C-D49F80081FB8}" dt="2024-01-17T05:41:29.491" v="1828" actId="478"/>
          <ac:graphicFrameMkLst>
            <pc:docMk/>
            <pc:sldMk cId="3602797273" sldId="319"/>
            <ac:graphicFrameMk id="9" creationId="{37BA96A7-7B00-D537-04E9-65B6AEC55F7E}"/>
          </ac:graphicFrameMkLst>
        </pc:graphicFrameChg>
        <pc:graphicFrameChg chg="add mod">
          <ac:chgData name="Subir Parida" userId="5adae42a5ff17c16" providerId="LiveId" clId="{DC17960A-AB11-49EB-A01C-D49F80081FB8}" dt="2024-01-17T05:49:20.532" v="2092" actId="1076"/>
          <ac:graphicFrameMkLst>
            <pc:docMk/>
            <pc:sldMk cId="3602797273" sldId="319"/>
            <ac:graphicFrameMk id="11" creationId="{375F34B9-3AA8-8AFD-2ECC-110ED5DB28E4}"/>
          </ac:graphicFrameMkLst>
        </pc:graphicFrameChg>
        <pc:graphicFrameChg chg="add mod">
          <ac:chgData name="Subir Parida" userId="5adae42a5ff17c16" providerId="LiveId" clId="{DC17960A-AB11-49EB-A01C-D49F80081FB8}" dt="2024-01-17T05:49:30.684" v="2093" actId="1076"/>
          <ac:graphicFrameMkLst>
            <pc:docMk/>
            <pc:sldMk cId="3602797273" sldId="319"/>
            <ac:graphicFrameMk id="16" creationId="{8F4BAF9D-7E3B-6396-064C-0402F29F09D8}"/>
          </ac:graphicFrameMkLst>
        </pc:graphicFrameChg>
        <pc:graphicFrameChg chg="add del mod">
          <ac:chgData name="Subir Parida" userId="5adae42a5ff17c16" providerId="LiveId" clId="{DC17960A-AB11-49EB-A01C-D49F80081FB8}" dt="2024-01-17T05:44:10.824" v="1878" actId="21"/>
          <ac:graphicFrameMkLst>
            <pc:docMk/>
            <pc:sldMk cId="3602797273" sldId="319"/>
            <ac:graphicFrameMk id="17" creationId="{21BDB136-9406-27A2-8A8A-9E86CFCB411E}"/>
          </ac:graphicFrameMkLst>
        </pc:graphicFrameChg>
        <pc:graphicFrameChg chg="add mod">
          <ac:chgData name="Subir Parida" userId="5adae42a5ff17c16" providerId="LiveId" clId="{DC17960A-AB11-49EB-A01C-D49F80081FB8}" dt="2024-01-17T05:48:56.903" v="2085" actId="14100"/>
          <ac:graphicFrameMkLst>
            <pc:docMk/>
            <pc:sldMk cId="3602797273" sldId="319"/>
            <ac:graphicFrameMk id="18" creationId="{CC872549-022B-7271-2E14-E22A0614B293}"/>
          </ac:graphicFrameMkLst>
        </pc:graphicFrameChg>
        <pc:graphicFrameChg chg="add del mod">
          <ac:chgData name="Subir Parida" userId="5adae42a5ff17c16" providerId="LiveId" clId="{DC17960A-AB11-49EB-A01C-D49F80081FB8}" dt="2024-01-17T05:44:50.136" v="1884" actId="21"/>
          <ac:graphicFrameMkLst>
            <pc:docMk/>
            <pc:sldMk cId="3602797273" sldId="319"/>
            <ac:graphicFrameMk id="19" creationId="{B51DDEB5-1045-89DF-A261-B3E7B9D2004C}"/>
          </ac:graphicFrameMkLst>
        </pc:graphicFrameChg>
        <pc:graphicFrameChg chg="add del mod">
          <ac:chgData name="Subir Parida" userId="5adae42a5ff17c16" providerId="LiveId" clId="{DC17960A-AB11-49EB-A01C-D49F80081FB8}" dt="2024-01-17T05:45:24.612" v="1889" actId="21"/>
          <ac:graphicFrameMkLst>
            <pc:docMk/>
            <pc:sldMk cId="3602797273" sldId="319"/>
            <ac:graphicFrameMk id="20" creationId="{FCECAB3F-561C-BDDF-0DAD-EC2A98F5DEDE}"/>
          </ac:graphicFrameMkLst>
        </pc:graphicFrameChg>
        <pc:graphicFrameChg chg="add mod">
          <ac:chgData name="Subir Parida" userId="5adae42a5ff17c16" providerId="LiveId" clId="{DC17960A-AB11-49EB-A01C-D49F80081FB8}" dt="2024-01-17T05:49:02.849" v="2089" actId="14100"/>
          <ac:graphicFrameMkLst>
            <pc:docMk/>
            <pc:sldMk cId="3602797273" sldId="319"/>
            <ac:graphicFrameMk id="21" creationId="{2A909057-274E-54B1-D0C5-42FB189E998B}"/>
          </ac:graphicFrameMkLst>
        </pc:graphicFrameChg>
      </pc:sldChg>
      <pc:sldChg chg="addSp modSp add mod">
        <pc:chgData name="Subir Parida" userId="5adae42a5ff17c16" providerId="LiveId" clId="{DC17960A-AB11-49EB-A01C-D49F80081FB8}" dt="2024-01-17T05:50:54.291" v="2130" actId="1037"/>
        <pc:sldMkLst>
          <pc:docMk/>
          <pc:sldMk cId="737586626" sldId="320"/>
        </pc:sldMkLst>
        <pc:spChg chg="add mod">
          <ac:chgData name="Subir Parida" userId="5adae42a5ff17c16" providerId="LiveId" clId="{DC17960A-AB11-49EB-A01C-D49F80081FB8}" dt="2024-01-17T05:47:39.159" v="1908"/>
          <ac:spMkLst>
            <pc:docMk/>
            <pc:sldMk cId="737586626" sldId="320"/>
            <ac:spMk id="3" creationId="{6F93DBB2-EE44-74E0-0864-E5B433F494C6}"/>
          </ac:spMkLst>
        </pc:spChg>
        <pc:spChg chg="add mod">
          <ac:chgData name="Subir Parida" userId="5adae42a5ff17c16" providerId="LiveId" clId="{DC17960A-AB11-49EB-A01C-D49F80081FB8}" dt="2024-01-17T05:47:39.159" v="1908"/>
          <ac:spMkLst>
            <pc:docMk/>
            <pc:sldMk cId="737586626" sldId="320"/>
            <ac:spMk id="4" creationId="{8B083378-37FA-D3D1-55C0-84E17C1ECC27}"/>
          </ac:spMkLst>
        </pc:spChg>
        <pc:spChg chg="add mod">
          <ac:chgData name="Subir Parida" userId="5adae42a5ff17c16" providerId="LiveId" clId="{DC17960A-AB11-49EB-A01C-D49F80081FB8}" dt="2024-01-17T05:47:39.159" v="1908"/>
          <ac:spMkLst>
            <pc:docMk/>
            <pc:sldMk cId="737586626" sldId="320"/>
            <ac:spMk id="5" creationId="{63BC4A10-DF38-365D-39EE-75EE0A433ACC}"/>
          </ac:spMkLst>
        </pc:spChg>
        <pc:spChg chg="mod">
          <ac:chgData name="Subir Parida" userId="5adae42a5ff17c16" providerId="LiveId" clId="{DC17960A-AB11-49EB-A01C-D49F80081FB8}" dt="2024-01-17T05:41:55.166" v="1868" actId="20577"/>
          <ac:spMkLst>
            <pc:docMk/>
            <pc:sldMk cId="737586626" sldId="320"/>
            <ac:spMk id="6" creationId="{00000000-0000-0000-0000-000000000000}"/>
          </ac:spMkLst>
        </pc:spChg>
        <pc:spChg chg="add mod">
          <ac:chgData name="Subir Parida" userId="5adae42a5ff17c16" providerId="LiveId" clId="{DC17960A-AB11-49EB-A01C-D49F80081FB8}" dt="2024-01-17T05:47:39.159" v="1908"/>
          <ac:spMkLst>
            <pc:docMk/>
            <pc:sldMk cId="737586626" sldId="320"/>
            <ac:spMk id="7" creationId="{6454BA89-1E73-EA2B-0EA7-FD904CF73EBC}"/>
          </ac:spMkLst>
        </pc:spChg>
        <pc:graphicFrameChg chg="add mod">
          <ac:chgData name="Subir Parida" userId="5adae42a5ff17c16" providerId="LiveId" clId="{DC17960A-AB11-49EB-A01C-D49F80081FB8}" dt="2024-01-17T05:49:56.413" v="2114" actId="1076"/>
          <ac:graphicFrameMkLst>
            <pc:docMk/>
            <pc:sldMk cId="737586626" sldId="320"/>
            <ac:graphicFrameMk id="2" creationId="{4D2F23CE-EA43-5227-EC3A-F519B41C4D39}"/>
          </ac:graphicFrameMkLst>
        </pc:graphicFrameChg>
        <pc:graphicFrameChg chg="add mod">
          <ac:chgData name="Subir Parida" userId="5adae42a5ff17c16" providerId="LiveId" clId="{DC17960A-AB11-49EB-A01C-D49F80081FB8}" dt="2024-01-17T05:50:54.291" v="2130" actId="1037"/>
          <ac:graphicFrameMkLst>
            <pc:docMk/>
            <pc:sldMk cId="737586626" sldId="320"/>
            <ac:graphicFrameMk id="17" creationId="{21BDB136-9406-27A2-8A8A-9E86CFCB411E}"/>
          </ac:graphicFrameMkLst>
        </pc:graphicFrameChg>
        <pc:graphicFrameChg chg="add mod">
          <ac:chgData name="Subir Parida" userId="5adae42a5ff17c16" providerId="LiveId" clId="{DC17960A-AB11-49EB-A01C-D49F80081FB8}" dt="2024-01-17T05:50:54.291" v="2130" actId="1037"/>
          <ac:graphicFrameMkLst>
            <pc:docMk/>
            <pc:sldMk cId="737586626" sldId="320"/>
            <ac:graphicFrameMk id="19" creationId="{B51DDEB5-1045-89DF-A261-B3E7B9D2004C}"/>
          </ac:graphicFrameMkLst>
        </pc:graphicFrameChg>
        <pc:graphicFrameChg chg="add mod">
          <ac:chgData name="Subir Parida" userId="5adae42a5ff17c16" providerId="LiveId" clId="{DC17960A-AB11-49EB-A01C-D49F80081FB8}" dt="2024-01-17T05:50:21.710" v="2116" actId="1076"/>
          <ac:graphicFrameMkLst>
            <pc:docMk/>
            <pc:sldMk cId="737586626" sldId="320"/>
            <ac:graphicFrameMk id="20" creationId="{FCECAB3F-561C-BDDF-0DAD-EC2A98F5DEDE}"/>
          </ac:graphicFrameMkLst>
        </pc:graphicFrameChg>
      </pc:sldChg>
      <pc:sldChg chg="addSp delSp modSp add mod">
        <pc:chgData name="Subir Parida" userId="5adae42a5ff17c16" providerId="LiveId" clId="{DC17960A-AB11-49EB-A01C-D49F80081FB8}" dt="2024-01-17T05:54:34.155" v="2540" actId="1076"/>
        <pc:sldMkLst>
          <pc:docMk/>
          <pc:sldMk cId="2094475131" sldId="321"/>
        </pc:sldMkLst>
        <pc:spChg chg="add mod">
          <ac:chgData name="Subir Parida" userId="5adae42a5ff17c16" providerId="LiveId" clId="{DC17960A-AB11-49EB-A01C-D49F80081FB8}" dt="2024-01-17T05:47:44.148" v="1909"/>
          <ac:spMkLst>
            <pc:docMk/>
            <pc:sldMk cId="2094475131" sldId="321"/>
            <ac:spMk id="2" creationId="{4A3BBF1E-035C-9C46-EE8A-D797C78C53DB}"/>
          </ac:spMkLst>
        </pc:spChg>
        <pc:spChg chg="add mod">
          <ac:chgData name="Subir Parida" userId="5adae42a5ff17c16" providerId="LiveId" clId="{DC17960A-AB11-49EB-A01C-D49F80081FB8}" dt="2024-01-17T05:47:44.148" v="1909"/>
          <ac:spMkLst>
            <pc:docMk/>
            <pc:sldMk cId="2094475131" sldId="321"/>
            <ac:spMk id="3" creationId="{2C7C4C4A-49C5-5BF7-25C6-A83D28B14206}"/>
          </ac:spMkLst>
        </pc:spChg>
        <pc:spChg chg="add mod">
          <ac:chgData name="Subir Parida" userId="5adae42a5ff17c16" providerId="LiveId" clId="{DC17960A-AB11-49EB-A01C-D49F80081FB8}" dt="2024-01-17T05:47:44.148" v="1909"/>
          <ac:spMkLst>
            <pc:docMk/>
            <pc:sldMk cId="2094475131" sldId="321"/>
            <ac:spMk id="4" creationId="{AD880FCC-1202-A4B3-CBEF-BC3B37E50691}"/>
          </ac:spMkLst>
        </pc:spChg>
        <pc:spChg chg="add mod">
          <ac:chgData name="Subir Parida" userId="5adae42a5ff17c16" providerId="LiveId" clId="{DC17960A-AB11-49EB-A01C-D49F80081FB8}" dt="2024-01-17T05:47:44.148" v="1909"/>
          <ac:spMkLst>
            <pc:docMk/>
            <pc:sldMk cId="2094475131" sldId="321"/>
            <ac:spMk id="5" creationId="{B208D258-E8AF-127C-9235-52547B0453B3}"/>
          </ac:spMkLst>
        </pc:spChg>
        <pc:graphicFrameChg chg="add mod">
          <ac:chgData name="Subir Parida" userId="5adae42a5ff17c16" providerId="LiveId" clId="{DC17960A-AB11-49EB-A01C-D49F80081FB8}" dt="2024-01-17T05:54:17.235" v="2538" actId="1076"/>
          <ac:graphicFrameMkLst>
            <pc:docMk/>
            <pc:sldMk cId="2094475131" sldId="321"/>
            <ac:graphicFrameMk id="7" creationId="{C3EEE630-0C85-78DE-7CA1-3D4FCEF6B007}"/>
          </ac:graphicFrameMkLst>
        </pc:graphicFrameChg>
        <pc:graphicFrameChg chg="add del mod">
          <ac:chgData name="Subir Parida" userId="5adae42a5ff17c16" providerId="LiveId" clId="{DC17960A-AB11-49EB-A01C-D49F80081FB8}" dt="2024-01-17T05:51:24.605" v="2132" actId="21"/>
          <ac:graphicFrameMkLst>
            <pc:docMk/>
            <pc:sldMk cId="2094475131" sldId="321"/>
            <ac:graphicFrameMk id="8" creationId="{B26EABA3-F85F-116A-4659-494B00BBDC71}"/>
          </ac:graphicFrameMkLst>
        </pc:graphicFrameChg>
        <pc:graphicFrameChg chg="add mod">
          <ac:chgData name="Subir Parida" userId="5adae42a5ff17c16" providerId="LiveId" clId="{DC17960A-AB11-49EB-A01C-D49F80081FB8}" dt="2024-01-17T05:51:53.174" v="2135"/>
          <ac:graphicFrameMkLst>
            <pc:docMk/>
            <pc:sldMk cId="2094475131" sldId="321"/>
            <ac:graphicFrameMk id="9" creationId="{CB25741E-1E98-EE2F-DEBD-06D2FF643ADE}"/>
          </ac:graphicFrameMkLst>
        </pc:graphicFrameChg>
        <pc:graphicFrameChg chg="add mod">
          <ac:chgData name="Subir Parida" userId="5adae42a5ff17c16" providerId="LiveId" clId="{DC17960A-AB11-49EB-A01C-D49F80081FB8}" dt="2024-01-17T05:51:53.174" v="2135"/>
          <ac:graphicFrameMkLst>
            <pc:docMk/>
            <pc:sldMk cId="2094475131" sldId="321"/>
            <ac:graphicFrameMk id="10" creationId="{8B211C79-E1F2-6402-59E9-3A7A38AAA5C6}"/>
          </ac:graphicFrameMkLst>
        </pc:graphicFrameChg>
        <pc:graphicFrameChg chg="add del mod">
          <ac:chgData name="Subir Parida" userId="5adae42a5ff17c16" providerId="LiveId" clId="{DC17960A-AB11-49EB-A01C-D49F80081FB8}" dt="2024-01-17T05:52:11.526" v="2138" actId="21"/>
          <ac:graphicFrameMkLst>
            <pc:docMk/>
            <pc:sldMk cId="2094475131" sldId="321"/>
            <ac:graphicFrameMk id="11" creationId="{4058FC3D-5CD3-2ABE-D346-5DF033DF0ACE}"/>
          </ac:graphicFrameMkLst>
        </pc:graphicFrameChg>
        <pc:graphicFrameChg chg="add mod">
          <ac:chgData name="Subir Parida" userId="5adae42a5ff17c16" providerId="LiveId" clId="{DC17960A-AB11-49EB-A01C-D49F80081FB8}" dt="2024-01-17T05:54:34.155" v="2540" actId="1076"/>
          <ac:graphicFrameMkLst>
            <pc:docMk/>
            <pc:sldMk cId="2094475131" sldId="321"/>
            <ac:graphicFrameMk id="12" creationId="{A5A8D794-CB58-AEA6-C871-C8983461F67B}"/>
          </ac:graphicFrameMkLst>
        </pc:graphicFrameChg>
        <pc:graphicFrameChg chg="add mod">
          <ac:chgData name="Subir Parida" userId="5adae42a5ff17c16" providerId="LiveId" clId="{DC17960A-AB11-49EB-A01C-D49F80081FB8}" dt="2024-01-17T05:54:28.327" v="2539" actId="1076"/>
          <ac:graphicFrameMkLst>
            <pc:docMk/>
            <pc:sldMk cId="2094475131" sldId="321"/>
            <ac:graphicFrameMk id="13" creationId="{1E828A3F-06ED-365F-4D43-301C733F6AAB}"/>
          </ac:graphicFrameMkLst>
        </pc:graphicFrameChg>
        <pc:graphicFrameChg chg="add del mod">
          <ac:chgData name="Subir Parida" userId="5adae42a5ff17c16" providerId="LiveId" clId="{DC17960A-AB11-49EB-A01C-D49F80081FB8}" dt="2024-01-17T05:52:47.052" v="2145" actId="21"/>
          <ac:graphicFrameMkLst>
            <pc:docMk/>
            <pc:sldMk cId="2094475131" sldId="321"/>
            <ac:graphicFrameMk id="14" creationId="{43A5E035-C63C-7486-0D29-4CEB542771DD}"/>
          </ac:graphicFrameMkLst>
        </pc:graphicFrameChg>
      </pc:sldChg>
      <pc:sldChg chg="addSp modSp add mod">
        <pc:chgData name="Subir Parida" userId="5adae42a5ff17c16" providerId="LiveId" clId="{DC17960A-AB11-49EB-A01C-D49F80081FB8}" dt="2024-01-17T05:55:44.681" v="2553" actId="1036"/>
        <pc:sldMkLst>
          <pc:docMk/>
          <pc:sldMk cId="651250364" sldId="322"/>
        </pc:sldMkLst>
        <pc:spChg chg="add mod">
          <ac:chgData name="Subir Parida" userId="5adae42a5ff17c16" providerId="LiveId" clId="{DC17960A-AB11-49EB-A01C-D49F80081FB8}" dt="2024-01-17T05:47:46.532" v="1910"/>
          <ac:spMkLst>
            <pc:docMk/>
            <pc:sldMk cId="651250364" sldId="322"/>
            <ac:spMk id="2" creationId="{CC05ACBE-20FC-D7F7-EFDD-EBBA930C2092}"/>
          </ac:spMkLst>
        </pc:spChg>
        <pc:spChg chg="add mod">
          <ac:chgData name="Subir Parida" userId="5adae42a5ff17c16" providerId="LiveId" clId="{DC17960A-AB11-49EB-A01C-D49F80081FB8}" dt="2024-01-17T05:47:46.532" v="1910"/>
          <ac:spMkLst>
            <pc:docMk/>
            <pc:sldMk cId="651250364" sldId="322"/>
            <ac:spMk id="3" creationId="{40349295-1BFD-CD63-6BB8-110873BA30E0}"/>
          </ac:spMkLst>
        </pc:spChg>
        <pc:spChg chg="add mod">
          <ac:chgData name="Subir Parida" userId="5adae42a5ff17c16" providerId="LiveId" clId="{DC17960A-AB11-49EB-A01C-D49F80081FB8}" dt="2024-01-17T05:47:46.532" v="1910"/>
          <ac:spMkLst>
            <pc:docMk/>
            <pc:sldMk cId="651250364" sldId="322"/>
            <ac:spMk id="4" creationId="{FB21F0D0-A889-DBCA-E65E-F3B9589EA544}"/>
          </ac:spMkLst>
        </pc:spChg>
        <pc:spChg chg="add mod">
          <ac:chgData name="Subir Parida" userId="5adae42a5ff17c16" providerId="LiveId" clId="{DC17960A-AB11-49EB-A01C-D49F80081FB8}" dt="2024-01-17T05:47:46.532" v="1910"/>
          <ac:spMkLst>
            <pc:docMk/>
            <pc:sldMk cId="651250364" sldId="322"/>
            <ac:spMk id="5" creationId="{1B92D8D0-88A0-7ED2-ECB0-754C2C070F46}"/>
          </ac:spMkLst>
        </pc:spChg>
        <pc:graphicFrameChg chg="add mod">
          <ac:chgData name="Subir Parida" userId="5adae42a5ff17c16" providerId="LiveId" clId="{DC17960A-AB11-49EB-A01C-D49F80081FB8}" dt="2024-01-17T05:55:17.326" v="2541" actId="1076"/>
          <ac:graphicFrameMkLst>
            <pc:docMk/>
            <pc:sldMk cId="651250364" sldId="322"/>
            <ac:graphicFrameMk id="8" creationId="{B26EABA3-F85F-116A-4659-494B00BBDC71}"/>
          </ac:graphicFrameMkLst>
        </pc:graphicFrameChg>
        <pc:graphicFrameChg chg="add mod">
          <ac:chgData name="Subir Parida" userId="5adae42a5ff17c16" providerId="LiveId" clId="{DC17960A-AB11-49EB-A01C-D49F80081FB8}" dt="2024-01-17T05:55:44.681" v="2553" actId="1036"/>
          <ac:graphicFrameMkLst>
            <pc:docMk/>
            <pc:sldMk cId="651250364" sldId="322"/>
            <ac:graphicFrameMk id="11" creationId="{4058FC3D-5CD3-2ABE-D346-5DF033DF0ACE}"/>
          </ac:graphicFrameMkLst>
        </pc:graphicFrameChg>
        <pc:graphicFrameChg chg="add mod">
          <ac:chgData name="Subir Parida" userId="5adae42a5ff17c16" providerId="LiveId" clId="{DC17960A-AB11-49EB-A01C-D49F80081FB8}" dt="2024-01-17T05:55:38.391" v="2543" actId="1076"/>
          <ac:graphicFrameMkLst>
            <pc:docMk/>
            <pc:sldMk cId="651250364" sldId="322"/>
            <ac:graphicFrameMk id="14" creationId="{43A5E035-C63C-7486-0D29-4CEB542771DD}"/>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subir\OneDrive\Documents\FairFace-master\test_outputs_trndata.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ubir\OneDrive\Documents\FairFace-master\test_outputs_trndata.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gan-celeba/test_outputs_trndata.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gan-celeba/test_outputs_trndata.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gan-celeba/test_outputs_trndata.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subir\Downloads\fairface_train_data_bia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subir\Downloads\fairface_train_data_bia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subir\Downloads\fairface_train_data_bias.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ata-fairface/fairface_train_data_bias.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ata-fairface/fairface_train_data_bias.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oleObject" Target="file:///C:\Users\subir\Documents\FairFace-master\test_outputs_gen.csv" TargetMode="External"/><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oleObject" Target="file:///C:\Users\subir\Documents\FairFace-master\test_outputs_gen.csv" TargetMode="External"/><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oleObject" Target="file:///C:\Users\subir\Documents\FairFace-master\test_outputs_gen.csv" TargetMode="External"/><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gan-celeba/test_outputs_gen.xlsx" TargetMode="External"/><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gan-celeba/test_outputs_gen.xlsx" TargetMode="External"/><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oleObject" Target="file:///C:\Users\Admin\Downloads\test_outputs_gen_fairface_G110.xlsx" TargetMode="External"/><Relationship Id="rId2" Type="http://schemas.microsoft.com/office/2011/relationships/chartColorStyle" Target="colors31.xml"/><Relationship Id="rId1" Type="http://schemas.microsoft.com/office/2011/relationships/chartStyle" Target="style31.xml"/></Relationships>
</file>

<file path=ppt/charts/_rels/chart32.xml.rels><?xml version="1.0" encoding="UTF-8" standalone="yes"?>
<Relationships xmlns="http://schemas.openxmlformats.org/package/2006/relationships"><Relationship Id="rId3" Type="http://schemas.openxmlformats.org/officeDocument/2006/relationships/oleObject" Target="file:///C:\Users\Admin\Downloads\test_outputs_gen_fairface_G110.xlsx" TargetMode="External"/><Relationship Id="rId2" Type="http://schemas.microsoft.com/office/2011/relationships/chartColorStyle" Target="colors32.xml"/><Relationship Id="rId1" Type="http://schemas.microsoft.com/office/2011/relationships/chartStyle" Target="style32.xml"/></Relationships>
</file>

<file path=ppt/charts/_rels/chart33.xml.rels><?xml version="1.0" encoding="UTF-8" standalone="yes"?>
<Relationships xmlns="http://schemas.openxmlformats.org/package/2006/relationships"><Relationship Id="rId3" Type="http://schemas.openxmlformats.org/officeDocument/2006/relationships/oleObject" Target="file:///C:\Users\Admin\Downloads\test_outputs_gen_fairface_G110.xlsx" TargetMode="External"/><Relationship Id="rId2" Type="http://schemas.microsoft.com/office/2011/relationships/chartColorStyle" Target="colors33.xml"/><Relationship Id="rId1" Type="http://schemas.microsoft.com/office/2011/relationships/chartStyle" Target="style33.xml"/></Relationships>
</file>

<file path=ppt/charts/_rels/chart34.xml.rels><?xml version="1.0" encoding="UTF-8" standalone="yes"?>
<Relationships xmlns="http://schemas.openxmlformats.org/package/2006/relationships"><Relationship Id="rId3" Type="http://schemas.openxmlformats.org/officeDocument/2006/relationships/oleObject" Target="https://d.docs.live.net/5adae42a5ff17c16/Documents/FairFace-master/data-fairface/test_outputs_gen_fairface_G110.xlsx" TargetMode="External"/><Relationship Id="rId2" Type="http://schemas.microsoft.com/office/2011/relationships/chartColorStyle" Target="colors34.xml"/><Relationship Id="rId1" Type="http://schemas.microsoft.com/office/2011/relationships/chartStyle" Target="style34.xml"/></Relationships>
</file>

<file path=ppt/charts/_rels/chart35.xml.rels><?xml version="1.0" encoding="UTF-8" standalone="yes"?>
<Relationships xmlns="http://schemas.openxmlformats.org/package/2006/relationships"><Relationship Id="rId3" Type="http://schemas.openxmlformats.org/officeDocument/2006/relationships/oleObject" Target="https://d.docs.live.net/5adae42a5ff17c16/Documents/FairFace-master/data-fairface/test_outputs_gen_fairface_G110.xlsx" TargetMode="External"/><Relationship Id="rId2" Type="http://schemas.microsoft.com/office/2011/relationships/chartColorStyle" Target="colors35.xml"/><Relationship Id="rId1" Type="http://schemas.microsoft.com/office/2011/relationships/chartStyle" Target="style35.xml"/></Relationships>
</file>

<file path=ppt/charts/_rels/chart36.xml.rels><?xml version="1.0" encoding="UTF-8" standalone="yes"?>
<Relationships xmlns="http://schemas.openxmlformats.org/package/2006/relationships"><Relationship Id="rId3" Type="http://schemas.openxmlformats.org/officeDocument/2006/relationships/oleObject" Target="https://d.docs.live.net/5adae42a5ff17c16/Documents/FairFace-master/test_outputs_gen.xlsx" TargetMode="External"/><Relationship Id="rId2" Type="http://schemas.microsoft.com/office/2011/relationships/chartColorStyle" Target="colors36.xml"/><Relationship Id="rId1" Type="http://schemas.microsoft.com/office/2011/relationships/chartStyle" Target="style36.xml"/></Relationships>
</file>

<file path=ppt/charts/_rels/chart37.xml.rels><?xml version="1.0" encoding="UTF-8" standalone="yes"?>
<Relationships xmlns="http://schemas.openxmlformats.org/package/2006/relationships"><Relationship Id="rId3" Type="http://schemas.openxmlformats.org/officeDocument/2006/relationships/oleObject" Target="https://d.docs.live.net/5adae42a5ff17c16/Documents/FairFace-master/data-celeba_hq/test_outputs_trndata.xlsx" TargetMode="External"/><Relationship Id="rId2" Type="http://schemas.microsoft.com/office/2011/relationships/chartColorStyle" Target="colors37.xml"/><Relationship Id="rId1" Type="http://schemas.microsoft.com/office/2011/relationships/chartStyle" Target="style37.xml"/></Relationships>
</file>

<file path=ppt/charts/_rels/chart38.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38.xml"/><Relationship Id="rId1" Type="http://schemas.microsoft.com/office/2011/relationships/chartStyle" Target="style38.xml"/></Relationships>
</file>

<file path=ppt/charts/_rels/chart39.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39.xml"/><Relationship Id="rId1" Type="http://schemas.microsoft.com/office/2011/relationships/chartStyle" Target="style39.xml"/></Relationships>
</file>

<file path=ppt/charts/_rels/chart40.xml.rels><?xml version="1.0" encoding="UTF-8" standalone="yes"?>
<Relationships xmlns="http://schemas.openxmlformats.org/package/2006/relationships"><Relationship Id="rId3" Type="http://schemas.openxmlformats.org/officeDocument/2006/relationships/oleObject" Target="https://d.docs.live.net/5adae42a5ff17c16/Documents/FairFace-master/test_outputs_gen.xlsx" TargetMode="External"/><Relationship Id="rId2" Type="http://schemas.microsoft.com/office/2011/relationships/chartColorStyle" Target="colors40.xml"/><Relationship Id="rId1" Type="http://schemas.microsoft.com/office/2011/relationships/chartStyle" Target="style40.xml"/></Relationships>
</file>

<file path=ppt/charts/_rels/chart41.xml.rels><?xml version="1.0" encoding="UTF-8" standalone="yes"?>
<Relationships xmlns="http://schemas.openxmlformats.org/package/2006/relationships"><Relationship Id="rId3" Type="http://schemas.openxmlformats.org/officeDocument/2006/relationships/oleObject" Target="https://d.docs.live.net/5adae42a5ff17c16/Documents/FairFace-master/data-celeba_hq/test_outputs_trndata.xlsx" TargetMode="External"/><Relationship Id="rId2" Type="http://schemas.microsoft.com/office/2011/relationships/chartColorStyle" Target="colors41.xml"/><Relationship Id="rId1" Type="http://schemas.microsoft.com/office/2011/relationships/chartStyle" Target="style41.xml"/></Relationships>
</file>

<file path=ppt/charts/_rels/chart42.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42.xml"/><Relationship Id="rId1" Type="http://schemas.microsoft.com/office/2011/relationships/chartStyle" Target="style42.xml"/></Relationships>
</file>

<file path=ppt/charts/_rels/chart43.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43.xml"/><Relationship Id="rId1" Type="http://schemas.microsoft.com/office/2011/relationships/chartStyle" Target="style43.xml"/></Relationships>
</file>

<file path=ppt/charts/_rels/chart44.xml.rels><?xml version="1.0" encoding="UTF-8" standalone="yes"?>
<Relationships xmlns="http://schemas.openxmlformats.org/package/2006/relationships"><Relationship Id="rId3" Type="http://schemas.openxmlformats.org/officeDocument/2006/relationships/oleObject" Target="https://d.docs.live.net/5adae42a5ff17c16/Documents/FairFace-master/test_outputs_gen.xlsx" TargetMode="External"/><Relationship Id="rId2" Type="http://schemas.microsoft.com/office/2011/relationships/chartColorStyle" Target="colors44.xml"/><Relationship Id="rId1" Type="http://schemas.microsoft.com/office/2011/relationships/chartStyle" Target="style44.xml"/></Relationships>
</file>

<file path=ppt/charts/_rels/chart45.xml.rels><?xml version="1.0" encoding="UTF-8" standalone="yes"?>
<Relationships xmlns="http://schemas.openxmlformats.org/package/2006/relationships"><Relationship Id="rId3" Type="http://schemas.openxmlformats.org/officeDocument/2006/relationships/oleObject" Target="https://d.docs.live.net/5adae42a5ff17c16/Documents/FairFace-master/data-celeba_hq/test_outputs_trndata.xlsx" TargetMode="External"/><Relationship Id="rId2" Type="http://schemas.microsoft.com/office/2011/relationships/chartColorStyle" Target="colors45.xml"/><Relationship Id="rId1" Type="http://schemas.microsoft.com/office/2011/relationships/chartStyle" Target="style45.xml"/></Relationships>
</file>

<file path=ppt/charts/_rels/chart46.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46.xml"/><Relationship Id="rId1" Type="http://schemas.microsoft.com/office/2011/relationships/chartStyle" Target="style46.xml"/></Relationships>
</file>

<file path=ppt/charts/_rels/chart47.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47.xml"/><Relationship Id="rId1" Type="http://schemas.microsoft.com/office/2011/relationships/chartStyle" Target="style47.xml"/></Relationships>
</file>

<file path=ppt/charts/_rels/chart48.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gan-celeba/test_outputs_trndata.xlsx" TargetMode="External"/><Relationship Id="rId2" Type="http://schemas.microsoft.com/office/2011/relationships/chartColorStyle" Target="colors48.xml"/><Relationship Id="rId1" Type="http://schemas.microsoft.com/office/2011/relationships/chartStyle" Target="style48.xml"/></Relationships>
</file>

<file path=ppt/charts/_rels/chart49.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49.xml"/><Relationship Id="rId1" Type="http://schemas.microsoft.com/office/2011/relationships/chartStyle" Target="style49.xml"/></Relationships>
</file>

<file path=ppt/charts/_rels/chart50.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gan-celeba/test_outputs_gen.xlsx" TargetMode="External"/><Relationship Id="rId2" Type="http://schemas.microsoft.com/office/2011/relationships/chartColorStyle" Target="colors50.xml"/><Relationship Id="rId1" Type="http://schemas.microsoft.com/office/2011/relationships/chartStyle" Target="style50.xml"/></Relationships>
</file>

<file path=ppt/charts/_rels/chart51.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51.xml"/><Relationship Id="rId1" Type="http://schemas.microsoft.com/office/2011/relationships/chartStyle" Target="style51.xml"/></Relationships>
</file>

<file path=ppt/charts/_rels/chart52.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gan-celeba/test_outputs_trndata.xlsx" TargetMode="External"/><Relationship Id="rId2" Type="http://schemas.microsoft.com/office/2011/relationships/chartColorStyle" Target="colors52.xml"/><Relationship Id="rId1" Type="http://schemas.microsoft.com/office/2011/relationships/chartStyle" Target="style52.xml"/></Relationships>
</file>

<file path=ppt/charts/_rels/chart53.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53.xml"/><Relationship Id="rId1" Type="http://schemas.microsoft.com/office/2011/relationships/chartStyle" Target="style53.xml"/></Relationships>
</file>

<file path=ppt/charts/_rels/chart54.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gan-celeba/test_outputs_gen.xlsx" TargetMode="External"/><Relationship Id="rId2" Type="http://schemas.microsoft.com/office/2011/relationships/chartColorStyle" Target="colors54.xml"/><Relationship Id="rId1" Type="http://schemas.microsoft.com/office/2011/relationships/chartStyle" Target="style54.xml"/></Relationships>
</file>

<file path=ppt/charts/_rels/chart55.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55.xml"/><Relationship Id="rId1" Type="http://schemas.microsoft.com/office/2011/relationships/chartStyle" Target="style55.xml"/></Relationships>
</file>

<file path=ppt/charts/_rels/chart56.xml.rels><?xml version="1.0" encoding="UTF-8" standalone="yes"?>
<Relationships xmlns="http://schemas.openxmlformats.org/package/2006/relationships"><Relationship Id="rId3" Type="http://schemas.openxmlformats.org/officeDocument/2006/relationships/oleObject" Target="https://d.docs.live.net/5adae42a5ff17c16/Documents/FairFace-master/data-fairface/fairface_train_data_bias.xlsx" TargetMode="External"/><Relationship Id="rId2" Type="http://schemas.microsoft.com/office/2011/relationships/chartColorStyle" Target="colors56.xml"/><Relationship Id="rId1" Type="http://schemas.microsoft.com/office/2011/relationships/chartStyle" Target="style56.xml"/></Relationships>
</file>

<file path=ppt/charts/_rels/chart57.xml.rels><?xml version="1.0" encoding="UTF-8" standalone="yes"?>
<Relationships xmlns="http://schemas.openxmlformats.org/package/2006/relationships"><Relationship Id="rId3" Type="http://schemas.openxmlformats.org/officeDocument/2006/relationships/oleObject" Target="file:///C:\Users\Admin\Downloads\test_outputs_gen_fairface_G110.xlsx" TargetMode="External"/><Relationship Id="rId2" Type="http://schemas.microsoft.com/office/2011/relationships/chartColorStyle" Target="colors57.xml"/><Relationship Id="rId1" Type="http://schemas.microsoft.com/office/2011/relationships/chartStyle" Target="style57.xml"/></Relationships>
</file>

<file path=ppt/charts/_rels/chart58.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58.xml"/><Relationship Id="rId1" Type="http://schemas.microsoft.com/office/2011/relationships/chartStyle" Target="style58.xml"/></Relationships>
</file>

<file path=ppt/charts/_rels/chart59.xml.rels><?xml version="1.0" encoding="UTF-8" standalone="yes"?>
<Relationships xmlns="http://schemas.openxmlformats.org/package/2006/relationships"><Relationship Id="rId3" Type="http://schemas.openxmlformats.org/officeDocument/2006/relationships/oleObject" Target="file:///C:\Users\subir\Downloads\fairface_train_data_bias.xlsx" TargetMode="External"/><Relationship Id="rId2" Type="http://schemas.microsoft.com/office/2011/relationships/chartColorStyle" Target="colors59.xml"/><Relationship Id="rId1" Type="http://schemas.microsoft.com/office/2011/relationships/chartStyle" Target="style59.xml"/></Relationships>
</file>

<file path=ppt/charts/_rels/chart60.xml.rels><?xml version="1.0" encoding="UTF-8" standalone="yes"?>
<Relationships xmlns="http://schemas.openxmlformats.org/package/2006/relationships"><Relationship Id="rId3" Type="http://schemas.openxmlformats.org/officeDocument/2006/relationships/oleObject" Target="file:///C:\Users\Admin\Downloads\test_outputs_gen_fairface_G110.xlsx" TargetMode="External"/><Relationship Id="rId2" Type="http://schemas.microsoft.com/office/2011/relationships/chartColorStyle" Target="colors60.xml"/><Relationship Id="rId1" Type="http://schemas.microsoft.com/office/2011/relationships/chartStyle" Target="style60.xml"/></Relationships>
</file>

<file path=ppt/charts/_rels/chart61.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61.xml"/><Relationship Id="rId1" Type="http://schemas.microsoft.com/office/2011/relationships/chartStyle" Target="style61.xml"/></Relationships>
</file>

<file path=ppt/charts/_rels/chart62.xml.rels><?xml version="1.0" encoding="UTF-8" standalone="yes"?>
<Relationships xmlns="http://schemas.openxmlformats.org/package/2006/relationships"><Relationship Id="rId3" Type="http://schemas.openxmlformats.org/officeDocument/2006/relationships/oleObject" Target="file:///C:\Users\subir\Downloads\fairface_train_data_bias.xlsx" TargetMode="External"/><Relationship Id="rId2" Type="http://schemas.microsoft.com/office/2011/relationships/chartColorStyle" Target="colors62.xml"/><Relationship Id="rId1" Type="http://schemas.microsoft.com/office/2011/relationships/chartStyle" Target="style62.xml"/></Relationships>
</file>

<file path=ppt/charts/_rels/chart63.xml.rels><?xml version="1.0" encoding="UTF-8" standalone="yes"?>
<Relationships xmlns="http://schemas.openxmlformats.org/package/2006/relationships"><Relationship Id="rId3" Type="http://schemas.openxmlformats.org/officeDocument/2006/relationships/oleObject" Target="file:///C:\Users\Admin\Downloads\test_outputs_gen_fairface_G110.xlsx" TargetMode="External"/><Relationship Id="rId2" Type="http://schemas.microsoft.com/office/2011/relationships/chartColorStyle" Target="colors63.xml"/><Relationship Id="rId1" Type="http://schemas.microsoft.com/office/2011/relationships/chartStyle" Target="style63.xml"/></Relationships>
</file>

<file path=ppt/charts/_rels/chart64.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64.xml"/><Relationship Id="rId1" Type="http://schemas.microsoft.com/office/2011/relationships/chartStyle" Target="style64.xml"/></Relationships>
</file>

<file path=ppt/charts/_rels/chart65.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ata-fairface/fairface_train_data_bias.xlsx" TargetMode="External"/><Relationship Id="rId2" Type="http://schemas.microsoft.com/office/2011/relationships/chartColorStyle" Target="colors65.xml"/><Relationship Id="rId1" Type="http://schemas.microsoft.com/office/2011/relationships/chartStyle" Target="style65.xml"/></Relationships>
</file>

<file path=ppt/charts/_rels/chart66.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66.xml"/><Relationship Id="rId1" Type="http://schemas.microsoft.com/office/2011/relationships/chartStyle" Target="style66.xml"/></Relationships>
</file>

<file path=ppt/charts/_rels/chart67.xml.rels><?xml version="1.0" encoding="UTF-8" standalone="yes"?>
<Relationships xmlns="http://schemas.openxmlformats.org/package/2006/relationships"><Relationship Id="rId3" Type="http://schemas.openxmlformats.org/officeDocument/2006/relationships/oleObject" Target="https://d.docs.live.net/5adae42a5ff17c16/Documents/FairFace-master/data-fairface/test_outputs_gen_fairface_G110.xlsx" TargetMode="External"/><Relationship Id="rId2" Type="http://schemas.microsoft.com/office/2011/relationships/chartColorStyle" Target="colors67.xml"/><Relationship Id="rId1" Type="http://schemas.microsoft.com/office/2011/relationships/chartStyle" Target="style67.xml"/></Relationships>
</file>

<file path=ppt/charts/_rels/chart68.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ata-fairface/fairface_train_data_bias.xlsx" TargetMode="External"/><Relationship Id="rId2" Type="http://schemas.microsoft.com/office/2011/relationships/chartColorStyle" Target="colors68.xml"/><Relationship Id="rId1" Type="http://schemas.microsoft.com/office/2011/relationships/chartStyle" Target="style68.xml"/></Relationships>
</file>

<file path=ppt/charts/_rels/chart69.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69.xml"/><Relationship Id="rId1" Type="http://schemas.microsoft.com/office/2011/relationships/chartStyle" Target="style69.xml"/></Relationships>
</file>

<file path=ppt/charts/_rels/chart70.xml.rels><?xml version="1.0" encoding="UTF-8" standalone="yes"?>
<Relationships xmlns="http://schemas.openxmlformats.org/package/2006/relationships"><Relationship Id="rId3" Type="http://schemas.openxmlformats.org/officeDocument/2006/relationships/oleObject" Target="https://d.docs.live.net/5adae42a5ff17c16/Documents/FairFace-master/data-fairface/test_outputs_gen_fairface_G110.xlsx" TargetMode="External"/><Relationship Id="rId2" Type="http://schemas.microsoft.com/office/2011/relationships/chartColorStyle" Target="colors70.xml"/><Relationship Id="rId1" Type="http://schemas.microsoft.com/office/2011/relationships/chartStyle" Target="style70.xml"/></Relationships>
</file>

<file path=ppt/charts/_rels/chart71.xml.rels><?xml version="1.0" encoding="UTF-8" standalone="yes"?>
<Relationships xmlns="http://schemas.openxmlformats.org/package/2006/relationships"><Relationship Id="rId3" Type="http://schemas.openxmlformats.org/officeDocument/2006/relationships/oleObject" Target="file:///C:\Users\subir\OneDrive\Documents\FairFace-master\test_outputs_trndata.csv" TargetMode="External"/><Relationship Id="rId2" Type="http://schemas.microsoft.com/office/2011/relationships/chartColorStyle" Target="colors71.xml"/><Relationship Id="rId1" Type="http://schemas.microsoft.com/office/2011/relationships/chartStyle" Target="style71.xml"/></Relationships>
</file>

<file path=ppt/charts/_rels/chart72.xml.rels><?xml version="1.0" encoding="UTF-8" standalone="yes"?>
<Relationships xmlns="http://schemas.openxmlformats.org/package/2006/relationships"><Relationship Id="rId3" Type="http://schemas.openxmlformats.org/officeDocument/2006/relationships/oleObject" Target="file:///C:\Users\subir\OneDrive\Documents\FairFace-master\test_outputs_trndata.csv" TargetMode="External"/><Relationship Id="rId2" Type="http://schemas.microsoft.com/office/2011/relationships/chartColorStyle" Target="colors72.xml"/><Relationship Id="rId1" Type="http://schemas.microsoft.com/office/2011/relationships/chartStyle" Target="style72.xml"/></Relationships>
</file>

<file path=ppt/charts/_rels/chart73.xml.rels><?xml version="1.0" encoding="UTF-8" standalone="yes"?>
<Relationships xmlns="http://schemas.openxmlformats.org/package/2006/relationships"><Relationship Id="rId3" Type="http://schemas.openxmlformats.org/officeDocument/2006/relationships/oleObject" Target="file:///C:\Users\subir\OneDrive\Documents\FairFace-master\test_outputs_trndata.csv" TargetMode="External"/><Relationship Id="rId2" Type="http://schemas.microsoft.com/office/2011/relationships/chartColorStyle" Target="colors73.xml"/><Relationship Id="rId1" Type="http://schemas.microsoft.com/office/2011/relationships/chartStyle" Target="style73.xml"/></Relationships>
</file>

<file path=ppt/charts/_rels/chart74.xml.rels><?xml version="1.0" encoding="UTF-8" standalone="yes"?>
<Relationships xmlns="http://schemas.openxmlformats.org/package/2006/relationships"><Relationship Id="rId3" Type="http://schemas.openxmlformats.org/officeDocument/2006/relationships/oleObject" Target="file:///C:\Users\subir\OneDrive\Documents\FairFace-master\test_outputs_trndata.csv" TargetMode="External"/><Relationship Id="rId2" Type="http://schemas.microsoft.com/office/2011/relationships/chartColorStyle" Target="colors74.xml"/><Relationship Id="rId1" Type="http://schemas.microsoft.com/office/2011/relationships/chartStyle" Target="style74.xml"/></Relationships>
</file>

<file path=ppt/charts/_rels/chart75.xml.rels><?xml version="1.0" encoding="UTF-8" standalone="yes"?>
<Relationships xmlns="http://schemas.openxmlformats.org/package/2006/relationships"><Relationship Id="rId3" Type="http://schemas.openxmlformats.org/officeDocument/2006/relationships/oleObject" Target="file:///C:\Users\subir\Downloads\fairface_train_data_bias.xlsx" TargetMode="External"/><Relationship Id="rId2" Type="http://schemas.microsoft.com/office/2011/relationships/chartColorStyle" Target="colors75.xml"/><Relationship Id="rId1" Type="http://schemas.microsoft.com/office/2011/relationships/chartStyle" Target="style75.xml"/></Relationships>
</file>

<file path=ppt/charts/_rels/chart76.xml.rels><?xml version="1.0" encoding="UTF-8" standalone="yes"?>
<Relationships xmlns="http://schemas.openxmlformats.org/package/2006/relationships"><Relationship Id="rId3" Type="http://schemas.openxmlformats.org/officeDocument/2006/relationships/oleObject" Target="file:///C:\Users\subir\Downloads\fairface_train_data_bias.xlsx" TargetMode="External"/><Relationship Id="rId2" Type="http://schemas.microsoft.com/office/2011/relationships/chartColorStyle" Target="colors76.xml"/><Relationship Id="rId1" Type="http://schemas.microsoft.com/office/2011/relationships/chartStyle" Target="style76.xml"/></Relationships>
</file>

<file path=ppt/charts/_rels/chart77.xml.rels><?xml version="1.0" encoding="UTF-8" standalone="yes"?>
<Relationships xmlns="http://schemas.openxmlformats.org/package/2006/relationships"><Relationship Id="rId3" Type="http://schemas.openxmlformats.org/officeDocument/2006/relationships/oleObject" Target="file:///C:\Users\subir\Downloads\fairface_train_data_bias.xlsx" TargetMode="External"/><Relationship Id="rId2" Type="http://schemas.microsoft.com/office/2011/relationships/chartColorStyle" Target="colors77.xml"/><Relationship Id="rId1" Type="http://schemas.microsoft.com/office/2011/relationships/chartStyle" Target="style77.xml"/></Relationships>
</file>

<file path=ppt/charts/_rels/chart78.xml.rels><?xml version="1.0" encoding="UTF-8" standalone="yes"?>
<Relationships xmlns="http://schemas.openxmlformats.org/package/2006/relationships"><Relationship Id="rId3" Type="http://schemas.openxmlformats.org/officeDocument/2006/relationships/oleObject" Target="file:///C:\Users\subir\Downloads\fairface_train_data_bias.xlsx" TargetMode="External"/><Relationship Id="rId2" Type="http://schemas.microsoft.com/office/2011/relationships/chartColorStyle" Target="colors78.xml"/><Relationship Id="rId1" Type="http://schemas.microsoft.com/office/2011/relationships/chartStyle" Target="style78.xml"/></Relationships>
</file>

<file path=ppt/charts/_rels/chart79.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79.xml"/><Relationship Id="rId1" Type="http://schemas.microsoft.com/office/2011/relationships/chartStyle" Target="style79.xml"/></Relationships>
</file>

<file path=ppt/charts/_rels/chart80.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80.xml"/><Relationship Id="rId1" Type="http://schemas.microsoft.com/office/2011/relationships/chartStyle" Target="style80.xml"/></Relationships>
</file>

<file path=ppt/charts/_rels/chart81.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81.xml"/><Relationship Id="rId1" Type="http://schemas.microsoft.com/office/2011/relationships/chartStyle" Target="style81.xml"/></Relationships>
</file>

<file path=ppt/charts/_rels/chart82.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celeba-gen/test_outputs_ddpm_celeba_gen3.xlsx" TargetMode="External"/><Relationship Id="rId2" Type="http://schemas.microsoft.com/office/2011/relationships/chartColorStyle" Target="colors82.xml"/><Relationship Id="rId1" Type="http://schemas.microsoft.com/office/2011/relationships/chartStyle" Target="style82.xml"/></Relationships>
</file>

<file path=ppt/charts/_rels/chart83.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83.xml"/><Relationship Id="rId1" Type="http://schemas.microsoft.com/office/2011/relationships/chartStyle" Target="style83.xml"/></Relationships>
</file>

<file path=ppt/charts/_rels/chart84.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84.xml"/><Relationship Id="rId1" Type="http://schemas.microsoft.com/office/2011/relationships/chartStyle" Target="style84.xml"/></Relationships>
</file>

<file path=ppt/charts/_rels/chart85.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85.xml"/><Relationship Id="rId1" Type="http://schemas.microsoft.com/office/2011/relationships/chartStyle" Target="style85.xml"/></Relationships>
</file>

<file path=ppt/charts/_rels/chart86.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ddpm-fairface-gen/test_outputs_DDPM-fairface_gen.xlsx" TargetMode="External"/><Relationship Id="rId2" Type="http://schemas.microsoft.com/office/2011/relationships/chartColorStyle" Target="colors86.xml"/><Relationship Id="rId1" Type="http://schemas.microsoft.com/office/2011/relationships/chartStyle" Target="style86.xml"/></Relationships>
</file>

<file path=ppt/charts/_rels/chart87.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87.xml"/><Relationship Id="rId1" Type="http://schemas.microsoft.com/office/2011/relationships/chartStyle" Target="style87.xml"/></Relationships>
</file>

<file path=ppt/charts/_rels/chart88.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88.xml"/><Relationship Id="rId1" Type="http://schemas.microsoft.com/office/2011/relationships/chartStyle" Target="style88.xml"/></Relationships>
</file>

<file path=ppt/charts/_rels/chart89.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89.xml"/><Relationship Id="rId1" Type="http://schemas.microsoft.com/office/2011/relationships/chartStyle" Target="style89.xml"/></Relationships>
</file>

<file path=ppt/charts/_rels/chart90.xml.rels><?xml version="1.0" encoding="UTF-8" standalone="yes"?>
<Relationships xmlns="http://schemas.openxmlformats.org/package/2006/relationships"><Relationship Id="rId3" Type="http://schemas.openxmlformats.org/officeDocument/2006/relationships/oleObject" Target="https://d.docs.live.net/5adae42a5ff17c16/Documents/FairFace-master/output-sd-celeba-gen/test_outputs_SD-celeba_gen.xlsx" TargetMode="External"/><Relationship Id="rId2" Type="http://schemas.microsoft.com/office/2011/relationships/chartColorStyle" Target="colors90.xml"/><Relationship Id="rId1" Type="http://schemas.microsoft.com/office/2011/relationships/chartStyle" Target="style90.xml"/></Relationships>
</file>

<file path=ppt/charts/_rels/chart91.xml.rels><?xml version="1.0" encoding="UTF-8" standalone="yes"?>
<Relationships xmlns="http://schemas.openxmlformats.org/package/2006/relationships"><Relationship Id="rId3" Type="http://schemas.openxmlformats.org/officeDocument/2006/relationships/oleObject" Target="file:///C:\Users\subir\Documents\FairFace-master\test_outputs_gen.csv" TargetMode="External"/><Relationship Id="rId2" Type="http://schemas.microsoft.com/office/2011/relationships/chartColorStyle" Target="colors91.xml"/><Relationship Id="rId1" Type="http://schemas.microsoft.com/office/2011/relationships/chartStyle" Target="style91.xml"/></Relationships>
</file>

<file path=ppt/charts/_rels/chart92.xml.rels><?xml version="1.0" encoding="UTF-8" standalone="yes"?>
<Relationships xmlns="http://schemas.openxmlformats.org/package/2006/relationships"><Relationship Id="rId3" Type="http://schemas.openxmlformats.org/officeDocument/2006/relationships/oleObject" Target="file:///C:\Users\subir\Documents\FairFace-master\test_outputs_gen.csv" TargetMode="External"/><Relationship Id="rId2" Type="http://schemas.microsoft.com/office/2011/relationships/chartColorStyle" Target="colors92.xml"/><Relationship Id="rId1" Type="http://schemas.microsoft.com/office/2011/relationships/chartStyle" Target="style92.xml"/></Relationships>
</file>

<file path=ppt/charts/_rels/chart93.xml.rels><?xml version="1.0" encoding="UTF-8" standalone="yes"?>
<Relationships xmlns="http://schemas.openxmlformats.org/package/2006/relationships"><Relationship Id="rId3" Type="http://schemas.openxmlformats.org/officeDocument/2006/relationships/oleObject" Target="file:///C:\Users\subir\Documents\FairFace-master\test_outputs_gen.csv" TargetMode="External"/><Relationship Id="rId2" Type="http://schemas.microsoft.com/office/2011/relationships/chartColorStyle" Target="colors93.xml"/><Relationship Id="rId1" Type="http://schemas.microsoft.com/office/2011/relationships/chartStyle" Target="style93.xml"/></Relationships>
</file>

<file path=ppt/charts/_rels/chart94.xml.rels><?xml version="1.0" encoding="UTF-8" standalone="yes"?>
<Relationships xmlns="http://schemas.openxmlformats.org/package/2006/relationships"><Relationship Id="rId3" Type="http://schemas.openxmlformats.org/officeDocument/2006/relationships/oleObject" Target="file:///C:\Users\subir\Documents\FairFace-master\test_outputs_gen.csv" TargetMode="External"/><Relationship Id="rId2" Type="http://schemas.microsoft.com/office/2011/relationships/chartColorStyle" Target="colors94.xml"/><Relationship Id="rId1" Type="http://schemas.microsoft.com/office/2011/relationships/chartStyle" Target="style94.xml"/></Relationships>
</file>

<file path=ppt/charts/_rels/chart95.xml.rels><?xml version="1.0" encoding="UTF-8" standalone="yes"?>
<Relationships xmlns="http://schemas.openxmlformats.org/package/2006/relationships"><Relationship Id="rId3" Type="http://schemas.openxmlformats.org/officeDocument/2006/relationships/oleObject" Target="file:///C:\Users\Admin\Downloads\test_outputs_gen_fairface_G110.xlsx" TargetMode="External"/><Relationship Id="rId2" Type="http://schemas.microsoft.com/office/2011/relationships/chartColorStyle" Target="colors95.xml"/><Relationship Id="rId1" Type="http://schemas.microsoft.com/office/2011/relationships/chartStyle" Target="style95.xml"/></Relationships>
</file>

<file path=ppt/charts/_rels/chart96.xml.rels><?xml version="1.0" encoding="UTF-8" standalone="yes"?>
<Relationships xmlns="http://schemas.openxmlformats.org/package/2006/relationships"><Relationship Id="rId3" Type="http://schemas.openxmlformats.org/officeDocument/2006/relationships/oleObject" Target="file:///C:\Users\Admin\Downloads\test_outputs_gen_fairface_G110.xlsx" TargetMode="External"/><Relationship Id="rId2" Type="http://schemas.microsoft.com/office/2011/relationships/chartColorStyle" Target="colors96.xml"/><Relationship Id="rId1" Type="http://schemas.microsoft.com/office/2011/relationships/chartStyle" Target="style96.xml"/></Relationships>
</file>

<file path=ppt/charts/_rels/chart97.xml.rels><?xml version="1.0" encoding="UTF-8" standalone="yes"?>
<Relationships xmlns="http://schemas.openxmlformats.org/package/2006/relationships"><Relationship Id="rId3" Type="http://schemas.openxmlformats.org/officeDocument/2006/relationships/oleObject" Target="file:///C:\Users\Admin\Downloads\test_outputs_gen_fairface_G110.xlsx" TargetMode="External"/><Relationship Id="rId2" Type="http://schemas.microsoft.com/office/2011/relationships/chartColorStyle" Target="colors97.xml"/><Relationship Id="rId1" Type="http://schemas.microsoft.com/office/2011/relationships/chartStyle" Target="style97.xml"/></Relationships>
</file>

<file path=ppt/charts/_rels/chart98.xml.rels><?xml version="1.0" encoding="UTF-8" standalone="yes"?>
<Relationships xmlns="http://schemas.openxmlformats.org/package/2006/relationships"><Relationship Id="rId3" Type="http://schemas.openxmlformats.org/officeDocument/2006/relationships/oleObject" Target="file:///C:\Users\Admin\Downloads\test_outputs_gen_fairface_G110.xlsx" TargetMode="External"/><Relationship Id="rId2" Type="http://schemas.microsoft.com/office/2011/relationships/chartColorStyle" Target="colors98.xml"/><Relationship Id="rId1" Type="http://schemas.microsoft.com/office/2011/relationships/chartStyle" Target="style98.xml"/></Relationships>
</file>

<file path=ppt/charts/_rels/chart99.xml.rels><?xml version="1.0" encoding="UTF-8" standalone="yes"?>
<Relationships xmlns="http://schemas.openxmlformats.org/package/2006/relationships"><Relationship Id="rId3" Type="http://schemas.openxmlformats.org/officeDocument/2006/relationships/oleObject" Target="file:///C:\Users\subir\Documents\FairFace-master\test_outputs_data.csv" TargetMode="External"/><Relationship Id="rId2" Type="http://schemas.microsoft.com/office/2011/relationships/chartColorStyle" Target="colors99.xml"/><Relationship Id="rId1" Type="http://schemas.microsoft.com/office/2011/relationships/chartStyle" Target="style99.xml"/></Relationships>
</file>

<file path=ppt/charts/_rels/chart100.xml.rels><?xml version="1.0" encoding="UTF-8" standalone="yes"?>
<Relationships xmlns="http://schemas.openxmlformats.org/package/2006/relationships"><Relationship Id="rId3" Type="http://schemas.openxmlformats.org/officeDocument/2006/relationships/oleObject" Target="file:///C:\Users\subir\Documents\FairFace-master\test_outputs_data.csv" TargetMode="External"/><Relationship Id="rId2" Type="http://schemas.microsoft.com/office/2011/relationships/chartColorStyle" Target="colors100.xml"/><Relationship Id="rId1" Type="http://schemas.microsoft.com/office/2011/relationships/chartStyle" Target="style100.xml"/></Relationships>
</file>

<file path=ppt/charts/_rels/chart101.xml.rels><?xml version="1.0" encoding="UTF-8" standalone="yes"?>
<Relationships xmlns="http://schemas.openxmlformats.org/package/2006/relationships"><Relationship Id="rId3" Type="http://schemas.openxmlformats.org/officeDocument/2006/relationships/oleObject" Target="file:///C:\Users\subir\Documents\FairFace-master\test_outputs_data.csv" TargetMode="External"/><Relationship Id="rId2" Type="http://schemas.microsoft.com/office/2011/relationships/chartColorStyle" Target="colors101.xml"/><Relationship Id="rId1" Type="http://schemas.microsoft.com/office/2011/relationships/chartStyle" Target="style101.xml"/></Relationships>
</file>

<file path=ppt/charts/_rels/chart102.xml.rels><?xml version="1.0" encoding="UTF-8" standalone="yes"?>
<Relationships xmlns="http://schemas.openxmlformats.org/package/2006/relationships"><Relationship Id="rId3" Type="http://schemas.openxmlformats.org/officeDocument/2006/relationships/oleObject" Target="file:///C:\Users\subir\Documents\FairFace-master\test_outputs_data.csv" TargetMode="External"/><Relationship Id="rId2" Type="http://schemas.microsoft.com/office/2011/relationships/chartColorStyle" Target="colors102.xml"/><Relationship Id="rId1" Type="http://schemas.microsoft.com/office/2011/relationships/chartStyle" Target="style102.xml"/></Relationships>
</file>

<file path=ppt/charts/_rels/chart103.xml.rels><?xml version="1.0" encoding="UTF-8" standalone="yes"?>
<Relationships xmlns="http://schemas.openxmlformats.org/package/2006/relationships"><Relationship Id="rId3" Type="http://schemas.openxmlformats.org/officeDocument/2006/relationships/oleObject" Target="file:///C:\Users\Admin\Downloads\fairface_valdata_bias.xlsx" TargetMode="External"/><Relationship Id="rId2" Type="http://schemas.microsoft.com/office/2011/relationships/chartColorStyle" Target="colors103.xml"/><Relationship Id="rId1" Type="http://schemas.microsoft.com/office/2011/relationships/chartStyle" Target="style103.xml"/></Relationships>
</file>

<file path=ppt/charts/_rels/chart104.xml.rels><?xml version="1.0" encoding="UTF-8" standalone="yes"?>
<Relationships xmlns="http://schemas.openxmlformats.org/package/2006/relationships"><Relationship Id="rId3" Type="http://schemas.openxmlformats.org/officeDocument/2006/relationships/oleObject" Target="file:///C:\Users\Admin\Downloads\fairface_valdata_bias.xlsx" TargetMode="External"/><Relationship Id="rId2" Type="http://schemas.microsoft.com/office/2011/relationships/chartColorStyle" Target="colors104.xml"/><Relationship Id="rId1" Type="http://schemas.microsoft.com/office/2011/relationships/chartStyle" Target="style104.xml"/></Relationships>
</file>

<file path=ppt/charts/_rels/chart105.xml.rels><?xml version="1.0" encoding="UTF-8" standalone="yes"?>
<Relationships xmlns="http://schemas.openxmlformats.org/package/2006/relationships"><Relationship Id="rId3" Type="http://schemas.openxmlformats.org/officeDocument/2006/relationships/oleObject" Target="file:///C:\Users\Admin\Downloads\fairface_valdata_bias.xlsx" TargetMode="External"/><Relationship Id="rId2" Type="http://schemas.microsoft.com/office/2011/relationships/chartColorStyle" Target="colors105.xml"/><Relationship Id="rId1" Type="http://schemas.microsoft.com/office/2011/relationships/chartStyle" Target="style105.xml"/></Relationships>
</file>

<file path=ppt/charts/_rels/chart106.xml.rels><?xml version="1.0" encoding="UTF-8" standalone="yes"?>
<Relationships xmlns="http://schemas.openxmlformats.org/package/2006/relationships"><Relationship Id="rId3" Type="http://schemas.openxmlformats.org/officeDocument/2006/relationships/oleObject" Target="file:///C:\Users\Admin\Downloads\fairface_valdata_bias.xlsx" TargetMode="External"/><Relationship Id="rId2" Type="http://schemas.microsoft.com/office/2011/relationships/chartColorStyle" Target="colors106.xml"/><Relationship Id="rId1" Type="http://schemas.microsoft.com/office/2011/relationships/chartStyle" Target="style10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[test_outputs_trndata.csv]Sheet1!PivotTable1</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t>Race4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c:f>
              <c:strCache>
                <c:ptCount val="1"/>
                <c:pt idx="0">
                  <c:v>Total</c:v>
                </c:pt>
              </c:strCache>
            </c:strRef>
          </c:tx>
          <c:spPr>
            <a:solidFill>
              <a:schemeClr val="accent1"/>
            </a:solidFill>
            <a:ln>
              <a:noFill/>
            </a:ln>
            <a:effectLst/>
          </c:spPr>
          <c:invertIfNegative val="0"/>
          <c:cat>
            <c:strRef>
              <c:f>Sheet1!$A$4:$A$8</c:f>
              <c:strCache>
                <c:ptCount val="4"/>
                <c:pt idx="0">
                  <c:v>Asian</c:v>
                </c:pt>
                <c:pt idx="1">
                  <c:v>Black</c:v>
                </c:pt>
                <c:pt idx="2">
                  <c:v>Indian</c:v>
                </c:pt>
                <c:pt idx="3">
                  <c:v>White</c:v>
                </c:pt>
              </c:strCache>
            </c:strRef>
          </c:cat>
          <c:val>
            <c:numRef>
              <c:f>Sheet1!$B$4:$B$8</c:f>
              <c:numCache>
                <c:formatCode>General</c:formatCode>
                <c:ptCount val="4"/>
                <c:pt idx="0">
                  <c:v>3356</c:v>
                </c:pt>
                <c:pt idx="1">
                  <c:v>2475</c:v>
                </c:pt>
                <c:pt idx="2">
                  <c:v>1631</c:v>
                </c:pt>
                <c:pt idx="3">
                  <c:v>19538</c:v>
                </c:pt>
              </c:numCache>
            </c:numRef>
          </c:val>
          <c:extLst>
            <c:ext xmlns:c16="http://schemas.microsoft.com/office/drawing/2014/chart" uri="{C3380CC4-5D6E-409C-BE32-E72D297353CC}">
              <c16:uniqueId val="{00000000-57D1-40BB-A190-44B5C71C1406}"/>
            </c:ext>
          </c:extLst>
        </c:ser>
        <c:dLbls>
          <c:showLegendKey val="0"/>
          <c:showVal val="0"/>
          <c:showCatName val="0"/>
          <c:showSerName val="0"/>
          <c:showPercent val="0"/>
          <c:showBubbleSize val="0"/>
        </c:dLbls>
        <c:gapWidth val="219"/>
        <c:overlap val="-27"/>
        <c:axId val="44608320"/>
        <c:axId val="49056304"/>
      </c:barChart>
      <c:catAx>
        <c:axId val="44608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056304"/>
        <c:crosses val="autoZero"/>
        <c:auto val="1"/>
        <c:lblAlgn val="ctr"/>
        <c:lblOffset val="100"/>
        <c:noMultiLvlLbl val="0"/>
      </c:catAx>
      <c:valAx>
        <c:axId val="490563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6083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[test_outputs_trndata.csv]Sheet3!PivotTable3</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t>Gender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Sheet3!$B$3</c:f>
              <c:strCache>
                <c:ptCount val="1"/>
                <c:pt idx="0">
                  <c:v>Total</c:v>
                </c:pt>
              </c:strCache>
            </c:strRef>
          </c:tx>
          <c:spPr>
            <a:solidFill>
              <a:schemeClr val="accent1"/>
            </a:solidFill>
            <a:ln>
              <a:noFill/>
            </a:ln>
            <a:effectLst/>
          </c:spPr>
          <c:invertIfNegative val="0"/>
          <c:cat>
            <c:strRef>
              <c:f>Sheet3!$A$4:$A$6</c:f>
              <c:strCache>
                <c:ptCount val="2"/>
                <c:pt idx="0">
                  <c:v>Female</c:v>
                </c:pt>
                <c:pt idx="1">
                  <c:v>Male</c:v>
                </c:pt>
              </c:strCache>
            </c:strRef>
          </c:cat>
          <c:val>
            <c:numRef>
              <c:f>Sheet3!$B$4:$B$6</c:f>
              <c:numCache>
                <c:formatCode>General</c:formatCode>
                <c:ptCount val="2"/>
                <c:pt idx="0">
                  <c:v>17097</c:v>
                </c:pt>
                <c:pt idx="1">
                  <c:v>9903</c:v>
                </c:pt>
              </c:numCache>
            </c:numRef>
          </c:val>
          <c:extLst>
            <c:ext xmlns:c16="http://schemas.microsoft.com/office/drawing/2014/chart" uri="{C3380CC4-5D6E-409C-BE32-E72D297353CC}">
              <c16:uniqueId val="{00000000-85CA-4AF1-95DA-006FB34AFE84}"/>
            </c:ext>
          </c:extLst>
        </c:ser>
        <c:dLbls>
          <c:showLegendKey val="0"/>
          <c:showVal val="0"/>
          <c:showCatName val="0"/>
          <c:showSerName val="0"/>
          <c:showPercent val="0"/>
          <c:showBubbleSize val="0"/>
        </c:dLbls>
        <c:gapWidth val="219"/>
        <c:overlap val="-27"/>
        <c:axId val="2119096064"/>
        <c:axId val="2113315760"/>
      </c:barChart>
      <c:catAx>
        <c:axId val="21190960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13315760"/>
        <c:crosses val="autoZero"/>
        <c:auto val="1"/>
        <c:lblAlgn val="ctr"/>
        <c:lblOffset val="100"/>
        <c:noMultiLvlLbl val="0"/>
      </c:catAx>
      <c:valAx>
        <c:axId val="21133157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190960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age!$E$3</c:f>
              <c:strCache>
                <c:ptCount val="1"/>
                <c:pt idx="0">
                  <c:v>Age</c:v>
                </c:pt>
              </c:strCache>
            </c:strRef>
          </c:tx>
          <c:spPr>
            <a:solidFill>
              <a:schemeClr val="accent1"/>
            </a:solidFill>
            <a:ln>
              <a:noFill/>
            </a:ln>
            <a:effectLst/>
          </c:spPr>
          <c:invertIfNegative val="0"/>
          <c:cat>
            <c:strRef>
              <c:f>age!$D$4:$D$12</c:f>
              <c:strCache>
                <c:ptCount val="9"/>
                <c:pt idx="0">
                  <c:v>0-2</c:v>
                </c:pt>
                <c:pt idx="1">
                  <c:v>03-09_</c:v>
                </c:pt>
                <c:pt idx="2">
                  <c:v>10-19_</c:v>
                </c:pt>
                <c:pt idx="3">
                  <c:v>20-29</c:v>
                </c:pt>
                <c:pt idx="4">
                  <c:v>30-39</c:v>
                </c:pt>
                <c:pt idx="5">
                  <c:v>40-49</c:v>
                </c:pt>
                <c:pt idx="6">
                  <c:v>50-59</c:v>
                </c:pt>
                <c:pt idx="7">
                  <c:v>60-69</c:v>
                </c:pt>
                <c:pt idx="8">
                  <c:v>70+</c:v>
                </c:pt>
              </c:strCache>
            </c:strRef>
          </c:cat>
          <c:val>
            <c:numRef>
              <c:f>age!$E$4:$E$12</c:f>
              <c:numCache>
                <c:formatCode>General</c:formatCode>
                <c:ptCount val="9"/>
                <c:pt idx="0">
                  <c:v>2</c:v>
                </c:pt>
                <c:pt idx="1">
                  <c:v>269</c:v>
                </c:pt>
                <c:pt idx="2">
                  <c:v>2045</c:v>
                </c:pt>
                <c:pt idx="3">
                  <c:v>18743</c:v>
                </c:pt>
                <c:pt idx="4">
                  <c:v>2431</c:v>
                </c:pt>
                <c:pt idx="5">
                  <c:v>1474</c:v>
                </c:pt>
                <c:pt idx="6">
                  <c:v>834</c:v>
                </c:pt>
                <c:pt idx="7">
                  <c:v>811</c:v>
                </c:pt>
                <c:pt idx="8">
                  <c:v>391</c:v>
                </c:pt>
              </c:numCache>
            </c:numRef>
          </c:val>
          <c:extLst>
            <c:ext xmlns:c16="http://schemas.microsoft.com/office/drawing/2014/chart" uri="{C3380CC4-5D6E-409C-BE32-E72D297353CC}">
              <c16:uniqueId val="{00000000-0D74-4930-B635-B05F7F3D21C9}"/>
            </c:ext>
          </c:extLst>
        </c:ser>
        <c:dLbls>
          <c:showLegendKey val="0"/>
          <c:showVal val="0"/>
          <c:showCatName val="0"/>
          <c:showSerName val="0"/>
          <c:showPercent val="0"/>
          <c:showBubbleSize val="0"/>
        </c:dLbls>
        <c:gapWidth val="219"/>
        <c:overlap val="-27"/>
        <c:axId val="837295920"/>
        <c:axId val="804248880"/>
      </c:barChart>
      <c:catAx>
        <c:axId val="837295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04248880"/>
        <c:crosses val="autoZero"/>
        <c:auto val="1"/>
        <c:lblAlgn val="ctr"/>
        <c:lblOffset val="100"/>
        <c:noMultiLvlLbl val="0"/>
      </c:catAx>
      <c:valAx>
        <c:axId val="8042488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372959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[test_outputs_trndata.xlsx]Sheet2!PivotTable1</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c:f>
              <c:strCache>
                <c:ptCount val="1"/>
                <c:pt idx="0">
                  <c:v>Total</c:v>
                </c:pt>
              </c:strCache>
            </c:strRef>
          </c:tx>
          <c:spPr>
            <a:solidFill>
              <a:schemeClr val="accent6">
                <a:lumMod val="75000"/>
              </a:schemeClr>
            </a:solidFill>
            <a:ln>
              <a:noFill/>
            </a:ln>
            <a:effectLst/>
          </c:spPr>
          <c:invertIfNegative val="0"/>
          <c:cat>
            <c:multiLvlStrRef>
              <c:f>Sheet2!$A$4:$A$16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Sheet2!$B$4:$B$16</c:f>
              <c:numCache>
                <c:formatCode>General</c:formatCode>
                <c:ptCount val="8"/>
                <c:pt idx="0">
                  <c:v>2040</c:v>
                </c:pt>
                <c:pt idx="1">
                  <c:v>1316</c:v>
                </c:pt>
                <c:pt idx="2">
                  <c:v>1161</c:v>
                </c:pt>
                <c:pt idx="3">
                  <c:v>1314</c:v>
                </c:pt>
                <c:pt idx="4">
                  <c:v>1045</c:v>
                </c:pt>
                <c:pt idx="5">
                  <c:v>586</c:v>
                </c:pt>
                <c:pt idx="6">
                  <c:v>12851</c:v>
                </c:pt>
                <c:pt idx="7">
                  <c:v>6687</c:v>
                </c:pt>
              </c:numCache>
            </c:numRef>
          </c:val>
          <c:extLst>
            <c:ext xmlns:c16="http://schemas.microsoft.com/office/drawing/2014/chart" uri="{C3380CC4-5D6E-409C-BE32-E72D297353CC}">
              <c16:uniqueId val="{00000000-26EC-4F14-B7D3-E8C96A962F37}"/>
            </c:ext>
          </c:extLst>
        </c:ser>
        <c:dLbls>
          <c:showLegendKey val="0"/>
          <c:showVal val="0"/>
          <c:showCatName val="0"/>
          <c:showSerName val="0"/>
          <c:showPercent val="0"/>
          <c:showBubbleSize val="0"/>
        </c:dLbls>
        <c:gapWidth val="219"/>
        <c:overlap val="-27"/>
        <c:axId val="2088037247"/>
        <c:axId val="581490575"/>
      </c:barChart>
      <c:catAx>
        <c:axId val="20880372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1490575"/>
        <c:crosses val="autoZero"/>
        <c:auto val="1"/>
        <c:lblAlgn val="ctr"/>
        <c:lblOffset val="100"/>
        <c:noMultiLvlLbl val="0"/>
      </c:catAx>
      <c:valAx>
        <c:axId val="5814905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88037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[test_outputs_trndata.xlsx]Sheet3!PivotTable2</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Sheet3!$B$3</c:f>
              <c:strCache>
                <c:ptCount val="1"/>
                <c:pt idx="0">
                  <c:v>Total</c:v>
                </c:pt>
              </c:strCache>
            </c:strRef>
          </c:tx>
          <c:spPr>
            <a:solidFill>
              <a:schemeClr val="accent1"/>
            </a:solidFill>
            <a:ln>
              <a:noFill/>
            </a:ln>
            <a:effectLst/>
          </c:spPr>
          <c:invertIfNegative val="0"/>
          <c:cat>
            <c:multiLvlStrRef>
              <c:f>Sheet3!$A$4:$A$14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Sheet3!$B$4:$B$14</c:f>
              <c:numCache>
                <c:formatCode>General</c:formatCode>
                <c:ptCount val="8"/>
                <c:pt idx="0">
                  <c:v>2040</c:v>
                </c:pt>
                <c:pt idx="1">
                  <c:v>1161</c:v>
                </c:pt>
                <c:pt idx="2">
                  <c:v>1045</c:v>
                </c:pt>
                <c:pt idx="3">
                  <c:v>12851</c:v>
                </c:pt>
                <c:pt idx="4">
                  <c:v>1316</c:v>
                </c:pt>
                <c:pt idx="5">
                  <c:v>1314</c:v>
                </c:pt>
                <c:pt idx="6">
                  <c:v>586</c:v>
                </c:pt>
                <c:pt idx="7">
                  <c:v>6687</c:v>
                </c:pt>
              </c:numCache>
            </c:numRef>
          </c:val>
          <c:extLst>
            <c:ext xmlns:c16="http://schemas.microsoft.com/office/drawing/2014/chart" uri="{C3380CC4-5D6E-409C-BE32-E72D297353CC}">
              <c16:uniqueId val="{00000000-D537-452C-8F4A-75C953DE889A}"/>
            </c:ext>
          </c:extLst>
        </c:ser>
        <c:dLbls>
          <c:showLegendKey val="0"/>
          <c:showVal val="0"/>
          <c:showCatName val="0"/>
          <c:showSerName val="0"/>
          <c:showPercent val="0"/>
          <c:showBubbleSize val="0"/>
        </c:dLbls>
        <c:gapWidth val="219"/>
        <c:overlap val="-27"/>
        <c:axId val="609750047"/>
        <c:axId val="583929647"/>
      </c:barChart>
      <c:catAx>
        <c:axId val="6097500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3929647"/>
        <c:crosses val="autoZero"/>
        <c:auto val="1"/>
        <c:lblAlgn val="ctr"/>
        <c:lblOffset val="100"/>
        <c:noMultiLvlLbl val="0"/>
      </c:catAx>
      <c:valAx>
        <c:axId val="5839296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97500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Age!$E$3</c:f>
              <c:strCache>
                <c:ptCount val="1"/>
                <c:pt idx="0">
                  <c:v>Age</c:v>
                </c:pt>
              </c:strCache>
            </c:strRef>
          </c:tx>
          <c:spPr>
            <a:solidFill>
              <a:schemeClr val="accent1"/>
            </a:solidFill>
            <a:ln>
              <a:noFill/>
            </a:ln>
            <a:effectLst/>
          </c:spPr>
          <c:invertIfNegative val="0"/>
          <c:cat>
            <c:strRef>
              <c:f>Age!$D$4:$D$12</c:f>
              <c:strCache>
                <c:ptCount val="9"/>
                <c:pt idx="0">
                  <c:v>0-2</c:v>
                </c:pt>
                <c:pt idx="1">
                  <c:v>03-09_</c:v>
                </c:pt>
                <c:pt idx="2">
                  <c:v>10-19_</c:v>
                </c:pt>
                <c:pt idx="3">
                  <c:v>20-29</c:v>
                </c:pt>
                <c:pt idx="4">
                  <c:v>30-39</c:v>
                </c:pt>
                <c:pt idx="5">
                  <c:v>40-49</c:v>
                </c:pt>
                <c:pt idx="6">
                  <c:v>50-59</c:v>
                </c:pt>
                <c:pt idx="7">
                  <c:v>60-69</c:v>
                </c:pt>
                <c:pt idx="8">
                  <c:v>70+</c:v>
                </c:pt>
              </c:strCache>
            </c:strRef>
          </c:cat>
          <c:val>
            <c:numRef>
              <c:f>Age!$E$4:$E$12</c:f>
              <c:numCache>
                <c:formatCode>General</c:formatCode>
                <c:ptCount val="9"/>
                <c:pt idx="0">
                  <c:v>1988</c:v>
                </c:pt>
                <c:pt idx="1">
                  <c:v>10949</c:v>
                </c:pt>
                <c:pt idx="2">
                  <c:v>8206</c:v>
                </c:pt>
                <c:pt idx="3">
                  <c:v>20515</c:v>
                </c:pt>
                <c:pt idx="4">
                  <c:v>16988</c:v>
                </c:pt>
                <c:pt idx="5">
                  <c:v>15283</c:v>
                </c:pt>
                <c:pt idx="6">
                  <c:v>9009</c:v>
                </c:pt>
                <c:pt idx="7">
                  <c:v>3398</c:v>
                </c:pt>
                <c:pt idx="8">
                  <c:v>408</c:v>
                </c:pt>
              </c:numCache>
            </c:numRef>
          </c:val>
          <c:extLst>
            <c:ext xmlns:c16="http://schemas.microsoft.com/office/drawing/2014/chart" uri="{C3380CC4-5D6E-409C-BE32-E72D297353CC}">
              <c16:uniqueId val="{00000000-55F6-4514-915E-DFE6E572176E}"/>
            </c:ext>
          </c:extLst>
        </c:ser>
        <c:dLbls>
          <c:showLegendKey val="0"/>
          <c:showVal val="0"/>
          <c:showCatName val="0"/>
          <c:showSerName val="0"/>
          <c:showPercent val="0"/>
          <c:showBubbleSize val="0"/>
        </c:dLbls>
        <c:gapWidth val="219"/>
        <c:overlap val="-27"/>
        <c:axId val="549493167"/>
        <c:axId val="347123935"/>
      </c:barChart>
      <c:catAx>
        <c:axId val="5494931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7123935"/>
        <c:crosses val="autoZero"/>
        <c:auto val="1"/>
        <c:lblAlgn val="ctr"/>
        <c:lblOffset val="100"/>
        <c:noMultiLvlLbl val="0"/>
      </c:catAx>
      <c:valAx>
        <c:axId val="34712393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949316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Race4!$E$3</c:f>
              <c:strCache>
                <c:ptCount val="1"/>
                <c:pt idx="0">
                  <c:v>Race4</c:v>
                </c:pt>
              </c:strCache>
            </c:strRef>
          </c:tx>
          <c:spPr>
            <a:solidFill>
              <a:schemeClr val="accent1"/>
            </a:solidFill>
            <a:ln>
              <a:noFill/>
            </a:ln>
            <a:effectLst/>
          </c:spPr>
          <c:invertIfNegative val="0"/>
          <c:cat>
            <c:strRef>
              <c:f>Race4!$D$4:$D$7</c:f>
              <c:strCache>
                <c:ptCount val="4"/>
                <c:pt idx="0">
                  <c:v>Asian</c:v>
                </c:pt>
                <c:pt idx="1">
                  <c:v>Black</c:v>
                </c:pt>
                <c:pt idx="2">
                  <c:v>Indian</c:v>
                </c:pt>
                <c:pt idx="3">
                  <c:v>White</c:v>
                </c:pt>
              </c:strCache>
            </c:strRef>
          </c:cat>
          <c:val>
            <c:numRef>
              <c:f>Race4!$E$4:$E$7</c:f>
              <c:numCache>
                <c:formatCode>General</c:formatCode>
                <c:ptCount val="4"/>
                <c:pt idx="0">
                  <c:v>26304</c:v>
                </c:pt>
                <c:pt idx="1">
                  <c:v>13626</c:v>
                </c:pt>
                <c:pt idx="2">
                  <c:v>18894</c:v>
                </c:pt>
                <c:pt idx="3">
                  <c:v>27920</c:v>
                </c:pt>
              </c:numCache>
            </c:numRef>
          </c:val>
          <c:extLst>
            <c:ext xmlns:c16="http://schemas.microsoft.com/office/drawing/2014/chart" uri="{C3380CC4-5D6E-409C-BE32-E72D297353CC}">
              <c16:uniqueId val="{00000000-D1CC-4541-A14E-F5DBF42BE980}"/>
            </c:ext>
          </c:extLst>
        </c:ser>
        <c:dLbls>
          <c:showLegendKey val="0"/>
          <c:showVal val="0"/>
          <c:showCatName val="0"/>
          <c:showSerName val="0"/>
          <c:showPercent val="0"/>
          <c:showBubbleSize val="0"/>
        </c:dLbls>
        <c:gapWidth val="219"/>
        <c:overlap val="-27"/>
        <c:axId val="347980303"/>
        <c:axId val="347114015"/>
      </c:barChart>
      <c:catAx>
        <c:axId val="3479803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7114015"/>
        <c:crosses val="autoZero"/>
        <c:auto val="1"/>
        <c:lblAlgn val="ctr"/>
        <c:lblOffset val="100"/>
        <c:noMultiLvlLbl val="0"/>
      </c:catAx>
      <c:valAx>
        <c:axId val="3471140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798030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Gender!$D$3</c:f>
              <c:strCache>
                <c:ptCount val="1"/>
                <c:pt idx="0">
                  <c:v>Gender</c:v>
                </c:pt>
              </c:strCache>
            </c:strRef>
          </c:tx>
          <c:spPr>
            <a:solidFill>
              <a:schemeClr val="accent1"/>
            </a:solidFill>
            <a:ln>
              <a:noFill/>
            </a:ln>
            <a:effectLst/>
          </c:spPr>
          <c:invertIfNegative val="0"/>
          <c:cat>
            <c:strRef>
              <c:f>Gender!$C$4:$C$5</c:f>
              <c:strCache>
                <c:ptCount val="2"/>
                <c:pt idx="0">
                  <c:v>Female</c:v>
                </c:pt>
                <c:pt idx="1">
                  <c:v>Male</c:v>
                </c:pt>
              </c:strCache>
            </c:strRef>
          </c:cat>
          <c:val>
            <c:numRef>
              <c:f>Gender!$D$4:$D$5</c:f>
              <c:numCache>
                <c:formatCode>General</c:formatCode>
                <c:ptCount val="2"/>
                <c:pt idx="0">
                  <c:v>43126</c:v>
                </c:pt>
                <c:pt idx="1">
                  <c:v>43618</c:v>
                </c:pt>
              </c:numCache>
            </c:numRef>
          </c:val>
          <c:extLst>
            <c:ext xmlns:c16="http://schemas.microsoft.com/office/drawing/2014/chart" uri="{C3380CC4-5D6E-409C-BE32-E72D297353CC}">
              <c16:uniqueId val="{00000000-84C4-4413-9981-4CA6EACCF177}"/>
            </c:ext>
          </c:extLst>
        </c:ser>
        <c:dLbls>
          <c:showLegendKey val="0"/>
          <c:showVal val="0"/>
          <c:showCatName val="0"/>
          <c:showSerName val="0"/>
          <c:showPercent val="0"/>
          <c:showBubbleSize val="0"/>
        </c:dLbls>
        <c:gapWidth val="219"/>
        <c:overlap val="-27"/>
        <c:axId val="549504207"/>
        <c:axId val="347133359"/>
      </c:barChart>
      <c:catAx>
        <c:axId val="5495042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7133359"/>
        <c:crosses val="autoZero"/>
        <c:auto val="1"/>
        <c:lblAlgn val="ctr"/>
        <c:lblOffset val="100"/>
        <c:noMultiLvlLbl val="0"/>
      </c:catAx>
      <c:valAx>
        <c:axId val="347133359"/>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950420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[fairface_train_data_bias.xlsx]Sheet3!PivotTable1</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Sheet3!$B$3</c:f>
              <c:strCache>
                <c:ptCount val="1"/>
                <c:pt idx="0">
                  <c:v>Total</c:v>
                </c:pt>
              </c:strCache>
            </c:strRef>
          </c:tx>
          <c:spPr>
            <a:solidFill>
              <a:schemeClr val="accent1"/>
            </a:solidFill>
            <a:ln>
              <a:noFill/>
            </a:ln>
            <a:effectLst/>
          </c:spPr>
          <c:invertIfNegative val="0"/>
          <c:cat>
            <c:multiLvlStrRef>
              <c:f>Sheet3!$A$4:$A$14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Sheet3!$B$4:$B$14</c:f>
              <c:numCache>
                <c:formatCode>General</c:formatCode>
                <c:ptCount val="8"/>
                <c:pt idx="0">
                  <c:v>14095</c:v>
                </c:pt>
                <c:pt idx="1">
                  <c:v>7217</c:v>
                </c:pt>
                <c:pt idx="2">
                  <c:v>8931</c:v>
                </c:pt>
                <c:pt idx="3">
                  <c:v>12883</c:v>
                </c:pt>
                <c:pt idx="4">
                  <c:v>12209</c:v>
                </c:pt>
                <c:pt idx="5">
                  <c:v>6409</c:v>
                </c:pt>
                <c:pt idx="6">
                  <c:v>9963</c:v>
                </c:pt>
                <c:pt idx="7">
                  <c:v>15037</c:v>
                </c:pt>
              </c:numCache>
            </c:numRef>
          </c:val>
          <c:extLst>
            <c:ext xmlns:c16="http://schemas.microsoft.com/office/drawing/2014/chart" uri="{C3380CC4-5D6E-409C-BE32-E72D297353CC}">
              <c16:uniqueId val="{00000000-DE01-4B7F-99FA-F4367F3E7C48}"/>
            </c:ext>
          </c:extLst>
        </c:ser>
        <c:dLbls>
          <c:showLegendKey val="0"/>
          <c:showVal val="0"/>
          <c:showCatName val="0"/>
          <c:showSerName val="0"/>
          <c:showPercent val="0"/>
          <c:showBubbleSize val="0"/>
        </c:dLbls>
        <c:gapWidth val="219"/>
        <c:overlap val="-27"/>
        <c:axId val="1812694303"/>
        <c:axId val="1883230079"/>
      </c:barChart>
      <c:catAx>
        <c:axId val="18126943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83230079"/>
        <c:crosses val="autoZero"/>
        <c:auto val="1"/>
        <c:lblAlgn val="ctr"/>
        <c:lblOffset val="100"/>
        <c:noMultiLvlLbl val="0"/>
      </c:catAx>
      <c:valAx>
        <c:axId val="18832300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26943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[fairface_train_data_bias.xlsx]Sheet2!PivotTable1</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c:f>
              <c:strCache>
                <c:ptCount val="1"/>
                <c:pt idx="0">
                  <c:v>Total</c:v>
                </c:pt>
              </c:strCache>
            </c:strRef>
          </c:tx>
          <c:spPr>
            <a:solidFill>
              <a:schemeClr val="accent6">
                <a:lumMod val="75000"/>
              </a:schemeClr>
            </a:solidFill>
            <a:ln>
              <a:noFill/>
            </a:ln>
            <a:effectLst/>
          </c:spPr>
          <c:invertIfNegative val="0"/>
          <c:cat>
            <c:multiLvlStrRef>
              <c:f>Sheet2!$A$4:$A$16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Sheet2!$B$4:$B$16</c:f>
              <c:numCache>
                <c:formatCode>General</c:formatCode>
                <c:ptCount val="8"/>
                <c:pt idx="0">
                  <c:v>14095</c:v>
                </c:pt>
                <c:pt idx="1">
                  <c:v>12209</c:v>
                </c:pt>
                <c:pt idx="2">
                  <c:v>7217</c:v>
                </c:pt>
                <c:pt idx="3">
                  <c:v>6409</c:v>
                </c:pt>
                <c:pt idx="4">
                  <c:v>8931</c:v>
                </c:pt>
                <c:pt idx="5">
                  <c:v>9963</c:v>
                </c:pt>
                <c:pt idx="6">
                  <c:v>12883</c:v>
                </c:pt>
                <c:pt idx="7">
                  <c:v>15037</c:v>
                </c:pt>
              </c:numCache>
            </c:numRef>
          </c:val>
          <c:extLst>
            <c:ext xmlns:c16="http://schemas.microsoft.com/office/drawing/2014/chart" uri="{C3380CC4-5D6E-409C-BE32-E72D297353CC}">
              <c16:uniqueId val="{00000000-E173-44DE-952B-3C8E11B5CB55}"/>
            </c:ext>
          </c:extLst>
        </c:ser>
        <c:dLbls>
          <c:showLegendKey val="0"/>
          <c:showVal val="0"/>
          <c:showCatName val="0"/>
          <c:showSerName val="0"/>
          <c:showPercent val="0"/>
          <c:showBubbleSize val="0"/>
        </c:dLbls>
        <c:gapWidth val="219"/>
        <c:overlap val="-27"/>
        <c:axId val="361018896"/>
        <c:axId val="537526944"/>
      </c:barChart>
      <c:catAx>
        <c:axId val="361018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7526944"/>
        <c:crosses val="autoZero"/>
        <c:auto val="1"/>
        <c:lblAlgn val="ctr"/>
        <c:lblOffset val="100"/>
        <c:noMultiLvlLbl val="0"/>
      </c:catAx>
      <c:valAx>
        <c:axId val="5375269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10188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Race4</c:v>
                </c:pt>
              </c:strCache>
            </c:strRef>
          </c:tx>
          <c:spPr>
            <a:solidFill>
              <a:schemeClr val="accent1"/>
            </a:solidFill>
            <a:ln>
              <a:noFill/>
            </a:ln>
            <a:effectLst/>
          </c:spPr>
          <c:invertIfNegative val="0"/>
          <c:cat>
            <c:strRef>
              <c:f>Sheet3!$D$4:$D$7</c:f>
              <c:strCache>
                <c:ptCount val="4"/>
                <c:pt idx="0">
                  <c:v>Asian</c:v>
                </c:pt>
                <c:pt idx="1">
                  <c:v>Black</c:v>
                </c:pt>
                <c:pt idx="2">
                  <c:v>Indian</c:v>
                </c:pt>
                <c:pt idx="3">
                  <c:v>White</c:v>
                </c:pt>
              </c:strCache>
            </c:strRef>
          </c:cat>
          <c:val>
            <c:numRef>
              <c:f>Sheet3!$E$4:$E$7</c:f>
              <c:numCache>
                <c:formatCode>General</c:formatCode>
                <c:ptCount val="4"/>
                <c:pt idx="0">
                  <c:v>682</c:v>
                </c:pt>
                <c:pt idx="1">
                  <c:v>293</c:v>
                </c:pt>
                <c:pt idx="2">
                  <c:v>64</c:v>
                </c:pt>
                <c:pt idx="3">
                  <c:v>1677</c:v>
                </c:pt>
              </c:numCache>
            </c:numRef>
          </c:val>
          <c:extLst>
            <c:ext xmlns:c16="http://schemas.microsoft.com/office/drawing/2014/chart" uri="{C3380CC4-5D6E-409C-BE32-E72D297353CC}">
              <c16:uniqueId val="{00000000-D833-4F18-AAAE-B8D1FC2A63CC}"/>
            </c:ext>
          </c:extLst>
        </c:ser>
        <c:dLbls>
          <c:showLegendKey val="0"/>
          <c:showVal val="0"/>
          <c:showCatName val="0"/>
          <c:showSerName val="0"/>
          <c:showPercent val="0"/>
          <c:showBubbleSize val="0"/>
        </c:dLbls>
        <c:gapWidth val="219"/>
        <c:overlap val="-27"/>
        <c:axId val="1335311872"/>
        <c:axId val="1326924192"/>
      </c:barChart>
      <c:catAx>
        <c:axId val="13353118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6924192"/>
        <c:crosses val="autoZero"/>
        <c:auto val="1"/>
        <c:lblAlgn val="ctr"/>
        <c:lblOffset val="100"/>
        <c:noMultiLvlLbl val="0"/>
      </c:catAx>
      <c:valAx>
        <c:axId val="1326924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53118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Gender</c:v>
                </c:pt>
              </c:strCache>
            </c:strRef>
          </c:tx>
          <c:spPr>
            <a:solidFill>
              <a:schemeClr val="accent1"/>
            </a:solidFill>
            <a:ln>
              <a:noFill/>
            </a:ln>
            <a:effectLst/>
          </c:spPr>
          <c:invertIfNegative val="0"/>
          <c:cat>
            <c:strRef>
              <c:f>Sheet4!$D$4:$D$5</c:f>
              <c:strCache>
                <c:ptCount val="2"/>
                <c:pt idx="0">
                  <c:v>Female</c:v>
                </c:pt>
                <c:pt idx="1">
                  <c:v>Male</c:v>
                </c:pt>
              </c:strCache>
            </c:strRef>
          </c:cat>
          <c:val>
            <c:numRef>
              <c:f>Sheet4!$E$4:$E$5</c:f>
              <c:numCache>
                <c:formatCode>General</c:formatCode>
                <c:ptCount val="2"/>
                <c:pt idx="0">
                  <c:v>1568</c:v>
                </c:pt>
                <c:pt idx="1">
                  <c:v>1148</c:v>
                </c:pt>
              </c:numCache>
            </c:numRef>
          </c:val>
          <c:extLst>
            <c:ext xmlns:c16="http://schemas.microsoft.com/office/drawing/2014/chart" uri="{C3380CC4-5D6E-409C-BE32-E72D297353CC}">
              <c16:uniqueId val="{00000000-6542-4796-A57F-3559E833EA02}"/>
            </c:ext>
          </c:extLst>
        </c:ser>
        <c:dLbls>
          <c:showLegendKey val="0"/>
          <c:showVal val="0"/>
          <c:showCatName val="0"/>
          <c:showSerName val="0"/>
          <c:showPercent val="0"/>
          <c:showBubbleSize val="0"/>
        </c:dLbls>
        <c:gapWidth val="219"/>
        <c:overlap val="-27"/>
        <c:axId val="1335300352"/>
        <c:axId val="1326914768"/>
      </c:barChart>
      <c:catAx>
        <c:axId val="13353003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6914768"/>
        <c:crosses val="autoZero"/>
        <c:auto val="1"/>
        <c:lblAlgn val="ctr"/>
        <c:lblOffset val="100"/>
        <c:noMultiLvlLbl val="0"/>
      </c:catAx>
      <c:valAx>
        <c:axId val="13269147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53003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Sheet5!$E$3</c:f>
              <c:strCache>
                <c:ptCount val="1"/>
                <c:pt idx="0">
                  <c:v>Age</c:v>
                </c:pt>
              </c:strCache>
            </c:strRef>
          </c:tx>
          <c:spPr>
            <a:solidFill>
              <a:schemeClr val="accent1"/>
            </a:solidFill>
            <a:ln>
              <a:noFill/>
            </a:ln>
            <a:effectLst/>
          </c:spPr>
          <c:invertIfNegative val="0"/>
          <c:cat>
            <c:strRef>
              <c:f>Sheet5!$D$4:$D$12</c:f>
              <c:strCache>
                <c:ptCount val="9"/>
                <c:pt idx="0">
                  <c:v>0-2</c:v>
                </c:pt>
                <c:pt idx="1">
                  <c:v>03-09_</c:v>
                </c:pt>
                <c:pt idx="2">
                  <c:v>10-19_</c:v>
                </c:pt>
                <c:pt idx="3">
                  <c:v>20-29</c:v>
                </c:pt>
                <c:pt idx="4">
                  <c:v>30-39</c:v>
                </c:pt>
                <c:pt idx="5">
                  <c:v>40-49</c:v>
                </c:pt>
                <c:pt idx="6">
                  <c:v>50-59</c:v>
                </c:pt>
                <c:pt idx="7">
                  <c:v>60-69</c:v>
                </c:pt>
                <c:pt idx="8">
                  <c:v>70+</c:v>
                </c:pt>
              </c:strCache>
            </c:strRef>
          </c:cat>
          <c:val>
            <c:numRef>
              <c:f>Sheet5!$E$4:$E$12</c:f>
              <c:numCache>
                <c:formatCode>General</c:formatCode>
                <c:ptCount val="9"/>
                <c:pt idx="0">
                  <c:v>52</c:v>
                </c:pt>
                <c:pt idx="1">
                  <c:v>81</c:v>
                </c:pt>
                <c:pt idx="2">
                  <c:v>58</c:v>
                </c:pt>
                <c:pt idx="3">
                  <c:v>2034</c:v>
                </c:pt>
                <c:pt idx="4">
                  <c:v>414</c:v>
                </c:pt>
                <c:pt idx="5">
                  <c:v>55</c:v>
                </c:pt>
                <c:pt idx="6">
                  <c:v>12</c:v>
                </c:pt>
                <c:pt idx="7">
                  <c:v>5</c:v>
                </c:pt>
                <c:pt idx="8">
                  <c:v>5</c:v>
                </c:pt>
              </c:numCache>
            </c:numRef>
          </c:val>
          <c:extLst>
            <c:ext xmlns:c16="http://schemas.microsoft.com/office/drawing/2014/chart" uri="{C3380CC4-5D6E-409C-BE32-E72D297353CC}">
              <c16:uniqueId val="{00000000-E4B8-4792-9B8A-BAB4A10E5790}"/>
            </c:ext>
          </c:extLst>
        </c:ser>
        <c:dLbls>
          <c:showLegendKey val="0"/>
          <c:showVal val="0"/>
          <c:showCatName val="0"/>
          <c:showSerName val="0"/>
          <c:showPercent val="0"/>
          <c:showBubbleSize val="0"/>
        </c:dLbls>
        <c:gapWidth val="219"/>
        <c:overlap val="-27"/>
        <c:axId val="1335310432"/>
        <c:axId val="1326930144"/>
      </c:barChart>
      <c:catAx>
        <c:axId val="1335310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6930144"/>
        <c:crosses val="autoZero"/>
        <c:auto val="1"/>
        <c:lblAlgn val="ctr"/>
        <c:lblOffset val="100"/>
        <c:noMultiLvlLbl val="0"/>
      </c:catAx>
      <c:valAx>
        <c:axId val="1326930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531043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[test_outputs_ddpm_celeba_gen3.xlsx]Sheet6!PivotTable1</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359</c:v>
                </c:pt>
                <c:pt idx="1">
                  <c:v>323</c:v>
                </c:pt>
                <c:pt idx="2">
                  <c:v>127</c:v>
                </c:pt>
                <c:pt idx="3">
                  <c:v>166</c:v>
                </c:pt>
                <c:pt idx="4">
                  <c:v>39</c:v>
                </c:pt>
                <c:pt idx="5">
                  <c:v>25</c:v>
                </c:pt>
                <c:pt idx="6">
                  <c:v>1043</c:v>
                </c:pt>
                <c:pt idx="7">
                  <c:v>634</c:v>
                </c:pt>
              </c:numCache>
            </c:numRef>
          </c:val>
          <c:extLst>
            <c:ext xmlns:c16="http://schemas.microsoft.com/office/drawing/2014/chart" uri="{C3380CC4-5D6E-409C-BE32-E72D297353CC}">
              <c16:uniqueId val="{00000000-CC14-4C43-A7B2-37979492C898}"/>
            </c:ext>
          </c:extLst>
        </c:ser>
        <c:dLbls>
          <c:showLegendKey val="0"/>
          <c:showVal val="0"/>
          <c:showCatName val="0"/>
          <c:showSerName val="0"/>
          <c:showPercent val="0"/>
          <c:showBubbleSize val="0"/>
        </c:dLbls>
        <c:gapWidth val="219"/>
        <c:overlap val="-27"/>
        <c:axId val="2082639664"/>
        <c:axId val="825161632"/>
      </c:barChart>
      <c:catAx>
        <c:axId val="2082639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5161632"/>
        <c:crosses val="autoZero"/>
        <c:auto val="1"/>
        <c:lblAlgn val="ctr"/>
        <c:lblOffset val="100"/>
        <c:noMultiLvlLbl val="0"/>
      </c:catAx>
      <c:valAx>
        <c:axId val="8251616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826396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[test_outputs_ddpm_celeba_gen3.xlsx]Sheet7!PivotTable2</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359</c:v>
                </c:pt>
                <c:pt idx="1">
                  <c:v>127</c:v>
                </c:pt>
                <c:pt idx="2">
                  <c:v>39</c:v>
                </c:pt>
                <c:pt idx="3">
                  <c:v>1043</c:v>
                </c:pt>
                <c:pt idx="4">
                  <c:v>323</c:v>
                </c:pt>
                <c:pt idx="5">
                  <c:v>166</c:v>
                </c:pt>
                <c:pt idx="6">
                  <c:v>25</c:v>
                </c:pt>
                <c:pt idx="7">
                  <c:v>634</c:v>
                </c:pt>
              </c:numCache>
            </c:numRef>
          </c:val>
          <c:extLst>
            <c:ext xmlns:c16="http://schemas.microsoft.com/office/drawing/2014/chart" uri="{C3380CC4-5D6E-409C-BE32-E72D297353CC}">
              <c16:uniqueId val="{00000000-2304-4BBA-A2A0-A41B03A226B6}"/>
            </c:ext>
          </c:extLst>
        </c:ser>
        <c:dLbls>
          <c:showLegendKey val="0"/>
          <c:showVal val="0"/>
          <c:showCatName val="0"/>
          <c:showSerName val="0"/>
          <c:showPercent val="0"/>
          <c:showBubbleSize val="0"/>
        </c:dLbls>
        <c:gapWidth val="219"/>
        <c:overlap val="-27"/>
        <c:axId val="869244784"/>
        <c:axId val="825171056"/>
      </c:barChart>
      <c:catAx>
        <c:axId val="869244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5171056"/>
        <c:crosses val="autoZero"/>
        <c:auto val="1"/>
        <c:lblAlgn val="ctr"/>
        <c:lblOffset val="100"/>
        <c:noMultiLvlLbl val="0"/>
      </c:catAx>
      <c:valAx>
        <c:axId val="8251710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69244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Sheet2!$C$3</c:f>
              <c:strCache>
                <c:ptCount val="1"/>
                <c:pt idx="0">
                  <c:v>Race4</c:v>
                </c:pt>
              </c:strCache>
            </c:strRef>
          </c:tx>
          <c:spPr>
            <a:solidFill>
              <a:schemeClr val="accent1"/>
            </a:solidFill>
            <a:ln>
              <a:noFill/>
            </a:ln>
            <a:effectLst/>
          </c:spPr>
          <c:invertIfNegative val="0"/>
          <c:cat>
            <c:strRef>
              <c:f>Sheet2!$B$4:$B$7</c:f>
              <c:strCache>
                <c:ptCount val="4"/>
                <c:pt idx="0">
                  <c:v>Asian</c:v>
                </c:pt>
                <c:pt idx="1">
                  <c:v>Black</c:v>
                </c:pt>
                <c:pt idx="2">
                  <c:v>Indian</c:v>
                </c:pt>
                <c:pt idx="3">
                  <c:v>White</c:v>
                </c:pt>
              </c:strCache>
            </c:strRef>
          </c:cat>
          <c:val>
            <c:numRef>
              <c:f>Sheet2!$C$4:$C$7</c:f>
              <c:numCache>
                <c:formatCode>General</c:formatCode>
                <c:ptCount val="4"/>
                <c:pt idx="0">
                  <c:v>1299</c:v>
                </c:pt>
                <c:pt idx="1">
                  <c:v>469</c:v>
                </c:pt>
                <c:pt idx="2">
                  <c:v>176</c:v>
                </c:pt>
                <c:pt idx="3">
                  <c:v>1056</c:v>
                </c:pt>
              </c:numCache>
            </c:numRef>
          </c:val>
          <c:extLst>
            <c:ext xmlns:c16="http://schemas.microsoft.com/office/drawing/2014/chart" uri="{C3380CC4-5D6E-409C-BE32-E72D297353CC}">
              <c16:uniqueId val="{00000000-0EE7-4783-9A76-00B65C36DC47}"/>
            </c:ext>
          </c:extLst>
        </c:ser>
        <c:dLbls>
          <c:showLegendKey val="0"/>
          <c:showVal val="0"/>
          <c:showCatName val="0"/>
          <c:showSerName val="0"/>
          <c:showPercent val="0"/>
          <c:showBubbleSize val="0"/>
        </c:dLbls>
        <c:gapWidth val="219"/>
        <c:overlap val="-27"/>
        <c:axId val="856619552"/>
        <c:axId val="698711296"/>
      </c:barChart>
      <c:catAx>
        <c:axId val="856619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98711296"/>
        <c:crosses val="autoZero"/>
        <c:auto val="1"/>
        <c:lblAlgn val="ctr"/>
        <c:lblOffset val="100"/>
        <c:noMultiLvlLbl val="0"/>
      </c:catAx>
      <c:valAx>
        <c:axId val="698711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566195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Sheet4!$B$1</c:f>
              <c:strCache>
                <c:ptCount val="1"/>
                <c:pt idx="0">
                  <c:v>Gender</c:v>
                </c:pt>
              </c:strCache>
            </c:strRef>
          </c:tx>
          <c:spPr>
            <a:solidFill>
              <a:schemeClr val="accent1"/>
            </a:solidFill>
            <a:ln>
              <a:noFill/>
            </a:ln>
            <a:effectLst/>
          </c:spPr>
          <c:invertIfNegative val="0"/>
          <c:cat>
            <c:strRef>
              <c:f>Sheet4!$A$2:$A$3</c:f>
              <c:strCache>
                <c:ptCount val="2"/>
                <c:pt idx="0">
                  <c:v>Female</c:v>
                </c:pt>
                <c:pt idx="1">
                  <c:v>Male</c:v>
                </c:pt>
              </c:strCache>
            </c:strRef>
          </c:cat>
          <c:val>
            <c:numRef>
              <c:f>Sheet4!$B$2:$B$3</c:f>
              <c:numCache>
                <c:formatCode>General</c:formatCode>
                <c:ptCount val="2"/>
                <c:pt idx="0">
                  <c:v>1187</c:v>
                </c:pt>
                <c:pt idx="1">
                  <c:v>1813</c:v>
                </c:pt>
              </c:numCache>
            </c:numRef>
          </c:val>
          <c:extLst>
            <c:ext xmlns:c16="http://schemas.microsoft.com/office/drawing/2014/chart" uri="{C3380CC4-5D6E-409C-BE32-E72D297353CC}">
              <c16:uniqueId val="{00000000-9EAF-444E-8B6F-4EB222EBA2EF}"/>
            </c:ext>
          </c:extLst>
        </c:ser>
        <c:dLbls>
          <c:showLegendKey val="0"/>
          <c:showVal val="0"/>
          <c:showCatName val="0"/>
          <c:showSerName val="0"/>
          <c:showPercent val="0"/>
          <c:showBubbleSize val="0"/>
        </c:dLbls>
        <c:gapWidth val="219"/>
        <c:overlap val="-27"/>
        <c:axId val="856611872"/>
        <c:axId val="796461072"/>
      </c:barChart>
      <c:catAx>
        <c:axId val="8566118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6461072"/>
        <c:crosses val="autoZero"/>
        <c:auto val="1"/>
        <c:lblAlgn val="ctr"/>
        <c:lblOffset val="100"/>
        <c:noMultiLvlLbl val="0"/>
      </c:catAx>
      <c:valAx>
        <c:axId val="7964610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566118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Sheet5!$B$1</c:f>
              <c:strCache>
                <c:ptCount val="1"/>
                <c:pt idx="0">
                  <c:v>Age</c:v>
                </c:pt>
              </c:strCache>
            </c:strRef>
          </c:tx>
          <c:spPr>
            <a:solidFill>
              <a:schemeClr val="accent1"/>
            </a:solidFill>
            <a:ln>
              <a:noFill/>
            </a:ln>
            <a:effectLst/>
          </c:spPr>
          <c:invertIfNegative val="0"/>
          <c:cat>
            <c:strRef>
              <c:f>Sheet5!$A$2:$A$10</c:f>
              <c:strCache>
                <c:ptCount val="9"/>
                <c:pt idx="0">
                  <c:v>0-2</c:v>
                </c:pt>
                <c:pt idx="1">
                  <c:v>03-09_</c:v>
                </c:pt>
                <c:pt idx="2">
                  <c:v>10-19_</c:v>
                </c:pt>
                <c:pt idx="3">
                  <c:v>20-29</c:v>
                </c:pt>
                <c:pt idx="4">
                  <c:v>30-39</c:v>
                </c:pt>
                <c:pt idx="5">
                  <c:v>40-49</c:v>
                </c:pt>
                <c:pt idx="6">
                  <c:v>50-59</c:v>
                </c:pt>
                <c:pt idx="7">
                  <c:v>60-69</c:v>
                </c:pt>
                <c:pt idx="8">
                  <c:v>70+</c:v>
                </c:pt>
              </c:strCache>
            </c:strRef>
          </c:cat>
          <c:val>
            <c:numRef>
              <c:f>Sheet5!$B$2:$B$10</c:f>
              <c:numCache>
                <c:formatCode>General</c:formatCode>
                <c:ptCount val="9"/>
                <c:pt idx="0">
                  <c:v>53</c:v>
                </c:pt>
                <c:pt idx="1">
                  <c:v>254</c:v>
                </c:pt>
                <c:pt idx="2">
                  <c:v>205</c:v>
                </c:pt>
                <c:pt idx="3">
                  <c:v>1681</c:v>
                </c:pt>
                <c:pt idx="4">
                  <c:v>664</c:v>
                </c:pt>
                <c:pt idx="5">
                  <c:v>100</c:v>
                </c:pt>
                <c:pt idx="6">
                  <c:v>34</c:v>
                </c:pt>
                <c:pt idx="7">
                  <c:v>8</c:v>
                </c:pt>
                <c:pt idx="8">
                  <c:v>1</c:v>
                </c:pt>
              </c:numCache>
            </c:numRef>
          </c:val>
          <c:extLst>
            <c:ext xmlns:c16="http://schemas.microsoft.com/office/drawing/2014/chart" uri="{C3380CC4-5D6E-409C-BE32-E72D297353CC}">
              <c16:uniqueId val="{00000000-160C-4634-93AD-70A7915F05D2}"/>
            </c:ext>
          </c:extLst>
        </c:ser>
        <c:dLbls>
          <c:showLegendKey val="0"/>
          <c:showVal val="0"/>
          <c:showCatName val="0"/>
          <c:showSerName val="0"/>
          <c:showPercent val="0"/>
          <c:showBubbleSize val="0"/>
        </c:dLbls>
        <c:gapWidth val="219"/>
        <c:overlap val="-27"/>
        <c:axId val="787771280"/>
        <c:axId val="1978260464"/>
      </c:barChart>
      <c:catAx>
        <c:axId val="787771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78260464"/>
        <c:crosses val="autoZero"/>
        <c:auto val="1"/>
        <c:lblAlgn val="ctr"/>
        <c:lblOffset val="100"/>
        <c:noMultiLvlLbl val="0"/>
      </c:catAx>
      <c:valAx>
        <c:axId val="19782604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877712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[test_outputs_DDPM-fairface_gen.xlsx]Sheet6!PivotTable1</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498</c:v>
                </c:pt>
                <c:pt idx="1">
                  <c:v>801</c:v>
                </c:pt>
                <c:pt idx="2">
                  <c:v>178</c:v>
                </c:pt>
                <c:pt idx="3">
                  <c:v>291</c:v>
                </c:pt>
                <c:pt idx="4">
                  <c:v>69</c:v>
                </c:pt>
                <c:pt idx="5">
                  <c:v>107</c:v>
                </c:pt>
                <c:pt idx="6">
                  <c:v>442</c:v>
                </c:pt>
                <c:pt idx="7">
                  <c:v>614</c:v>
                </c:pt>
              </c:numCache>
            </c:numRef>
          </c:val>
          <c:extLst>
            <c:ext xmlns:c16="http://schemas.microsoft.com/office/drawing/2014/chart" uri="{C3380CC4-5D6E-409C-BE32-E72D297353CC}">
              <c16:uniqueId val="{00000000-00CE-4509-803E-A78E25BFC59D}"/>
            </c:ext>
          </c:extLst>
        </c:ser>
        <c:dLbls>
          <c:showLegendKey val="0"/>
          <c:showVal val="0"/>
          <c:showCatName val="0"/>
          <c:showSerName val="0"/>
          <c:showPercent val="0"/>
          <c:showBubbleSize val="0"/>
        </c:dLbls>
        <c:gapWidth val="219"/>
        <c:overlap val="-27"/>
        <c:axId val="1387771935"/>
        <c:axId val="1385340447"/>
      </c:barChart>
      <c:catAx>
        <c:axId val="13877719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5340447"/>
        <c:crosses val="autoZero"/>
        <c:auto val="1"/>
        <c:lblAlgn val="ctr"/>
        <c:lblOffset val="100"/>
        <c:noMultiLvlLbl val="0"/>
      </c:catAx>
      <c:valAx>
        <c:axId val="13853404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77719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[test_outputs_DDPM-fairface_gen.xlsx]Sheet7!PivotTable2</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498</c:v>
                </c:pt>
                <c:pt idx="1">
                  <c:v>178</c:v>
                </c:pt>
                <c:pt idx="2">
                  <c:v>69</c:v>
                </c:pt>
                <c:pt idx="3">
                  <c:v>442</c:v>
                </c:pt>
                <c:pt idx="4">
                  <c:v>801</c:v>
                </c:pt>
                <c:pt idx="5">
                  <c:v>291</c:v>
                </c:pt>
                <c:pt idx="6">
                  <c:v>107</c:v>
                </c:pt>
                <c:pt idx="7">
                  <c:v>614</c:v>
                </c:pt>
              </c:numCache>
            </c:numRef>
          </c:val>
          <c:extLst>
            <c:ext xmlns:c16="http://schemas.microsoft.com/office/drawing/2014/chart" uri="{C3380CC4-5D6E-409C-BE32-E72D297353CC}">
              <c16:uniqueId val="{00000000-734E-4DE8-88CA-51A2F830098C}"/>
            </c:ext>
          </c:extLst>
        </c:ser>
        <c:dLbls>
          <c:showLegendKey val="0"/>
          <c:showVal val="0"/>
          <c:showCatName val="0"/>
          <c:showSerName val="0"/>
          <c:showPercent val="0"/>
          <c:showBubbleSize val="0"/>
        </c:dLbls>
        <c:gapWidth val="219"/>
        <c:overlap val="-27"/>
        <c:axId val="1387759935"/>
        <c:axId val="1385341439"/>
      </c:barChart>
      <c:catAx>
        <c:axId val="13877599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5341439"/>
        <c:crosses val="autoZero"/>
        <c:auto val="1"/>
        <c:lblAlgn val="ctr"/>
        <c:lblOffset val="100"/>
        <c:noMultiLvlLbl val="0"/>
      </c:catAx>
      <c:valAx>
        <c:axId val="138534143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77599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Sheet5!$E$3</c:f>
              <c:strCache>
                <c:ptCount val="1"/>
                <c:pt idx="0">
                  <c:v>Age</c:v>
                </c:pt>
              </c:strCache>
            </c:strRef>
          </c:tx>
          <c:spPr>
            <a:solidFill>
              <a:schemeClr val="accent1"/>
            </a:solidFill>
            <a:ln>
              <a:noFill/>
            </a:ln>
            <a:effectLst/>
          </c:spPr>
          <c:invertIfNegative val="0"/>
          <c:cat>
            <c:strRef>
              <c:f>Sheet5!$D$4:$D$11</c:f>
              <c:strCache>
                <c:ptCount val="8"/>
                <c:pt idx="0">
                  <c:v>10-19_</c:v>
                </c:pt>
                <c:pt idx="1">
                  <c:v>03-09_</c:v>
                </c:pt>
                <c:pt idx="2">
                  <c:v>20-29</c:v>
                </c:pt>
                <c:pt idx="3">
                  <c:v>30-39</c:v>
                </c:pt>
                <c:pt idx="4">
                  <c:v>40-49</c:v>
                </c:pt>
                <c:pt idx="5">
                  <c:v>50-59</c:v>
                </c:pt>
                <c:pt idx="6">
                  <c:v>60-69</c:v>
                </c:pt>
                <c:pt idx="7">
                  <c:v>70+</c:v>
                </c:pt>
              </c:strCache>
            </c:strRef>
          </c:cat>
          <c:val>
            <c:numRef>
              <c:f>Sheet5!$E$4:$E$11</c:f>
              <c:numCache>
                <c:formatCode>General</c:formatCode>
                <c:ptCount val="8"/>
                <c:pt idx="0">
                  <c:v>246</c:v>
                </c:pt>
                <c:pt idx="1">
                  <c:v>28</c:v>
                </c:pt>
                <c:pt idx="2">
                  <c:v>2196</c:v>
                </c:pt>
                <c:pt idx="3">
                  <c:v>190</c:v>
                </c:pt>
                <c:pt idx="4">
                  <c:v>140</c:v>
                </c:pt>
                <c:pt idx="5">
                  <c:v>90</c:v>
                </c:pt>
                <c:pt idx="6">
                  <c:v>73</c:v>
                </c:pt>
                <c:pt idx="7">
                  <c:v>37</c:v>
                </c:pt>
              </c:numCache>
            </c:numRef>
          </c:val>
          <c:extLst>
            <c:ext xmlns:c16="http://schemas.microsoft.com/office/drawing/2014/chart" uri="{C3380CC4-5D6E-409C-BE32-E72D297353CC}">
              <c16:uniqueId val="{00000000-002E-4F5A-A531-4489D3929ED2}"/>
            </c:ext>
          </c:extLst>
        </c:ser>
        <c:dLbls>
          <c:showLegendKey val="0"/>
          <c:showVal val="0"/>
          <c:showCatName val="0"/>
          <c:showSerName val="0"/>
          <c:showPercent val="0"/>
          <c:showBubbleSize val="0"/>
        </c:dLbls>
        <c:gapWidth val="219"/>
        <c:overlap val="-27"/>
        <c:axId val="127739376"/>
        <c:axId val="20600912"/>
      </c:barChart>
      <c:catAx>
        <c:axId val="1277393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600912"/>
        <c:crosses val="autoZero"/>
        <c:auto val="1"/>
        <c:lblAlgn val="ctr"/>
        <c:lblOffset val="100"/>
        <c:noMultiLvlLbl val="0"/>
      </c:catAx>
      <c:valAx>
        <c:axId val="206009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73937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Gender</c:v>
                </c:pt>
              </c:strCache>
            </c:strRef>
          </c:tx>
          <c:spPr>
            <a:solidFill>
              <a:schemeClr val="accent1"/>
            </a:solidFill>
            <a:ln>
              <a:noFill/>
            </a:ln>
            <a:effectLst/>
          </c:spPr>
          <c:invertIfNegative val="0"/>
          <c:cat>
            <c:strRef>
              <c:f>Sheet4!$D$4:$D$5</c:f>
              <c:strCache>
                <c:ptCount val="2"/>
                <c:pt idx="0">
                  <c:v>Female</c:v>
                </c:pt>
                <c:pt idx="1">
                  <c:v>Male</c:v>
                </c:pt>
              </c:strCache>
            </c:strRef>
          </c:cat>
          <c:val>
            <c:numRef>
              <c:f>Sheet4!$E$4:$E$5</c:f>
              <c:numCache>
                <c:formatCode>General</c:formatCode>
                <c:ptCount val="2"/>
                <c:pt idx="0">
                  <c:v>2009</c:v>
                </c:pt>
                <c:pt idx="1">
                  <c:v>991</c:v>
                </c:pt>
              </c:numCache>
            </c:numRef>
          </c:val>
          <c:extLst>
            <c:ext xmlns:c16="http://schemas.microsoft.com/office/drawing/2014/chart" uri="{C3380CC4-5D6E-409C-BE32-E72D297353CC}">
              <c16:uniqueId val="{00000000-7043-452D-9739-43A61DE3BE2B}"/>
            </c:ext>
          </c:extLst>
        </c:ser>
        <c:dLbls>
          <c:showLegendKey val="0"/>
          <c:showVal val="0"/>
          <c:showCatName val="0"/>
          <c:showSerName val="0"/>
          <c:showPercent val="0"/>
          <c:showBubbleSize val="0"/>
        </c:dLbls>
        <c:gapWidth val="219"/>
        <c:overlap val="-27"/>
        <c:axId val="127724496"/>
        <c:axId val="24279808"/>
      </c:barChart>
      <c:catAx>
        <c:axId val="127724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4279808"/>
        <c:crosses val="autoZero"/>
        <c:auto val="1"/>
        <c:lblAlgn val="ctr"/>
        <c:lblOffset val="100"/>
        <c:noMultiLvlLbl val="0"/>
      </c:catAx>
      <c:valAx>
        <c:axId val="242798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7244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Race4</c:v>
                </c:pt>
              </c:strCache>
            </c:strRef>
          </c:tx>
          <c:spPr>
            <a:solidFill>
              <a:schemeClr val="accent1"/>
            </a:solidFill>
            <a:ln>
              <a:noFill/>
            </a:ln>
            <a:effectLst/>
          </c:spPr>
          <c:invertIfNegative val="0"/>
          <c:cat>
            <c:strRef>
              <c:f>Sheet3!$D$4:$D$7</c:f>
              <c:strCache>
                <c:ptCount val="4"/>
                <c:pt idx="0">
                  <c:v>Asian</c:v>
                </c:pt>
                <c:pt idx="1">
                  <c:v>Black</c:v>
                </c:pt>
                <c:pt idx="2">
                  <c:v>Indian</c:v>
                </c:pt>
                <c:pt idx="3">
                  <c:v>White</c:v>
                </c:pt>
              </c:strCache>
            </c:strRef>
          </c:cat>
          <c:val>
            <c:numRef>
              <c:f>Sheet3!$E$4:$E$7</c:f>
              <c:numCache>
                <c:formatCode>General</c:formatCode>
                <c:ptCount val="4"/>
                <c:pt idx="0">
                  <c:v>319</c:v>
                </c:pt>
                <c:pt idx="1">
                  <c:v>147</c:v>
                </c:pt>
                <c:pt idx="2">
                  <c:v>91</c:v>
                </c:pt>
                <c:pt idx="3">
                  <c:v>2443</c:v>
                </c:pt>
              </c:numCache>
            </c:numRef>
          </c:val>
          <c:extLst>
            <c:ext xmlns:c16="http://schemas.microsoft.com/office/drawing/2014/chart" uri="{C3380CC4-5D6E-409C-BE32-E72D297353CC}">
              <c16:uniqueId val="{00000000-DECF-4052-A341-02B9E21DC906}"/>
            </c:ext>
          </c:extLst>
        </c:ser>
        <c:dLbls>
          <c:showLegendKey val="0"/>
          <c:showVal val="0"/>
          <c:showCatName val="0"/>
          <c:showSerName val="0"/>
          <c:showPercent val="0"/>
          <c:showBubbleSize val="0"/>
        </c:dLbls>
        <c:gapWidth val="219"/>
        <c:overlap val="-27"/>
        <c:axId val="16730864"/>
        <c:axId val="13535104"/>
      </c:barChart>
      <c:catAx>
        <c:axId val="16730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535104"/>
        <c:crosses val="autoZero"/>
        <c:auto val="1"/>
        <c:lblAlgn val="ctr"/>
        <c:lblOffset val="100"/>
        <c:noMultiLvlLbl val="0"/>
      </c:catAx>
      <c:valAx>
        <c:axId val="135351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7308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[test_outputs_SD-celeba_gen.xlsx]Sheet7!PivotTable2</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195</c:v>
                </c:pt>
                <c:pt idx="1">
                  <c:v>59</c:v>
                </c:pt>
                <c:pt idx="2">
                  <c:v>55</c:v>
                </c:pt>
                <c:pt idx="3">
                  <c:v>1700</c:v>
                </c:pt>
                <c:pt idx="4">
                  <c:v>124</c:v>
                </c:pt>
                <c:pt idx="5">
                  <c:v>88</c:v>
                </c:pt>
                <c:pt idx="6">
                  <c:v>36</c:v>
                </c:pt>
                <c:pt idx="7">
                  <c:v>743</c:v>
                </c:pt>
              </c:numCache>
            </c:numRef>
          </c:val>
          <c:extLst>
            <c:ext xmlns:c16="http://schemas.microsoft.com/office/drawing/2014/chart" uri="{C3380CC4-5D6E-409C-BE32-E72D297353CC}">
              <c16:uniqueId val="{00000000-8BCA-4980-BE0E-3FD9469F1ADC}"/>
            </c:ext>
          </c:extLst>
        </c:ser>
        <c:dLbls>
          <c:showLegendKey val="0"/>
          <c:showVal val="0"/>
          <c:showCatName val="0"/>
          <c:showSerName val="0"/>
          <c:showPercent val="0"/>
          <c:showBubbleSize val="0"/>
        </c:dLbls>
        <c:gapWidth val="219"/>
        <c:overlap val="-27"/>
        <c:axId val="901469711"/>
        <c:axId val="994020047"/>
      </c:barChart>
      <c:catAx>
        <c:axId val="9014697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4020047"/>
        <c:crosses val="autoZero"/>
        <c:auto val="1"/>
        <c:lblAlgn val="ctr"/>
        <c:lblOffset val="100"/>
        <c:noMultiLvlLbl val="0"/>
      </c:catAx>
      <c:valAx>
        <c:axId val="9940200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0146971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[test_outputs_SD-celeba_gen.xlsx]Sheet6!PivotTable1</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195</c:v>
                </c:pt>
                <c:pt idx="1">
                  <c:v>124</c:v>
                </c:pt>
                <c:pt idx="2">
                  <c:v>59</c:v>
                </c:pt>
                <c:pt idx="3">
                  <c:v>88</c:v>
                </c:pt>
                <c:pt idx="4">
                  <c:v>55</c:v>
                </c:pt>
                <c:pt idx="5">
                  <c:v>36</c:v>
                </c:pt>
                <c:pt idx="6">
                  <c:v>1700</c:v>
                </c:pt>
                <c:pt idx="7">
                  <c:v>743</c:v>
                </c:pt>
              </c:numCache>
            </c:numRef>
          </c:val>
          <c:extLst>
            <c:ext xmlns:c16="http://schemas.microsoft.com/office/drawing/2014/chart" uri="{C3380CC4-5D6E-409C-BE32-E72D297353CC}">
              <c16:uniqueId val="{00000000-DE8D-4534-B7E8-DF26ED3264F4}"/>
            </c:ext>
          </c:extLst>
        </c:ser>
        <c:dLbls>
          <c:showLegendKey val="0"/>
          <c:showVal val="0"/>
          <c:showCatName val="0"/>
          <c:showSerName val="0"/>
          <c:showPercent val="0"/>
          <c:showBubbleSize val="0"/>
        </c:dLbls>
        <c:gapWidth val="219"/>
        <c:overlap val="-27"/>
        <c:axId val="901465391"/>
        <c:axId val="994017567"/>
      </c:barChart>
      <c:catAx>
        <c:axId val="9014653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4017567"/>
        <c:crosses val="autoZero"/>
        <c:auto val="1"/>
        <c:lblAlgn val="ctr"/>
        <c:lblOffset val="100"/>
        <c:noMultiLvlLbl val="0"/>
      </c:catAx>
      <c:valAx>
        <c:axId val="9940175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0146539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[test_outputs_gen.csv]Sheet1!PivotTable3</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Race4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Sheet1!$B$3</c:f>
              <c:strCache>
                <c:ptCount val="1"/>
                <c:pt idx="0">
                  <c:v>Total</c:v>
                </c:pt>
              </c:strCache>
            </c:strRef>
          </c:tx>
          <c:spPr>
            <a:solidFill>
              <a:schemeClr val="accent1"/>
            </a:solidFill>
            <a:ln>
              <a:noFill/>
            </a:ln>
            <a:effectLst/>
          </c:spPr>
          <c:invertIfNegative val="0"/>
          <c:cat>
            <c:strRef>
              <c:f>Sheet1!$A$4:$A$7</c:f>
              <c:strCache>
                <c:ptCount val="4"/>
                <c:pt idx="0">
                  <c:v>Asian</c:v>
                </c:pt>
                <c:pt idx="1">
                  <c:v>Black</c:v>
                </c:pt>
                <c:pt idx="2">
                  <c:v>Indian</c:v>
                </c:pt>
                <c:pt idx="3">
                  <c:v>White</c:v>
                </c:pt>
              </c:strCache>
            </c:strRef>
          </c:cat>
          <c:val>
            <c:numRef>
              <c:f>Sheet1!$B$4:$B$7</c:f>
              <c:numCache>
                <c:formatCode>General</c:formatCode>
                <c:ptCount val="4"/>
                <c:pt idx="0">
                  <c:v>478</c:v>
                </c:pt>
                <c:pt idx="1">
                  <c:v>460</c:v>
                </c:pt>
                <c:pt idx="2">
                  <c:v>229</c:v>
                </c:pt>
                <c:pt idx="3">
                  <c:v>1833</c:v>
                </c:pt>
              </c:numCache>
            </c:numRef>
          </c:val>
          <c:extLst>
            <c:ext xmlns:c16="http://schemas.microsoft.com/office/drawing/2014/chart" uri="{C3380CC4-5D6E-409C-BE32-E72D297353CC}">
              <c16:uniqueId val="{00000000-971B-412E-8435-5FB93FCDD4D3}"/>
            </c:ext>
          </c:extLst>
        </c:ser>
        <c:dLbls>
          <c:showLegendKey val="0"/>
          <c:showVal val="0"/>
          <c:showCatName val="0"/>
          <c:showSerName val="0"/>
          <c:showPercent val="0"/>
          <c:showBubbleSize val="0"/>
        </c:dLbls>
        <c:gapWidth val="219"/>
        <c:overlap val="-27"/>
        <c:axId val="-1284802464"/>
        <c:axId val="-1284807904"/>
      </c:barChart>
      <c:catAx>
        <c:axId val="-12848024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07904"/>
        <c:crosses val="autoZero"/>
        <c:auto val="1"/>
        <c:lblAlgn val="ctr"/>
        <c:lblOffset val="100"/>
        <c:noMultiLvlLbl val="0"/>
      </c:catAx>
      <c:valAx>
        <c:axId val="-12848079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024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[test_outputs_gen.csv]Sheet2!PivotTable6</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Gender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Sheet2!$B$3</c:f>
              <c:strCache>
                <c:ptCount val="1"/>
                <c:pt idx="0">
                  <c:v>Total</c:v>
                </c:pt>
              </c:strCache>
            </c:strRef>
          </c:tx>
          <c:spPr>
            <a:solidFill>
              <a:schemeClr val="accent1"/>
            </a:solidFill>
            <a:ln>
              <a:noFill/>
            </a:ln>
            <a:effectLst/>
          </c:spPr>
          <c:invertIfNegative val="0"/>
          <c:cat>
            <c:strRef>
              <c:f>Sheet2!$A$4:$A$5</c:f>
              <c:strCache>
                <c:ptCount val="2"/>
                <c:pt idx="0">
                  <c:v>Female</c:v>
                </c:pt>
                <c:pt idx="1">
                  <c:v>Male</c:v>
                </c:pt>
              </c:strCache>
            </c:strRef>
          </c:cat>
          <c:val>
            <c:numRef>
              <c:f>Sheet2!$B$4:$B$5</c:f>
              <c:numCache>
                <c:formatCode>General</c:formatCode>
                <c:ptCount val="2"/>
                <c:pt idx="0">
                  <c:v>2025</c:v>
                </c:pt>
                <c:pt idx="1">
                  <c:v>975</c:v>
                </c:pt>
              </c:numCache>
            </c:numRef>
          </c:val>
          <c:extLst>
            <c:ext xmlns:c16="http://schemas.microsoft.com/office/drawing/2014/chart" uri="{C3380CC4-5D6E-409C-BE32-E72D297353CC}">
              <c16:uniqueId val="{00000000-60E8-4CAC-A90C-42C681A2772B}"/>
            </c:ext>
          </c:extLst>
        </c:ser>
        <c:dLbls>
          <c:showLegendKey val="0"/>
          <c:showVal val="0"/>
          <c:showCatName val="0"/>
          <c:showSerName val="0"/>
          <c:showPercent val="0"/>
          <c:showBubbleSize val="0"/>
        </c:dLbls>
        <c:gapWidth val="219"/>
        <c:overlap val="-27"/>
        <c:axId val="-1284815520"/>
        <c:axId val="-1284803008"/>
      </c:barChart>
      <c:catAx>
        <c:axId val="-12848155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03008"/>
        <c:crosses val="autoZero"/>
        <c:auto val="1"/>
        <c:lblAlgn val="ctr"/>
        <c:lblOffset val="100"/>
        <c:noMultiLvlLbl val="0"/>
      </c:catAx>
      <c:valAx>
        <c:axId val="-12848030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155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[test_outputs_gen.csv]Sheet3!PivotTable11</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Sheet3!$B$3</c:f>
              <c:strCache>
                <c:ptCount val="1"/>
                <c:pt idx="0">
                  <c:v>Total</c:v>
                </c:pt>
              </c:strCache>
            </c:strRef>
          </c:tx>
          <c:spPr>
            <a:solidFill>
              <a:schemeClr val="accent1"/>
            </a:solidFill>
            <a:ln>
              <a:noFill/>
            </a:ln>
            <a:effectLst/>
          </c:spPr>
          <c:invertIfNegative val="0"/>
          <c:cat>
            <c:strRef>
              <c:f>Sheet3!$A$4:$A$11</c:f>
              <c:strCache>
                <c:ptCount val="8"/>
                <c:pt idx="0">
                  <c:v>03-09</c:v>
                </c:pt>
                <c:pt idx="1">
                  <c:v>10-19</c:v>
                </c:pt>
                <c:pt idx="2">
                  <c:v>20-29</c:v>
                </c:pt>
                <c:pt idx="3">
                  <c:v>30-39</c:v>
                </c:pt>
                <c:pt idx="4">
                  <c:v>40-49</c:v>
                </c:pt>
                <c:pt idx="5">
                  <c:v>50-59</c:v>
                </c:pt>
                <c:pt idx="6">
                  <c:v>60-69</c:v>
                </c:pt>
                <c:pt idx="7">
                  <c:v>70+</c:v>
                </c:pt>
              </c:strCache>
            </c:strRef>
          </c:cat>
          <c:val>
            <c:numRef>
              <c:f>Sheet3!$B$4:$B$11</c:f>
              <c:numCache>
                <c:formatCode>General</c:formatCode>
                <c:ptCount val="8"/>
                <c:pt idx="0">
                  <c:v>23</c:v>
                </c:pt>
                <c:pt idx="1">
                  <c:v>69</c:v>
                </c:pt>
                <c:pt idx="2">
                  <c:v>2197</c:v>
                </c:pt>
                <c:pt idx="3">
                  <c:v>450</c:v>
                </c:pt>
                <c:pt idx="4">
                  <c:v>141</c:v>
                </c:pt>
                <c:pt idx="5">
                  <c:v>75</c:v>
                </c:pt>
                <c:pt idx="6">
                  <c:v>34</c:v>
                </c:pt>
                <c:pt idx="7">
                  <c:v>11</c:v>
                </c:pt>
              </c:numCache>
            </c:numRef>
          </c:val>
          <c:extLst>
            <c:ext xmlns:c16="http://schemas.microsoft.com/office/drawing/2014/chart" uri="{C3380CC4-5D6E-409C-BE32-E72D297353CC}">
              <c16:uniqueId val="{00000000-A367-4834-88F6-C44421B6A9DA}"/>
            </c:ext>
          </c:extLst>
        </c:ser>
        <c:dLbls>
          <c:showLegendKey val="0"/>
          <c:showVal val="0"/>
          <c:showCatName val="0"/>
          <c:showSerName val="0"/>
          <c:showPercent val="0"/>
          <c:showBubbleSize val="0"/>
        </c:dLbls>
        <c:gapWidth val="219"/>
        <c:overlap val="-27"/>
        <c:axId val="-1284813344"/>
        <c:axId val="-1284807360"/>
      </c:barChart>
      <c:catAx>
        <c:axId val="-1284813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07360"/>
        <c:crosses val="autoZero"/>
        <c:auto val="1"/>
        <c:lblAlgn val="ctr"/>
        <c:lblOffset val="100"/>
        <c:noMultiLvlLbl val="0"/>
      </c:catAx>
      <c:valAx>
        <c:axId val="-1284807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133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[test_outputs_gen.xlsx]Sheet3!PivotTable2</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Sheet3!$B$3</c:f>
              <c:strCache>
                <c:ptCount val="1"/>
                <c:pt idx="0">
                  <c:v>Total</c:v>
                </c:pt>
              </c:strCache>
            </c:strRef>
          </c:tx>
          <c:spPr>
            <a:solidFill>
              <a:schemeClr val="accent1"/>
            </a:solidFill>
            <a:ln>
              <a:noFill/>
            </a:ln>
            <a:effectLst/>
          </c:spPr>
          <c:invertIfNegative val="0"/>
          <c:cat>
            <c:multiLvlStrRef>
              <c:f>Sheet3!$A$4:$A$14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Sheet3!$B$4:$B$14</c:f>
              <c:numCache>
                <c:formatCode>General</c:formatCode>
                <c:ptCount val="8"/>
                <c:pt idx="0">
                  <c:v>360</c:v>
                </c:pt>
                <c:pt idx="1">
                  <c:v>289</c:v>
                </c:pt>
                <c:pt idx="2">
                  <c:v>144</c:v>
                </c:pt>
                <c:pt idx="3">
                  <c:v>1232</c:v>
                </c:pt>
                <c:pt idx="4">
                  <c:v>118</c:v>
                </c:pt>
                <c:pt idx="5">
                  <c:v>171</c:v>
                </c:pt>
                <c:pt idx="6">
                  <c:v>85</c:v>
                </c:pt>
                <c:pt idx="7">
                  <c:v>601</c:v>
                </c:pt>
              </c:numCache>
            </c:numRef>
          </c:val>
          <c:extLst>
            <c:ext xmlns:c16="http://schemas.microsoft.com/office/drawing/2014/chart" uri="{C3380CC4-5D6E-409C-BE32-E72D297353CC}">
              <c16:uniqueId val="{00000000-7E71-4E0E-8302-478C59919871}"/>
            </c:ext>
          </c:extLst>
        </c:ser>
        <c:dLbls>
          <c:showLegendKey val="0"/>
          <c:showVal val="0"/>
          <c:showCatName val="0"/>
          <c:showSerName val="0"/>
          <c:showPercent val="0"/>
          <c:showBubbleSize val="0"/>
        </c:dLbls>
        <c:gapWidth val="219"/>
        <c:overlap val="-27"/>
        <c:axId val="1506325088"/>
        <c:axId val="1482062800"/>
      </c:barChart>
      <c:catAx>
        <c:axId val="1506325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82062800"/>
        <c:crosses val="autoZero"/>
        <c:auto val="1"/>
        <c:lblAlgn val="ctr"/>
        <c:lblOffset val="100"/>
        <c:noMultiLvlLbl val="0"/>
      </c:catAx>
      <c:valAx>
        <c:axId val="14820628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063250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[test_outputs_gen.xlsx]Sheet2!PivotTable1</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c:f>
              <c:strCache>
                <c:ptCount val="1"/>
                <c:pt idx="0">
                  <c:v>Total</c:v>
                </c:pt>
              </c:strCache>
            </c:strRef>
          </c:tx>
          <c:spPr>
            <a:solidFill>
              <a:schemeClr val="accent6">
                <a:lumMod val="75000"/>
              </a:schemeClr>
            </a:solidFill>
            <a:ln>
              <a:noFill/>
            </a:ln>
            <a:effectLst/>
          </c:spPr>
          <c:invertIfNegative val="0"/>
          <c:cat>
            <c:multiLvlStrRef>
              <c:f>Sheet2!$A$4:$A$16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Sheet2!$B$4:$B$16</c:f>
              <c:numCache>
                <c:formatCode>General</c:formatCode>
                <c:ptCount val="8"/>
                <c:pt idx="0">
                  <c:v>360</c:v>
                </c:pt>
                <c:pt idx="1">
                  <c:v>118</c:v>
                </c:pt>
                <c:pt idx="2">
                  <c:v>289</c:v>
                </c:pt>
                <c:pt idx="3">
                  <c:v>171</c:v>
                </c:pt>
                <c:pt idx="4">
                  <c:v>144</c:v>
                </c:pt>
                <c:pt idx="5">
                  <c:v>85</c:v>
                </c:pt>
                <c:pt idx="6">
                  <c:v>1232</c:v>
                </c:pt>
                <c:pt idx="7">
                  <c:v>601</c:v>
                </c:pt>
              </c:numCache>
            </c:numRef>
          </c:val>
          <c:extLst>
            <c:ext xmlns:c16="http://schemas.microsoft.com/office/drawing/2014/chart" uri="{C3380CC4-5D6E-409C-BE32-E72D297353CC}">
              <c16:uniqueId val="{00000000-9DFE-4452-A530-92CF5652864D}"/>
            </c:ext>
          </c:extLst>
        </c:ser>
        <c:dLbls>
          <c:showLegendKey val="0"/>
          <c:showVal val="0"/>
          <c:showCatName val="0"/>
          <c:showSerName val="0"/>
          <c:showPercent val="0"/>
          <c:showBubbleSize val="0"/>
        </c:dLbls>
        <c:gapWidth val="219"/>
        <c:overlap val="-27"/>
        <c:axId val="1506317888"/>
        <c:axId val="1481866192"/>
      </c:barChart>
      <c:catAx>
        <c:axId val="1506317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81866192"/>
        <c:crosses val="autoZero"/>
        <c:auto val="1"/>
        <c:lblAlgn val="ctr"/>
        <c:lblOffset val="100"/>
        <c:noMultiLvlLbl val="0"/>
      </c:catAx>
      <c:valAx>
        <c:axId val="1481866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063178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age!$E$3</c:f>
              <c:strCache>
                <c:ptCount val="1"/>
                <c:pt idx="0">
                  <c:v>Age</c:v>
                </c:pt>
              </c:strCache>
            </c:strRef>
          </c:tx>
          <c:spPr>
            <a:solidFill>
              <a:schemeClr val="accent1"/>
            </a:solidFill>
            <a:ln>
              <a:noFill/>
            </a:ln>
            <a:effectLst/>
          </c:spPr>
          <c:invertIfNegative val="0"/>
          <c:cat>
            <c:strRef>
              <c:f>age!$D$4:$D$12</c:f>
              <c:strCache>
                <c:ptCount val="9"/>
                <c:pt idx="0">
                  <c:v>0-2</c:v>
                </c:pt>
                <c:pt idx="1">
                  <c:v>03-09_</c:v>
                </c:pt>
                <c:pt idx="2">
                  <c:v>10-19_</c:v>
                </c:pt>
                <c:pt idx="3">
                  <c:v>20-29</c:v>
                </c:pt>
                <c:pt idx="4">
                  <c:v>30-39</c:v>
                </c:pt>
                <c:pt idx="5">
                  <c:v>40-49</c:v>
                </c:pt>
                <c:pt idx="6">
                  <c:v>50-59</c:v>
                </c:pt>
                <c:pt idx="7">
                  <c:v>60-69</c:v>
                </c:pt>
                <c:pt idx="8">
                  <c:v>70+</c:v>
                </c:pt>
              </c:strCache>
            </c:strRef>
          </c:cat>
          <c:val>
            <c:numRef>
              <c:f>age!$E$4:$E$12</c:f>
              <c:numCache>
                <c:formatCode>General</c:formatCode>
                <c:ptCount val="9"/>
                <c:pt idx="0">
                  <c:v>4</c:v>
                </c:pt>
                <c:pt idx="1">
                  <c:v>262</c:v>
                </c:pt>
                <c:pt idx="2">
                  <c:v>148</c:v>
                </c:pt>
                <c:pt idx="3">
                  <c:v>1189</c:v>
                </c:pt>
                <c:pt idx="4">
                  <c:v>1115</c:v>
                </c:pt>
                <c:pt idx="5">
                  <c:v>214</c:v>
                </c:pt>
                <c:pt idx="6">
                  <c:v>52</c:v>
                </c:pt>
                <c:pt idx="7">
                  <c:v>15</c:v>
                </c:pt>
                <c:pt idx="8">
                  <c:v>1</c:v>
                </c:pt>
              </c:numCache>
            </c:numRef>
          </c:val>
          <c:extLst>
            <c:ext xmlns:c16="http://schemas.microsoft.com/office/drawing/2014/chart" uri="{C3380CC4-5D6E-409C-BE32-E72D297353CC}">
              <c16:uniqueId val="{00000000-85A3-4CC3-92B1-292D830A4541}"/>
            </c:ext>
          </c:extLst>
        </c:ser>
        <c:dLbls>
          <c:showLegendKey val="0"/>
          <c:showVal val="0"/>
          <c:showCatName val="0"/>
          <c:showSerName val="0"/>
          <c:showPercent val="0"/>
          <c:showBubbleSize val="0"/>
        </c:dLbls>
        <c:gapWidth val="219"/>
        <c:overlap val="-27"/>
        <c:axId val="1145468944"/>
        <c:axId val="1145470608"/>
      </c:barChart>
      <c:catAx>
        <c:axId val="1145468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5470608"/>
        <c:crosses val="autoZero"/>
        <c:auto val="1"/>
        <c:lblAlgn val="ctr"/>
        <c:lblOffset val="100"/>
        <c:noMultiLvlLbl val="0"/>
      </c:catAx>
      <c:valAx>
        <c:axId val="11454706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54689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gender!$E$3</c:f>
              <c:strCache>
                <c:ptCount val="1"/>
                <c:pt idx="0">
                  <c:v>Gender</c:v>
                </c:pt>
              </c:strCache>
            </c:strRef>
          </c:tx>
          <c:spPr>
            <a:solidFill>
              <a:schemeClr val="accent1"/>
            </a:solidFill>
            <a:ln>
              <a:noFill/>
            </a:ln>
            <a:effectLst/>
          </c:spPr>
          <c:invertIfNegative val="0"/>
          <c:cat>
            <c:strRef>
              <c:f>gender!$D$4:$D$5</c:f>
              <c:strCache>
                <c:ptCount val="2"/>
                <c:pt idx="0">
                  <c:v>Female</c:v>
                </c:pt>
                <c:pt idx="1">
                  <c:v>Male</c:v>
                </c:pt>
              </c:strCache>
            </c:strRef>
          </c:cat>
          <c:val>
            <c:numRef>
              <c:f>gender!$E$4:$E$5</c:f>
              <c:numCache>
                <c:formatCode>General</c:formatCode>
                <c:ptCount val="2"/>
                <c:pt idx="0">
                  <c:v>1011</c:v>
                </c:pt>
                <c:pt idx="1">
                  <c:v>1989</c:v>
                </c:pt>
              </c:numCache>
            </c:numRef>
          </c:val>
          <c:extLst>
            <c:ext xmlns:c16="http://schemas.microsoft.com/office/drawing/2014/chart" uri="{C3380CC4-5D6E-409C-BE32-E72D297353CC}">
              <c16:uniqueId val="{00000000-34CE-4B5B-87ED-4B2C246577A9}"/>
            </c:ext>
          </c:extLst>
        </c:ser>
        <c:dLbls>
          <c:showLegendKey val="0"/>
          <c:showVal val="0"/>
          <c:showCatName val="0"/>
          <c:showSerName val="0"/>
          <c:showPercent val="0"/>
          <c:showBubbleSize val="0"/>
        </c:dLbls>
        <c:gapWidth val="219"/>
        <c:overlap val="-27"/>
        <c:axId val="1101666720"/>
        <c:axId val="1101668384"/>
      </c:barChart>
      <c:catAx>
        <c:axId val="11016667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1668384"/>
        <c:crosses val="autoZero"/>
        <c:auto val="1"/>
        <c:lblAlgn val="ctr"/>
        <c:lblOffset val="100"/>
        <c:noMultiLvlLbl val="0"/>
      </c:catAx>
      <c:valAx>
        <c:axId val="11016683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16667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race4!$E$3</c:f>
              <c:strCache>
                <c:ptCount val="1"/>
                <c:pt idx="0">
                  <c:v>Race4</c:v>
                </c:pt>
              </c:strCache>
            </c:strRef>
          </c:tx>
          <c:spPr>
            <a:solidFill>
              <a:schemeClr val="accent1"/>
            </a:solidFill>
            <a:ln>
              <a:noFill/>
            </a:ln>
            <a:effectLst/>
          </c:spPr>
          <c:invertIfNegative val="0"/>
          <c:cat>
            <c:strRef>
              <c:f>race4!$D$4:$D$7</c:f>
              <c:strCache>
                <c:ptCount val="4"/>
                <c:pt idx="0">
                  <c:v>Asian</c:v>
                </c:pt>
                <c:pt idx="1">
                  <c:v>Black</c:v>
                </c:pt>
                <c:pt idx="2">
                  <c:v>Indian</c:v>
                </c:pt>
                <c:pt idx="3">
                  <c:v>White</c:v>
                </c:pt>
              </c:strCache>
            </c:strRef>
          </c:cat>
          <c:val>
            <c:numRef>
              <c:f>race4!$E$4:$E$7</c:f>
              <c:numCache>
                <c:formatCode>General</c:formatCode>
                <c:ptCount val="4"/>
                <c:pt idx="0">
                  <c:v>534</c:v>
                </c:pt>
                <c:pt idx="1">
                  <c:v>768</c:v>
                </c:pt>
                <c:pt idx="2">
                  <c:v>1162</c:v>
                </c:pt>
                <c:pt idx="3">
                  <c:v>536</c:v>
                </c:pt>
              </c:numCache>
            </c:numRef>
          </c:val>
          <c:extLst>
            <c:ext xmlns:c16="http://schemas.microsoft.com/office/drawing/2014/chart" uri="{C3380CC4-5D6E-409C-BE32-E72D297353CC}">
              <c16:uniqueId val="{00000000-B2AF-4A1C-B20A-077700C1A229}"/>
            </c:ext>
          </c:extLst>
        </c:ser>
        <c:dLbls>
          <c:showLegendKey val="0"/>
          <c:showVal val="0"/>
          <c:showCatName val="0"/>
          <c:showSerName val="0"/>
          <c:showPercent val="0"/>
          <c:showBubbleSize val="0"/>
        </c:dLbls>
        <c:gapWidth val="219"/>
        <c:overlap val="-27"/>
        <c:axId val="998791552"/>
        <c:axId val="998793216"/>
      </c:barChart>
      <c:catAx>
        <c:axId val="998791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8793216"/>
        <c:crosses val="autoZero"/>
        <c:auto val="1"/>
        <c:lblAlgn val="ctr"/>
        <c:lblOffset val="100"/>
        <c:noMultiLvlLbl val="0"/>
      </c:catAx>
      <c:valAx>
        <c:axId val="9987932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87915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[test_outputs_gen_fairface_G110.xlsx]Sheet3!PivotTable2</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Sheet3!$B$3</c:f>
              <c:strCache>
                <c:ptCount val="1"/>
                <c:pt idx="0">
                  <c:v>Total</c:v>
                </c:pt>
              </c:strCache>
            </c:strRef>
          </c:tx>
          <c:spPr>
            <a:solidFill>
              <a:schemeClr val="accent1"/>
            </a:solidFill>
            <a:ln>
              <a:noFill/>
            </a:ln>
            <a:effectLst/>
          </c:spPr>
          <c:invertIfNegative val="0"/>
          <c:cat>
            <c:multiLvlStrRef>
              <c:f>Sheet3!$A$4:$A$14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Sheet3!$B$4:$B$14</c:f>
              <c:numCache>
                <c:formatCode>General</c:formatCode>
                <c:ptCount val="8"/>
                <c:pt idx="0">
                  <c:v>221</c:v>
                </c:pt>
                <c:pt idx="1">
                  <c:v>252</c:v>
                </c:pt>
                <c:pt idx="2">
                  <c:v>380</c:v>
                </c:pt>
                <c:pt idx="3">
                  <c:v>158</c:v>
                </c:pt>
                <c:pt idx="4">
                  <c:v>313</c:v>
                </c:pt>
                <c:pt idx="5">
                  <c:v>516</c:v>
                </c:pt>
                <c:pt idx="6">
                  <c:v>782</c:v>
                </c:pt>
                <c:pt idx="7">
                  <c:v>378</c:v>
                </c:pt>
              </c:numCache>
            </c:numRef>
          </c:val>
          <c:extLst>
            <c:ext xmlns:c16="http://schemas.microsoft.com/office/drawing/2014/chart" uri="{C3380CC4-5D6E-409C-BE32-E72D297353CC}">
              <c16:uniqueId val="{00000000-BF0D-490F-BFCE-05D266832C06}"/>
            </c:ext>
          </c:extLst>
        </c:ser>
        <c:dLbls>
          <c:showLegendKey val="0"/>
          <c:showVal val="0"/>
          <c:showCatName val="0"/>
          <c:showSerName val="0"/>
          <c:showPercent val="0"/>
          <c:showBubbleSize val="0"/>
        </c:dLbls>
        <c:gapWidth val="219"/>
        <c:overlap val="-27"/>
        <c:axId val="1556176335"/>
        <c:axId val="1588671423"/>
      </c:barChart>
      <c:catAx>
        <c:axId val="15561763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8671423"/>
        <c:crosses val="autoZero"/>
        <c:auto val="1"/>
        <c:lblAlgn val="ctr"/>
        <c:lblOffset val="100"/>
        <c:noMultiLvlLbl val="0"/>
      </c:catAx>
      <c:valAx>
        <c:axId val="15886714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561763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[test_outputs_gen_fairface_G110.xlsx]Sheet2!PivotTable1</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c:f>
              <c:strCache>
                <c:ptCount val="1"/>
                <c:pt idx="0">
                  <c:v>Total</c:v>
                </c:pt>
              </c:strCache>
            </c:strRef>
          </c:tx>
          <c:spPr>
            <a:solidFill>
              <a:schemeClr val="accent6">
                <a:lumMod val="75000"/>
              </a:schemeClr>
            </a:solidFill>
            <a:ln>
              <a:noFill/>
            </a:ln>
            <a:effectLst/>
          </c:spPr>
          <c:invertIfNegative val="0"/>
          <c:cat>
            <c:multiLvlStrRef>
              <c:f>Sheet2!$A$4:$A$16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Sheet2!$B$4:$B$16</c:f>
              <c:numCache>
                <c:formatCode>General</c:formatCode>
                <c:ptCount val="8"/>
                <c:pt idx="0">
                  <c:v>221</c:v>
                </c:pt>
                <c:pt idx="1">
                  <c:v>313</c:v>
                </c:pt>
                <c:pt idx="2">
                  <c:v>252</c:v>
                </c:pt>
                <c:pt idx="3">
                  <c:v>516</c:v>
                </c:pt>
                <c:pt idx="4">
                  <c:v>380</c:v>
                </c:pt>
                <c:pt idx="5">
                  <c:v>782</c:v>
                </c:pt>
                <c:pt idx="6">
                  <c:v>158</c:v>
                </c:pt>
                <c:pt idx="7">
                  <c:v>378</c:v>
                </c:pt>
              </c:numCache>
            </c:numRef>
          </c:val>
          <c:extLst>
            <c:ext xmlns:c16="http://schemas.microsoft.com/office/drawing/2014/chart" uri="{C3380CC4-5D6E-409C-BE32-E72D297353CC}">
              <c16:uniqueId val="{00000000-CE53-4775-B0C0-369BB0F09719}"/>
            </c:ext>
          </c:extLst>
        </c:ser>
        <c:dLbls>
          <c:showLegendKey val="0"/>
          <c:showVal val="0"/>
          <c:showCatName val="0"/>
          <c:showSerName val="0"/>
          <c:showPercent val="0"/>
          <c:showBubbleSize val="0"/>
        </c:dLbls>
        <c:gapWidth val="219"/>
        <c:overlap val="-27"/>
        <c:axId val="1564121263"/>
        <c:axId val="1588670927"/>
      </c:barChart>
      <c:catAx>
        <c:axId val="15641212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8670927"/>
        <c:crosses val="autoZero"/>
        <c:auto val="1"/>
        <c:lblAlgn val="ctr"/>
        <c:lblOffset val="100"/>
        <c:noMultiLvlLbl val="0"/>
      </c:catAx>
      <c:valAx>
        <c:axId val="158867092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6412126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race4!$E$3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AB66-490C-8737-45C148DB1D55}"/>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AB66-490C-8737-45C148DB1D55}"/>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AB66-490C-8737-45C148DB1D55}"/>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AB66-490C-8737-45C148DB1D55}"/>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race4!$D$4:$D$7</c:f>
              <c:strCache>
                <c:ptCount val="4"/>
                <c:pt idx="0">
                  <c:v>Asian</c:v>
                </c:pt>
                <c:pt idx="1">
                  <c:v>Black</c:v>
                </c:pt>
                <c:pt idx="2">
                  <c:v>Indian</c:v>
                </c:pt>
                <c:pt idx="3">
                  <c:v>White</c:v>
                </c:pt>
              </c:strCache>
            </c:strRef>
          </c:cat>
          <c:val>
            <c:numRef>
              <c:f>race4!$E$4:$E$7</c:f>
              <c:numCache>
                <c:formatCode>General</c:formatCode>
                <c:ptCount val="4"/>
                <c:pt idx="0">
                  <c:v>478</c:v>
                </c:pt>
                <c:pt idx="1">
                  <c:v>460</c:v>
                </c:pt>
                <c:pt idx="2">
                  <c:v>229</c:v>
                </c:pt>
                <c:pt idx="3">
                  <c:v>1833</c:v>
                </c:pt>
              </c:numCache>
            </c:numRef>
          </c:val>
          <c:extLst>
            <c:ext xmlns:c16="http://schemas.microsoft.com/office/drawing/2014/chart" uri="{C3380CC4-5D6E-409C-BE32-E72D297353CC}">
              <c16:uniqueId val="{00000008-AB66-490C-8737-45C148DB1D55}"/>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race4!$E$3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F892-4967-965B-7D4DE6F0F6EC}"/>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F892-4967-965B-7D4DE6F0F6EC}"/>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F892-4967-965B-7D4DE6F0F6EC}"/>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F892-4967-965B-7D4DE6F0F6EC}"/>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race4!$D$4:$D$7</c:f>
              <c:strCache>
                <c:ptCount val="4"/>
                <c:pt idx="0">
                  <c:v>Asian</c:v>
                </c:pt>
                <c:pt idx="1">
                  <c:v>Black</c:v>
                </c:pt>
                <c:pt idx="2">
                  <c:v>Indian</c:v>
                </c:pt>
                <c:pt idx="3">
                  <c:v>White</c:v>
                </c:pt>
              </c:strCache>
            </c:strRef>
          </c:cat>
          <c:val>
            <c:numRef>
              <c:f>race4!$E$4:$E$7</c:f>
              <c:numCache>
                <c:formatCode>General</c:formatCode>
                <c:ptCount val="4"/>
                <c:pt idx="0">
                  <c:v>3356</c:v>
                </c:pt>
                <c:pt idx="1">
                  <c:v>2475</c:v>
                </c:pt>
                <c:pt idx="2">
                  <c:v>1631</c:v>
                </c:pt>
                <c:pt idx="3">
                  <c:v>19538</c:v>
                </c:pt>
              </c:numCache>
            </c:numRef>
          </c:val>
          <c:extLst>
            <c:ext xmlns:c16="http://schemas.microsoft.com/office/drawing/2014/chart" uri="{C3380CC4-5D6E-409C-BE32-E72D297353CC}">
              <c16:uniqueId val="{00000008-F892-4967-965B-7D4DE6F0F6EC}"/>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1.1884514435695496E-2"/>
          <c:y val="4.7660761154855645E-2"/>
          <c:w val="0.1075599300087489"/>
          <c:h val="0.3125021872265966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791F-4671-B2B5-8FAC6D11DBE9}"/>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791F-4671-B2B5-8FAC6D11DBE9}"/>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791F-4671-B2B5-8FAC6D11DBE9}"/>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791F-4671-B2B5-8FAC6D11DBE9}"/>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Sheet3!$D$4:$D$7</c:f>
              <c:strCache>
                <c:ptCount val="4"/>
                <c:pt idx="0">
                  <c:v>Asian</c:v>
                </c:pt>
                <c:pt idx="1">
                  <c:v>Black</c:v>
                </c:pt>
                <c:pt idx="2">
                  <c:v>Indian</c:v>
                </c:pt>
                <c:pt idx="3">
                  <c:v>White</c:v>
                </c:pt>
              </c:strCache>
            </c:strRef>
          </c:cat>
          <c:val>
            <c:numRef>
              <c:f>Sheet3!$E$4:$E$7</c:f>
              <c:numCache>
                <c:formatCode>General</c:formatCode>
                <c:ptCount val="4"/>
                <c:pt idx="0">
                  <c:v>682</c:v>
                </c:pt>
                <c:pt idx="1">
                  <c:v>293</c:v>
                </c:pt>
                <c:pt idx="2">
                  <c:v>64</c:v>
                </c:pt>
                <c:pt idx="3">
                  <c:v>1677</c:v>
                </c:pt>
              </c:numCache>
            </c:numRef>
          </c:val>
          <c:extLst>
            <c:ext xmlns:c16="http://schemas.microsoft.com/office/drawing/2014/chart" uri="{C3380CC4-5D6E-409C-BE32-E72D297353CC}">
              <c16:uniqueId val="{00000008-791F-4671-B2B5-8FAC6D11DBE9}"/>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458A-4DDC-8888-2A24481D5A43}"/>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458A-4DDC-8888-2A24481D5A43}"/>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458A-4DDC-8888-2A24481D5A43}"/>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458A-4DDC-8888-2A24481D5A43}"/>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Sheet3!$D$4:$D$7</c:f>
              <c:strCache>
                <c:ptCount val="4"/>
                <c:pt idx="0">
                  <c:v>Asian</c:v>
                </c:pt>
                <c:pt idx="1">
                  <c:v>Black</c:v>
                </c:pt>
                <c:pt idx="2">
                  <c:v>Indian</c:v>
                </c:pt>
                <c:pt idx="3">
                  <c:v>White</c:v>
                </c:pt>
              </c:strCache>
            </c:strRef>
          </c:cat>
          <c:val>
            <c:numRef>
              <c:f>Sheet3!$E$4:$E$7</c:f>
              <c:numCache>
                <c:formatCode>General</c:formatCode>
                <c:ptCount val="4"/>
                <c:pt idx="0">
                  <c:v>319</c:v>
                </c:pt>
                <c:pt idx="1">
                  <c:v>147</c:v>
                </c:pt>
                <c:pt idx="2">
                  <c:v>91</c:v>
                </c:pt>
                <c:pt idx="3">
                  <c:v>2443</c:v>
                </c:pt>
              </c:numCache>
            </c:numRef>
          </c:val>
          <c:extLst>
            <c:ext xmlns:c16="http://schemas.microsoft.com/office/drawing/2014/chart" uri="{C3380CC4-5D6E-409C-BE32-E72D297353CC}">
              <c16:uniqueId val="{00000008-458A-4DDC-8888-2A24481D5A43}"/>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gender!$E$3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52B5-4859-BC8E-3581E173C8ED}"/>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52B5-4859-BC8E-3581E173C8ED}"/>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gender!$D$4:$D$5</c:f>
              <c:strCache>
                <c:ptCount val="2"/>
                <c:pt idx="0">
                  <c:v>Female</c:v>
                </c:pt>
                <c:pt idx="1">
                  <c:v>Male</c:v>
                </c:pt>
              </c:strCache>
            </c:strRef>
          </c:cat>
          <c:val>
            <c:numRef>
              <c:f>gender!$E$4:$E$5</c:f>
              <c:numCache>
                <c:formatCode>General</c:formatCode>
                <c:ptCount val="2"/>
                <c:pt idx="0">
                  <c:v>2025</c:v>
                </c:pt>
                <c:pt idx="1">
                  <c:v>975</c:v>
                </c:pt>
              </c:numCache>
            </c:numRef>
          </c:val>
          <c:extLst>
            <c:ext xmlns:c16="http://schemas.microsoft.com/office/drawing/2014/chart" uri="{C3380CC4-5D6E-409C-BE32-E72D297353CC}">
              <c16:uniqueId val="{00000004-52B5-4859-BC8E-3581E173C8ED}"/>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3A52-47D7-A581-513A12046863}"/>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3A52-47D7-A581-513A12046863}"/>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17097</c:v>
                </c:pt>
                <c:pt idx="1">
                  <c:v>9903</c:v>
                </c:pt>
              </c:numCache>
            </c:numRef>
          </c:val>
          <c:extLst>
            <c:ext xmlns:c16="http://schemas.microsoft.com/office/drawing/2014/chart" uri="{C3380CC4-5D6E-409C-BE32-E72D297353CC}">
              <c16:uniqueId val="{00000004-3A52-47D7-A581-513A12046863}"/>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2.3481627296587881E-2"/>
          <c:y val="6.0971493146689974E-2"/>
          <c:w val="0.11818503937007874"/>
          <c:h val="0.1562510936132983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B715-43E3-85F6-7A1AD1A8EC0A}"/>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B715-43E3-85F6-7A1AD1A8EC0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1568</c:v>
                </c:pt>
                <c:pt idx="1">
                  <c:v>1148</c:v>
                </c:pt>
              </c:numCache>
            </c:numRef>
          </c:val>
          <c:extLst>
            <c:ext xmlns:c16="http://schemas.microsoft.com/office/drawing/2014/chart" uri="{C3380CC4-5D6E-409C-BE32-E72D297353CC}">
              <c16:uniqueId val="{00000004-B715-43E3-85F6-7A1AD1A8EC0A}"/>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ABD6-48DD-925C-78D5BB7CA199}"/>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ABD6-48DD-925C-78D5BB7CA199}"/>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2009</c:v>
                </c:pt>
                <c:pt idx="1">
                  <c:v>991</c:v>
                </c:pt>
              </c:numCache>
            </c:numRef>
          </c:val>
          <c:extLst>
            <c:ext xmlns:c16="http://schemas.microsoft.com/office/drawing/2014/chart" uri="{C3380CC4-5D6E-409C-BE32-E72D297353CC}">
              <c16:uniqueId val="{00000004-ABD6-48DD-925C-78D5BB7CA199}"/>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age!$E$3</c:f>
              <c:strCache>
                <c:ptCount val="1"/>
                <c:pt idx="0">
                  <c:v>Age</c:v>
                </c:pt>
              </c:strCache>
            </c:strRef>
          </c:tx>
          <c:dPt>
            <c:idx val="0"/>
            <c:bubble3D val="0"/>
            <c:spPr>
              <a:solidFill>
                <a:schemeClr val="accent1">
                  <a:shade val="45000"/>
                </a:schemeClr>
              </a:solidFill>
              <a:ln w="19050">
                <a:solidFill>
                  <a:schemeClr val="lt1"/>
                </a:solidFill>
              </a:ln>
              <a:effectLst/>
            </c:spPr>
            <c:extLst>
              <c:ext xmlns:c16="http://schemas.microsoft.com/office/drawing/2014/chart" uri="{C3380CC4-5D6E-409C-BE32-E72D297353CC}">
                <c16:uniqueId val="{00000001-C69A-4B37-8567-8BF0944831A1}"/>
              </c:ext>
            </c:extLst>
          </c:dPt>
          <c:dPt>
            <c:idx val="1"/>
            <c:bubble3D val="0"/>
            <c:spPr>
              <a:solidFill>
                <a:schemeClr val="accent1">
                  <a:shade val="61000"/>
                </a:schemeClr>
              </a:solidFill>
              <a:ln w="19050">
                <a:solidFill>
                  <a:schemeClr val="lt1"/>
                </a:solidFill>
              </a:ln>
              <a:effectLst/>
            </c:spPr>
            <c:extLst>
              <c:ext xmlns:c16="http://schemas.microsoft.com/office/drawing/2014/chart" uri="{C3380CC4-5D6E-409C-BE32-E72D297353CC}">
                <c16:uniqueId val="{00000003-C69A-4B37-8567-8BF0944831A1}"/>
              </c:ext>
            </c:extLst>
          </c:dPt>
          <c:dPt>
            <c:idx val="2"/>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5-C69A-4B37-8567-8BF0944831A1}"/>
              </c:ext>
            </c:extLst>
          </c:dPt>
          <c:dPt>
            <c:idx val="3"/>
            <c:bubble3D val="0"/>
            <c:spPr>
              <a:solidFill>
                <a:schemeClr val="accent1">
                  <a:shade val="92000"/>
                </a:schemeClr>
              </a:solidFill>
              <a:ln w="19050">
                <a:solidFill>
                  <a:schemeClr val="lt1"/>
                </a:solidFill>
              </a:ln>
              <a:effectLst/>
            </c:spPr>
            <c:extLst>
              <c:ext xmlns:c16="http://schemas.microsoft.com/office/drawing/2014/chart" uri="{C3380CC4-5D6E-409C-BE32-E72D297353CC}">
                <c16:uniqueId val="{00000007-C69A-4B37-8567-8BF0944831A1}"/>
              </c:ext>
            </c:extLst>
          </c:dPt>
          <c:dPt>
            <c:idx val="4"/>
            <c:bubble3D val="0"/>
            <c:spPr>
              <a:solidFill>
                <a:schemeClr val="accent1">
                  <a:tint val="93000"/>
                </a:schemeClr>
              </a:solidFill>
              <a:ln w="19050">
                <a:solidFill>
                  <a:schemeClr val="lt1"/>
                </a:solidFill>
              </a:ln>
              <a:effectLst/>
            </c:spPr>
            <c:extLst>
              <c:ext xmlns:c16="http://schemas.microsoft.com/office/drawing/2014/chart" uri="{C3380CC4-5D6E-409C-BE32-E72D297353CC}">
                <c16:uniqueId val="{00000009-C69A-4B37-8567-8BF0944831A1}"/>
              </c:ext>
            </c:extLst>
          </c:dPt>
          <c:dPt>
            <c:idx val="5"/>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B-C69A-4B37-8567-8BF0944831A1}"/>
              </c:ext>
            </c:extLst>
          </c:dPt>
          <c:dPt>
            <c:idx val="6"/>
            <c:bubble3D val="0"/>
            <c:spPr>
              <a:solidFill>
                <a:schemeClr val="accent1">
                  <a:tint val="62000"/>
                </a:schemeClr>
              </a:solidFill>
              <a:ln w="19050">
                <a:solidFill>
                  <a:schemeClr val="lt1"/>
                </a:solidFill>
              </a:ln>
              <a:effectLst/>
            </c:spPr>
            <c:extLst>
              <c:ext xmlns:c16="http://schemas.microsoft.com/office/drawing/2014/chart" uri="{C3380CC4-5D6E-409C-BE32-E72D297353CC}">
                <c16:uniqueId val="{0000000D-C69A-4B37-8567-8BF0944831A1}"/>
              </c:ext>
            </c:extLst>
          </c:dPt>
          <c:dPt>
            <c:idx val="7"/>
            <c:bubble3D val="0"/>
            <c:spPr>
              <a:solidFill>
                <a:schemeClr val="accent1">
                  <a:tint val="46000"/>
                </a:schemeClr>
              </a:solidFill>
              <a:ln w="19050">
                <a:solidFill>
                  <a:schemeClr val="lt1"/>
                </a:solidFill>
              </a:ln>
              <a:effectLst/>
            </c:spPr>
            <c:extLst>
              <c:ext xmlns:c16="http://schemas.microsoft.com/office/drawing/2014/chart" uri="{C3380CC4-5D6E-409C-BE32-E72D297353CC}">
                <c16:uniqueId val="{0000000F-C69A-4B37-8567-8BF0944831A1}"/>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age!$D$4:$D$11</c:f>
              <c:strCache>
                <c:ptCount val="8"/>
                <c:pt idx="0">
                  <c:v>03-09_</c:v>
                </c:pt>
                <c:pt idx="1">
                  <c:v>10-19_</c:v>
                </c:pt>
                <c:pt idx="2">
                  <c:v>20-29</c:v>
                </c:pt>
                <c:pt idx="3">
                  <c:v>30-39</c:v>
                </c:pt>
                <c:pt idx="4">
                  <c:v>40-49</c:v>
                </c:pt>
                <c:pt idx="5">
                  <c:v>50-59</c:v>
                </c:pt>
                <c:pt idx="6">
                  <c:v>60-69</c:v>
                </c:pt>
                <c:pt idx="7">
                  <c:v>70+</c:v>
                </c:pt>
              </c:strCache>
            </c:strRef>
          </c:cat>
          <c:val>
            <c:numRef>
              <c:f>age!$E$4:$E$11</c:f>
              <c:numCache>
                <c:formatCode>General</c:formatCode>
                <c:ptCount val="8"/>
                <c:pt idx="0">
                  <c:v>23</c:v>
                </c:pt>
                <c:pt idx="1">
                  <c:v>69</c:v>
                </c:pt>
                <c:pt idx="2">
                  <c:v>2197</c:v>
                </c:pt>
                <c:pt idx="3">
                  <c:v>450</c:v>
                </c:pt>
                <c:pt idx="4">
                  <c:v>141</c:v>
                </c:pt>
                <c:pt idx="5">
                  <c:v>75</c:v>
                </c:pt>
                <c:pt idx="6">
                  <c:v>34</c:v>
                </c:pt>
                <c:pt idx="7">
                  <c:v>11</c:v>
                </c:pt>
              </c:numCache>
            </c:numRef>
          </c:val>
          <c:extLst>
            <c:ext xmlns:c16="http://schemas.microsoft.com/office/drawing/2014/chart" uri="{C3380CC4-5D6E-409C-BE32-E72D297353CC}">
              <c16:uniqueId val="{00000010-C69A-4B37-8567-8BF0944831A1}"/>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age!$E$3</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671B-4487-9B68-031763CECADF}"/>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671B-4487-9B68-031763CECADF}"/>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671B-4487-9B68-031763CECADF}"/>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671B-4487-9B68-031763CECADF}"/>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671B-4487-9B68-031763CECADF}"/>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671B-4487-9B68-031763CECADF}"/>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671B-4487-9B68-031763CECADF}"/>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671B-4487-9B68-031763CECADF}"/>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671B-4487-9B68-031763CECADF}"/>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age!$D$4:$D$12</c:f>
              <c:strCache>
                <c:ptCount val="9"/>
                <c:pt idx="0">
                  <c:v>0-2</c:v>
                </c:pt>
                <c:pt idx="1">
                  <c:v>03-09_</c:v>
                </c:pt>
                <c:pt idx="2">
                  <c:v>10-19_</c:v>
                </c:pt>
                <c:pt idx="3">
                  <c:v>20-29</c:v>
                </c:pt>
                <c:pt idx="4">
                  <c:v>30-39</c:v>
                </c:pt>
                <c:pt idx="5">
                  <c:v>40-49</c:v>
                </c:pt>
                <c:pt idx="6">
                  <c:v>50-59</c:v>
                </c:pt>
                <c:pt idx="7">
                  <c:v>60-69</c:v>
                </c:pt>
                <c:pt idx="8">
                  <c:v>70+</c:v>
                </c:pt>
              </c:strCache>
            </c:strRef>
          </c:cat>
          <c:val>
            <c:numRef>
              <c:f>age!$E$4:$E$12</c:f>
              <c:numCache>
                <c:formatCode>General</c:formatCode>
                <c:ptCount val="9"/>
                <c:pt idx="0">
                  <c:v>2</c:v>
                </c:pt>
                <c:pt idx="1">
                  <c:v>269</c:v>
                </c:pt>
                <c:pt idx="2">
                  <c:v>2045</c:v>
                </c:pt>
                <c:pt idx="3">
                  <c:v>18743</c:v>
                </c:pt>
                <c:pt idx="4">
                  <c:v>2431</c:v>
                </c:pt>
                <c:pt idx="5">
                  <c:v>1474</c:v>
                </c:pt>
                <c:pt idx="6">
                  <c:v>834</c:v>
                </c:pt>
                <c:pt idx="7">
                  <c:v>811</c:v>
                </c:pt>
                <c:pt idx="8">
                  <c:v>391</c:v>
                </c:pt>
              </c:numCache>
            </c:numRef>
          </c:val>
          <c:extLst>
            <c:ext xmlns:c16="http://schemas.microsoft.com/office/drawing/2014/chart" uri="{C3380CC4-5D6E-409C-BE32-E72D297353CC}">
              <c16:uniqueId val="{00000012-671B-4487-9B68-031763CECADF}"/>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7.3289588801399826E-3"/>
          <c:y val="0.10213874307378244"/>
          <c:w val="0.11489326334208223"/>
          <c:h val="0.7031299212598425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Sheet5!$E$3</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E490-486B-AF21-4A7CE42C83A9}"/>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E490-486B-AF21-4A7CE42C83A9}"/>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E490-486B-AF21-4A7CE42C83A9}"/>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E490-486B-AF21-4A7CE42C83A9}"/>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E490-486B-AF21-4A7CE42C83A9}"/>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E490-486B-AF21-4A7CE42C83A9}"/>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E490-486B-AF21-4A7CE42C83A9}"/>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E490-486B-AF21-4A7CE42C83A9}"/>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E490-486B-AF21-4A7CE42C83A9}"/>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Sheet5!$D$4:$D$12</c:f>
              <c:strCache>
                <c:ptCount val="9"/>
                <c:pt idx="0">
                  <c:v>0-2</c:v>
                </c:pt>
                <c:pt idx="1">
                  <c:v>03-09_</c:v>
                </c:pt>
                <c:pt idx="2">
                  <c:v>10-19_</c:v>
                </c:pt>
                <c:pt idx="3">
                  <c:v>20-29</c:v>
                </c:pt>
                <c:pt idx="4">
                  <c:v>30-39</c:v>
                </c:pt>
                <c:pt idx="5">
                  <c:v>40-49</c:v>
                </c:pt>
                <c:pt idx="6">
                  <c:v>50-59</c:v>
                </c:pt>
                <c:pt idx="7">
                  <c:v>60-69</c:v>
                </c:pt>
                <c:pt idx="8">
                  <c:v>70+</c:v>
                </c:pt>
              </c:strCache>
            </c:strRef>
          </c:cat>
          <c:val>
            <c:numRef>
              <c:f>Sheet5!$E$4:$E$12</c:f>
              <c:numCache>
                <c:formatCode>General</c:formatCode>
                <c:ptCount val="9"/>
                <c:pt idx="0">
                  <c:v>52</c:v>
                </c:pt>
                <c:pt idx="1">
                  <c:v>81</c:v>
                </c:pt>
                <c:pt idx="2">
                  <c:v>58</c:v>
                </c:pt>
                <c:pt idx="3">
                  <c:v>2034</c:v>
                </c:pt>
                <c:pt idx="4">
                  <c:v>414</c:v>
                </c:pt>
                <c:pt idx="5">
                  <c:v>55</c:v>
                </c:pt>
                <c:pt idx="6">
                  <c:v>12</c:v>
                </c:pt>
                <c:pt idx="7">
                  <c:v>5</c:v>
                </c:pt>
                <c:pt idx="8">
                  <c:v>5</c:v>
                </c:pt>
              </c:numCache>
            </c:numRef>
          </c:val>
          <c:extLst>
            <c:ext xmlns:c16="http://schemas.microsoft.com/office/drawing/2014/chart" uri="{C3380CC4-5D6E-409C-BE32-E72D297353CC}">
              <c16:uniqueId val="{00000012-E490-486B-AF21-4A7CE42C83A9}"/>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Sheet5!$E$3</c:f>
              <c:strCache>
                <c:ptCount val="1"/>
                <c:pt idx="0">
                  <c:v>Age</c:v>
                </c:pt>
              </c:strCache>
            </c:strRef>
          </c:tx>
          <c:dPt>
            <c:idx val="0"/>
            <c:bubble3D val="0"/>
            <c:spPr>
              <a:solidFill>
                <a:schemeClr val="accent1">
                  <a:shade val="45000"/>
                </a:schemeClr>
              </a:solidFill>
              <a:ln w="19050">
                <a:solidFill>
                  <a:schemeClr val="lt1"/>
                </a:solidFill>
              </a:ln>
              <a:effectLst/>
            </c:spPr>
            <c:extLst>
              <c:ext xmlns:c16="http://schemas.microsoft.com/office/drawing/2014/chart" uri="{C3380CC4-5D6E-409C-BE32-E72D297353CC}">
                <c16:uniqueId val="{00000001-A25F-4733-9519-DCEA1410A0A7}"/>
              </c:ext>
            </c:extLst>
          </c:dPt>
          <c:dPt>
            <c:idx val="1"/>
            <c:bubble3D val="0"/>
            <c:spPr>
              <a:solidFill>
                <a:schemeClr val="accent1">
                  <a:shade val="61000"/>
                </a:schemeClr>
              </a:solidFill>
              <a:ln w="19050">
                <a:solidFill>
                  <a:schemeClr val="lt1"/>
                </a:solidFill>
              </a:ln>
              <a:effectLst/>
            </c:spPr>
            <c:extLst>
              <c:ext xmlns:c16="http://schemas.microsoft.com/office/drawing/2014/chart" uri="{C3380CC4-5D6E-409C-BE32-E72D297353CC}">
                <c16:uniqueId val="{00000003-A25F-4733-9519-DCEA1410A0A7}"/>
              </c:ext>
            </c:extLst>
          </c:dPt>
          <c:dPt>
            <c:idx val="2"/>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5-A25F-4733-9519-DCEA1410A0A7}"/>
              </c:ext>
            </c:extLst>
          </c:dPt>
          <c:dPt>
            <c:idx val="3"/>
            <c:bubble3D val="0"/>
            <c:spPr>
              <a:solidFill>
                <a:schemeClr val="accent1">
                  <a:shade val="92000"/>
                </a:schemeClr>
              </a:solidFill>
              <a:ln w="19050">
                <a:solidFill>
                  <a:schemeClr val="lt1"/>
                </a:solidFill>
              </a:ln>
              <a:effectLst/>
            </c:spPr>
            <c:extLst>
              <c:ext xmlns:c16="http://schemas.microsoft.com/office/drawing/2014/chart" uri="{C3380CC4-5D6E-409C-BE32-E72D297353CC}">
                <c16:uniqueId val="{00000007-A25F-4733-9519-DCEA1410A0A7}"/>
              </c:ext>
            </c:extLst>
          </c:dPt>
          <c:dPt>
            <c:idx val="4"/>
            <c:bubble3D val="0"/>
            <c:spPr>
              <a:solidFill>
                <a:schemeClr val="accent1">
                  <a:tint val="93000"/>
                </a:schemeClr>
              </a:solidFill>
              <a:ln w="19050">
                <a:solidFill>
                  <a:schemeClr val="lt1"/>
                </a:solidFill>
              </a:ln>
              <a:effectLst/>
            </c:spPr>
            <c:extLst>
              <c:ext xmlns:c16="http://schemas.microsoft.com/office/drawing/2014/chart" uri="{C3380CC4-5D6E-409C-BE32-E72D297353CC}">
                <c16:uniqueId val="{00000009-A25F-4733-9519-DCEA1410A0A7}"/>
              </c:ext>
            </c:extLst>
          </c:dPt>
          <c:dPt>
            <c:idx val="5"/>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B-A25F-4733-9519-DCEA1410A0A7}"/>
              </c:ext>
            </c:extLst>
          </c:dPt>
          <c:dPt>
            <c:idx val="6"/>
            <c:bubble3D val="0"/>
            <c:spPr>
              <a:solidFill>
                <a:schemeClr val="accent1">
                  <a:tint val="62000"/>
                </a:schemeClr>
              </a:solidFill>
              <a:ln w="19050">
                <a:solidFill>
                  <a:schemeClr val="lt1"/>
                </a:solidFill>
              </a:ln>
              <a:effectLst/>
            </c:spPr>
            <c:extLst>
              <c:ext xmlns:c16="http://schemas.microsoft.com/office/drawing/2014/chart" uri="{C3380CC4-5D6E-409C-BE32-E72D297353CC}">
                <c16:uniqueId val="{0000000D-A25F-4733-9519-DCEA1410A0A7}"/>
              </c:ext>
            </c:extLst>
          </c:dPt>
          <c:dPt>
            <c:idx val="7"/>
            <c:bubble3D val="0"/>
            <c:spPr>
              <a:solidFill>
                <a:schemeClr val="accent1">
                  <a:tint val="46000"/>
                </a:schemeClr>
              </a:solidFill>
              <a:ln w="19050">
                <a:solidFill>
                  <a:schemeClr val="lt1"/>
                </a:solidFill>
              </a:ln>
              <a:effectLst/>
            </c:spPr>
            <c:extLst>
              <c:ext xmlns:c16="http://schemas.microsoft.com/office/drawing/2014/chart" uri="{C3380CC4-5D6E-409C-BE32-E72D297353CC}">
                <c16:uniqueId val="{0000000F-A25F-4733-9519-DCEA1410A0A7}"/>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Sheet5!$D$4:$D$11</c:f>
              <c:strCache>
                <c:ptCount val="8"/>
                <c:pt idx="0">
                  <c:v>10-19_</c:v>
                </c:pt>
                <c:pt idx="1">
                  <c:v>03-09_</c:v>
                </c:pt>
                <c:pt idx="2">
                  <c:v>20-29</c:v>
                </c:pt>
                <c:pt idx="3">
                  <c:v>30-39</c:v>
                </c:pt>
                <c:pt idx="4">
                  <c:v>40-49</c:v>
                </c:pt>
                <c:pt idx="5">
                  <c:v>50-59</c:v>
                </c:pt>
                <c:pt idx="6">
                  <c:v>60-69</c:v>
                </c:pt>
                <c:pt idx="7">
                  <c:v>70+</c:v>
                </c:pt>
              </c:strCache>
            </c:strRef>
          </c:cat>
          <c:val>
            <c:numRef>
              <c:f>Sheet5!$E$4:$E$11</c:f>
              <c:numCache>
                <c:formatCode>General</c:formatCode>
                <c:ptCount val="8"/>
                <c:pt idx="0">
                  <c:v>246</c:v>
                </c:pt>
                <c:pt idx="1">
                  <c:v>28</c:v>
                </c:pt>
                <c:pt idx="2">
                  <c:v>2196</c:v>
                </c:pt>
                <c:pt idx="3">
                  <c:v>190</c:v>
                </c:pt>
                <c:pt idx="4">
                  <c:v>140</c:v>
                </c:pt>
                <c:pt idx="5">
                  <c:v>90</c:v>
                </c:pt>
                <c:pt idx="6">
                  <c:v>73</c:v>
                </c:pt>
                <c:pt idx="7">
                  <c:v>37</c:v>
                </c:pt>
              </c:numCache>
            </c:numRef>
          </c:val>
          <c:extLst>
            <c:ext xmlns:c16="http://schemas.microsoft.com/office/drawing/2014/chart" uri="{C3380CC4-5D6E-409C-BE32-E72D297353CC}">
              <c16:uniqueId val="{00000010-A25F-4733-9519-DCEA1410A0A7}"/>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[test_outputs_trndata.xlsx]Sheet3!PivotTable2</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Sheet3!$B$3</c:f>
              <c:strCache>
                <c:ptCount val="1"/>
                <c:pt idx="0">
                  <c:v>Total</c:v>
                </c:pt>
              </c:strCache>
            </c:strRef>
          </c:tx>
          <c:spPr>
            <a:solidFill>
              <a:schemeClr val="accent1"/>
            </a:solidFill>
            <a:ln>
              <a:noFill/>
            </a:ln>
            <a:effectLst/>
          </c:spPr>
          <c:invertIfNegative val="0"/>
          <c:cat>
            <c:multiLvlStrRef>
              <c:f>Sheet3!$A$4:$A$14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Sheet3!$B$4:$B$14</c:f>
              <c:numCache>
                <c:formatCode>General</c:formatCode>
                <c:ptCount val="8"/>
                <c:pt idx="0">
                  <c:v>2040</c:v>
                </c:pt>
                <c:pt idx="1">
                  <c:v>1161</c:v>
                </c:pt>
                <c:pt idx="2">
                  <c:v>1045</c:v>
                </c:pt>
                <c:pt idx="3">
                  <c:v>12851</c:v>
                </c:pt>
                <c:pt idx="4">
                  <c:v>1316</c:v>
                </c:pt>
                <c:pt idx="5">
                  <c:v>1314</c:v>
                </c:pt>
                <c:pt idx="6">
                  <c:v>586</c:v>
                </c:pt>
                <c:pt idx="7">
                  <c:v>6687</c:v>
                </c:pt>
              </c:numCache>
            </c:numRef>
          </c:val>
          <c:extLst>
            <c:ext xmlns:c16="http://schemas.microsoft.com/office/drawing/2014/chart" uri="{C3380CC4-5D6E-409C-BE32-E72D297353CC}">
              <c16:uniqueId val="{00000000-BB05-4F44-A039-D0D220F1CF2E}"/>
            </c:ext>
          </c:extLst>
        </c:ser>
        <c:dLbls>
          <c:showLegendKey val="0"/>
          <c:showVal val="0"/>
          <c:showCatName val="0"/>
          <c:showSerName val="0"/>
          <c:showPercent val="0"/>
          <c:showBubbleSize val="0"/>
        </c:dLbls>
        <c:gapWidth val="219"/>
        <c:overlap val="-27"/>
        <c:axId val="609750047"/>
        <c:axId val="583929647"/>
      </c:barChart>
      <c:catAx>
        <c:axId val="6097500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3929647"/>
        <c:crosses val="autoZero"/>
        <c:auto val="1"/>
        <c:lblAlgn val="ctr"/>
        <c:lblOffset val="100"/>
        <c:noMultiLvlLbl val="0"/>
      </c:catAx>
      <c:valAx>
        <c:axId val="5839296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97500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[test_outputs_SD-celeba_gen.xlsx]Sheet7!PivotTable2</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195</c:v>
                </c:pt>
                <c:pt idx="1">
                  <c:v>59</c:v>
                </c:pt>
                <c:pt idx="2">
                  <c:v>55</c:v>
                </c:pt>
                <c:pt idx="3">
                  <c:v>1700</c:v>
                </c:pt>
                <c:pt idx="4">
                  <c:v>124</c:v>
                </c:pt>
                <c:pt idx="5">
                  <c:v>88</c:v>
                </c:pt>
                <c:pt idx="6">
                  <c:v>36</c:v>
                </c:pt>
                <c:pt idx="7">
                  <c:v>743</c:v>
                </c:pt>
              </c:numCache>
            </c:numRef>
          </c:val>
          <c:extLst>
            <c:ext xmlns:c16="http://schemas.microsoft.com/office/drawing/2014/chart" uri="{C3380CC4-5D6E-409C-BE32-E72D297353CC}">
              <c16:uniqueId val="{00000000-7833-4F94-BF10-E7748977BFEF}"/>
            </c:ext>
          </c:extLst>
        </c:ser>
        <c:dLbls>
          <c:showLegendKey val="0"/>
          <c:showVal val="0"/>
          <c:showCatName val="0"/>
          <c:showSerName val="0"/>
          <c:showPercent val="0"/>
          <c:showBubbleSize val="0"/>
        </c:dLbls>
        <c:gapWidth val="219"/>
        <c:overlap val="-27"/>
        <c:axId val="901469711"/>
        <c:axId val="994020047"/>
      </c:barChart>
      <c:catAx>
        <c:axId val="9014697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4020047"/>
        <c:crosses val="autoZero"/>
        <c:auto val="1"/>
        <c:lblAlgn val="ctr"/>
        <c:lblOffset val="100"/>
        <c:noMultiLvlLbl val="0"/>
      </c:catAx>
      <c:valAx>
        <c:axId val="9940200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0146971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[test_outputs_gen.xlsx]Sheet3!PivotTable2</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Sheet3!$B$3</c:f>
              <c:strCache>
                <c:ptCount val="1"/>
                <c:pt idx="0">
                  <c:v>Total</c:v>
                </c:pt>
              </c:strCache>
            </c:strRef>
          </c:tx>
          <c:spPr>
            <a:solidFill>
              <a:schemeClr val="accent1"/>
            </a:solidFill>
            <a:ln>
              <a:noFill/>
            </a:ln>
            <a:effectLst/>
          </c:spPr>
          <c:invertIfNegative val="0"/>
          <c:cat>
            <c:multiLvlStrRef>
              <c:f>Sheet3!$A$4:$A$14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Sheet3!$B$4:$B$14</c:f>
              <c:numCache>
                <c:formatCode>General</c:formatCode>
                <c:ptCount val="8"/>
                <c:pt idx="0">
                  <c:v>360</c:v>
                </c:pt>
                <c:pt idx="1">
                  <c:v>289</c:v>
                </c:pt>
                <c:pt idx="2">
                  <c:v>144</c:v>
                </c:pt>
                <c:pt idx="3">
                  <c:v>1232</c:v>
                </c:pt>
                <c:pt idx="4">
                  <c:v>118</c:v>
                </c:pt>
                <c:pt idx="5">
                  <c:v>171</c:v>
                </c:pt>
                <c:pt idx="6">
                  <c:v>85</c:v>
                </c:pt>
                <c:pt idx="7">
                  <c:v>601</c:v>
                </c:pt>
              </c:numCache>
            </c:numRef>
          </c:val>
          <c:extLst>
            <c:ext xmlns:c16="http://schemas.microsoft.com/office/drawing/2014/chart" uri="{C3380CC4-5D6E-409C-BE32-E72D297353CC}">
              <c16:uniqueId val="{00000000-59A9-42F2-BD3A-CDC8FDD1478B}"/>
            </c:ext>
          </c:extLst>
        </c:ser>
        <c:dLbls>
          <c:showLegendKey val="0"/>
          <c:showVal val="0"/>
          <c:showCatName val="0"/>
          <c:showSerName val="0"/>
          <c:showPercent val="0"/>
          <c:showBubbleSize val="0"/>
        </c:dLbls>
        <c:gapWidth val="219"/>
        <c:overlap val="-27"/>
        <c:axId val="1506325088"/>
        <c:axId val="1482062800"/>
      </c:barChart>
      <c:catAx>
        <c:axId val="1506325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82062800"/>
        <c:crosses val="autoZero"/>
        <c:auto val="1"/>
        <c:lblAlgn val="ctr"/>
        <c:lblOffset val="100"/>
        <c:noMultiLvlLbl val="0"/>
      </c:catAx>
      <c:valAx>
        <c:axId val="14820628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063250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[test_outputs_ddpm_celeba_gen3.xlsx]Sheet7!PivotTable2</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359</c:v>
                </c:pt>
                <c:pt idx="1">
                  <c:v>127</c:v>
                </c:pt>
                <c:pt idx="2">
                  <c:v>39</c:v>
                </c:pt>
                <c:pt idx="3">
                  <c:v>1043</c:v>
                </c:pt>
                <c:pt idx="4">
                  <c:v>323</c:v>
                </c:pt>
                <c:pt idx="5">
                  <c:v>166</c:v>
                </c:pt>
                <c:pt idx="6">
                  <c:v>25</c:v>
                </c:pt>
                <c:pt idx="7">
                  <c:v>634</c:v>
                </c:pt>
              </c:numCache>
            </c:numRef>
          </c:val>
          <c:extLst>
            <c:ext xmlns:c16="http://schemas.microsoft.com/office/drawing/2014/chart" uri="{C3380CC4-5D6E-409C-BE32-E72D297353CC}">
              <c16:uniqueId val="{00000000-E53A-4E0B-AB8E-E769C2717ECD}"/>
            </c:ext>
          </c:extLst>
        </c:ser>
        <c:dLbls>
          <c:showLegendKey val="0"/>
          <c:showVal val="0"/>
          <c:showCatName val="0"/>
          <c:showSerName val="0"/>
          <c:showPercent val="0"/>
          <c:showBubbleSize val="0"/>
        </c:dLbls>
        <c:gapWidth val="219"/>
        <c:overlap val="-27"/>
        <c:axId val="869244784"/>
        <c:axId val="825171056"/>
      </c:barChart>
      <c:catAx>
        <c:axId val="869244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5171056"/>
        <c:crosses val="autoZero"/>
        <c:auto val="1"/>
        <c:lblAlgn val="ctr"/>
        <c:lblOffset val="100"/>
        <c:noMultiLvlLbl val="0"/>
      </c:catAx>
      <c:valAx>
        <c:axId val="8251710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69244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[test_outputs_trndata.xlsx]Sheet2!PivotTable1</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c:f>
              <c:strCache>
                <c:ptCount val="1"/>
                <c:pt idx="0">
                  <c:v>Total</c:v>
                </c:pt>
              </c:strCache>
            </c:strRef>
          </c:tx>
          <c:spPr>
            <a:solidFill>
              <a:schemeClr val="accent6">
                <a:lumMod val="75000"/>
              </a:schemeClr>
            </a:solidFill>
            <a:ln>
              <a:noFill/>
            </a:ln>
            <a:effectLst/>
          </c:spPr>
          <c:invertIfNegative val="0"/>
          <c:cat>
            <c:multiLvlStrRef>
              <c:f>Sheet2!$A$4:$A$16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Sheet2!$B$4:$B$16</c:f>
              <c:numCache>
                <c:formatCode>General</c:formatCode>
                <c:ptCount val="8"/>
                <c:pt idx="0">
                  <c:v>2040</c:v>
                </c:pt>
                <c:pt idx="1">
                  <c:v>1316</c:v>
                </c:pt>
                <c:pt idx="2">
                  <c:v>1161</c:v>
                </c:pt>
                <c:pt idx="3">
                  <c:v>1314</c:v>
                </c:pt>
                <c:pt idx="4">
                  <c:v>1045</c:v>
                </c:pt>
                <c:pt idx="5">
                  <c:v>586</c:v>
                </c:pt>
                <c:pt idx="6">
                  <c:v>12851</c:v>
                </c:pt>
                <c:pt idx="7">
                  <c:v>6687</c:v>
                </c:pt>
              </c:numCache>
            </c:numRef>
          </c:val>
          <c:extLst>
            <c:ext xmlns:c16="http://schemas.microsoft.com/office/drawing/2014/chart" uri="{C3380CC4-5D6E-409C-BE32-E72D297353CC}">
              <c16:uniqueId val="{00000000-C1C4-4879-803F-74D5C4D528E4}"/>
            </c:ext>
          </c:extLst>
        </c:ser>
        <c:dLbls>
          <c:showLegendKey val="0"/>
          <c:showVal val="0"/>
          <c:showCatName val="0"/>
          <c:showSerName val="0"/>
          <c:showPercent val="0"/>
          <c:showBubbleSize val="0"/>
        </c:dLbls>
        <c:gapWidth val="219"/>
        <c:overlap val="-27"/>
        <c:axId val="2088037247"/>
        <c:axId val="581490575"/>
      </c:barChart>
      <c:catAx>
        <c:axId val="20880372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1490575"/>
        <c:crosses val="autoZero"/>
        <c:auto val="1"/>
        <c:lblAlgn val="ctr"/>
        <c:lblOffset val="100"/>
        <c:noMultiLvlLbl val="0"/>
      </c:catAx>
      <c:valAx>
        <c:axId val="5814905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88037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[test_outputs_SD-celeba_gen.xlsx]Sheet6!PivotTable1</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195</c:v>
                </c:pt>
                <c:pt idx="1">
                  <c:v>124</c:v>
                </c:pt>
                <c:pt idx="2">
                  <c:v>59</c:v>
                </c:pt>
                <c:pt idx="3">
                  <c:v>88</c:v>
                </c:pt>
                <c:pt idx="4">
                  <c:v>55</c:v>
                </c:pt>
                <c:pt idx="5">
                  <c:v>36</c:v>
                </c:pt>
                <c:pt idx="6">
                  <c:v>1700</c:v>
                </c:pt>
                <c:pt idx="7">
                  <c:v>743</c:v>
                </c:pt>
              </c:numCache>
            </c:numRef>
          </c:val>
          <c:extLst>
            <c:ext xmlns:c16="http://schemas.microsoft.com/office/drawing/2014/chart" uri="{C3380CC4-5D6E-409C-BE32-E72D297353CC}">
              <c16:uniqueId val="{00000000-C014-4C34-A73D-24DD14097463}"/>
            </c:ext>
          </c:extLst>
        </c:ser>
        <c:dLbls>
          <c:showLegendKey val="0"/>
          <c:showVal val="0"/>
          <c:showCatName val="0"/>
          <c:showSerName val="0"/>
          <c:showPercent val="0"/>
          <c:showBubbleSize val="0"/>
        </c:dLbls>
        <c:gapWidth val="219"/>
        <c:overlap val="-27"/>
        <c:axId val="901465391"/>
        <c:axId val="994017567"/>
      </c:barChart>
      <c:catAx>
        <c:axId val="9014653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4017567"/>
        <c:crosses val="autoZero"/>
        <c:auto val="1"/>
        <c:lblAlgn val="ctr"/>
        <c:lblOffset val="100"/>
        <c:noMultiLvlLbl val="0"/>
      </c:catAx>
      <c:valAx>
        <c:axId val="9940175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0146539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[test_outputs_gen.xlsx]Sheet2!PivotTable1</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c:f>
              <c:strCache>
                <c:ptCount val="1"/>
                <c:pt idx="0">
                  <c:v>Total</c:v>
                </c:pt>
              </c:strCache>
            </c:strRef>
          </c:tx>
          <c:spPr>
            <a:solidFill>
              <a:schemeClr val="accent6">
                <a:lumMod val="75000"/>
              </a:schemeClr>
            </a:solidFill>
            <a:ln>
              <a:noFill/>
            </a:ln>
            <a:effectLst/>
          </c:spPr>
          <c:invertIfNegative val="0"/>
          <c:cat>
            <c:multiLvlStrRef>
              <c:f>Sheet2!$A$4:$A$16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Sheet2!$B$4:$B$16</c:f>
              <c:numCache>
                <c:formatCode>General</c:formatCode>
                <c:ptCount val="8"/>
                <c:pt idx="0">
                  <c:v>360</c:v>
                </c:pt>
                <c:pt idx="1">
                  <c:v>118</c:v>
                </c:pt>
                <c:pt idx="2">
                  <c:v>289</c:v>
                </c:pt>
                <c:pt idx="3">
                  <c:v>171</c:v>
                </c:pt>
                <c:pt idx="4">
                  <c:v>144</c:v>
                </c:pt>
                <c:pt idx="5">
                  <c:v>85</c:v>
                </c:pt>
                <c:pt idx="6">
                  <c:v>1232</c:v>
                </c:pt>
                <c:pt idx="7">
                  <c:v>601</c:v>
                </c:pt>
              </c:numCache>
            </c:numRef>
          </c:val>
          <c:extLst>
            <c:ext xmlns:c16="http://schemas.microsoft.com/office/drawing/2014/chart" uri="{C3380CC4-5D6E-409C-BE32-E72D297353CC}">
              <c16:uniqueId val="{00000000-F6D4-46E0-A058-4B9A23D0F66C}"/>
            </c:ext>
          </c:extLst>
        </c:ser>
        <c:dLbls>
          <c:showLegendKey val="0"/>
          <c:showVal val="0"/>
          <c:showCatName val="0"/>
          <c:showSerName val="0"/>
          <c:showPercent val="0"/>
          <c:showBubbleSize val="0"/>
        </c:dLbls>
        <c:gapWidth val="219"/>
        <c:overlap val="-27"/>
        <c:axId val="1506317888"/>
        <c:axId val="1481866192"/>
      </c:barChart>
      <c:catAx>
        <c:axId val="1506317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81866192"/>
        <c:crosses val="autoZero"/>
        <c:auto val="1"/>
        <c:lblAlgn val="ctr"/>
        <c:lblOffset val="100"/>
        <c:noMultiLvlLbl val="0"/>
      </c:catAx>
      <c:valAx>
        <c:axId val="1481866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063178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[test_outputs_ddpm_celeba_gen3.xlsx]Sheet6!PivotTable1</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359</c:v>
                </c:pt>
                <c:pt idx="1">
                  <c:v>323</c:v>
                </c:pt>
                <c:pt idx="2">
                  <c:v>127</c:v>
                </c:pt>
                <c:pt idx="3">
                  <c:v>166</c:v>
                </c:pt>
                <c:pt idx="4">
                  <c:v>39</c:v>
                </c:pt>
                <c:pt idx="5">
                  <c:v>25</c:v>
                </c:pt>
                <c:pt idx="6">
                  <c:v>1043</c:v>
                </c:pt>
                <c:pt idx="7">
                  <c:v>634</c:v>
                </c:pt>
              </c:numCache>
            </c:numRef>
          </c:val>
          <c:extLst>
            <c:ext xmlns:c16="http://schemas.microsoft.com/office/drawing/2014/chart" uri="{C3380CC4-5D6E-409C-BE32-E72D297353CC}">
              <c16:uniqueId val="{00000000-D0B0-48C0-9CDA-A2B885162CC8}"/>
            </c:ext>
          </c:extLst>
        </c:ser>
        <c:dLbls>
          <c:showLegendKey val="0"/>
          <c:showVal val="0"/>
          <c:showCatName val="0"/>
          <c:showSerName val="0"/>
          <c:showPercent val="0"/>
          <c:showBubbleSize val="0"/>
        </c:dLbls>
        <c:gapWidth val="219"/>
        <c:overlap val="-27"/>
        <c:axId val="2082639664"/>
        <c:axId val="825161632"/>
      </c:barChart>
      <c:catAx>
        <c:axId val="2082639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5161632"/>
        <c:crosses val="autoZero"/>
        <c:auto val="1"/>
        <c:lblAlgn val="ctr"/>
        <c:lblOffset val="100"/>
        <c:noMultiLvlLbl val="0"/>
      </c:catAx>
      <c:valAx>
        <c:axId val="8251616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826396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Race4!$E$3</c:f>
              <c:strCache>
                <c:ptCount val="1"/>
                <c:pt idx="0">
                  <c:v>Race4</c:v>
                </c:pt>
              </c:strCache>
            </c:strRef>
          </c:tx>
          <c:dPt>
            <c:idx val="0"/>
            <c:bubble3D val="0"/>
            <c:spPr>
              <a:solidFill>
                <a:schemeClr val="accent1">
                  <a:shade val="58000"/>
                </a:schemeClr>
              </a:solidFill>
              <a:ln>
                <a:noFill/>
              </a:ln>
              <a:effectLst/>
            </c:spPr>
            <c:extLst>
              <c:ext xmlns:c16="http://schemas.microsoft.com/office/drawing/2014/chart" uri="{C3380CC4-5D6E-409C-BE32-E72D297353CC}">
                <c16:uniqueId val="{00000001-8F46-40B2-8470-ADECB328AC13}"/>
              </c:ext>
            </c:extLst>
          </c:dPt>
          <c:dPt>
            <c:idx val="1"/>
            <c:bubble3D val="0"/>
            <c:spPr>
              <a:solidFill>
                <a:schemeClr val="accent1">
                  <a:shade val="86000"/>
                </a:schemeClr>
              </a:solidFill>
              <a:ln>
                <a:noFill/>
              </a:ln>
              <a:effectLst/>
            </c:spPr>
            <c:extLst>
              <c:ext xmlns:c16="http://schemas.microsoft.com/office/drawing/2014/chart" uri="{C3380CC4-5D6E-409C-BE32-E72D297353CC}">
                <c16:uniqueId val="{00000003-8F46-40B2-8470-ADECB328AC13}"/>
              </c:ext>
            </c:extLst>
          </c:dPt>
          <c:dPt>
            <c:idx val="2"/>
            <c:bubble3D val="0"/>
            <c:spPr>
              <a:solidFill>
                <a:schemeClr val="accent1">
                  <a:tint val="86000"/>
                </a:schemeClr>
              </a:solidFill>
              <a:ln>
                <a:noFill/>
              </a:ln>
              <a:effectLst/>
            </c:spPr>
            <c:extLst>
              <c:ext xmlns:c16="http://schemas.microsoft.com/office/drawing/2014/chart" uri="{C3380CC4-5D6E-409C-BE32-E72D297353CC}">
                <c16:uniqueId val="{00000005-8F46-40B2-8470-ADECB328AC13}"/>
              </c:ext>
            </c:extLst>
          </c:dPt>
          <c:dPt>
            <c:idx val="3"/>
            <c:bubble3D val="0"/>
            <c:spPr>
              <a:solidFill>
                <a:schemeClr val="accent1">
                  <a:tint val="58000"/>
                </a:schemeClr>
              </a:solidFill>
              <a:ln>
                <a:noFill/>
              </a:ln>
              <a:effectLst/>
            </c:spPr>
            <c:extLst>
              <c:ext xmlns:c16="http://schemas.microsoft.com/office/drawing/2014/chart" uri="{C3380CC4-5D6E-409C-BE32-E72D297353CC}">
                <c16:uniqueId val="{00000007-8F46-40B2-8470-ADECB328AC13}"/>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Race4!$D$4:$D$7</c:f>
              <c:strCache>
                <c:ptCount val="4"/>
                <c:pt idx="0">
                  <c:v>Asian</c:v>
                </c:pt>
                <c:pt idx="1">
                  <c:v>Black</c:v>
                </c:pt>
                <c:pt idx="2">
                  <c:v>Indian</c:v>
                </c:pt>
                <c:pt idx="3">
                  <c:v>White</c:v>
                </c:pt>
              </c:strCache>
            </c:strRef>
          </c:cat>
          <c:val>
            <c:numRef>
              <c:f>Race4!$E$4:$E$7</c:f>
              <c:numCache>
                <c:formatCode>General</c:formatCode>
                <c:ptCount val="4"/>
                <c:pt idx="0">
                  <c:v>26304</c:v>
                </c:pt>
                <c:pt idx="1">
                  <c:v>13626</c:v>
                </c:pt>
                <c:pt idx="2">
                  <c:v>18894</c:v>
                </c:pt>
                <c:pt idx="3">
                  <c:v>27920</c:v>
                </c:pt>
              </c:numCache>
            </c:numRef>
          </c:val>
          <c:extLst>
            <c:ext xmlns:c16="http://schemas.microsoft.com/office/drawing/2014/chart" uri="{C3380CC4-5D6E-409C-BE32-E72D297353CC}">
              <c16:uniqueId val="{00000008-8F46-40B2-8470-ADECB328AC13}"/>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2.5773403324584384E-2"/>
          <c:y val="3.3771872265966757E-2"/>
          <c:w val="0.1075599300087489"/>
          <c:h val="0.3125021872265966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race4!$E$3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AAEE-4B8B-A939-384805A79D5B}"/>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AAEE-4B8B-A939-384805A79D5B}"/>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AAEE-4B8B-A939-384805A79D5B}"/>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AAEE-4B8B-A939-384805A79D5B}"/>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race4!$D$4:$D$7</c:f>
              <c:strCache>
                <c:ptCount val="4"/>
                <c:pt idx="0">
                  <c:v>Asian</c:v>
                </c:pt>
                <c:pt idx="1">
                  <c:v>Black</c:v>
                </c:pt>
                <c:pt idx="2">
                  <c:v>Indian</c:v>
                </c:pt>
                <c:pt idx="3">
                  <c:v>White</c:v>
                </c:pt>
              </c:strCache>
            </c:strRef>
          </c:cat>
          <c:val>
            <c:numRef>
              <c:f>race4!$E$4:$E$7</c:f>
              <c:numCache>
                <c:formatCode>General</c:formatCode>
                <c:ptCount val="4"/>
                <c:pt idx="0">
                  <c:v>534</c:v>
                </c:pt>
                <c:pt idx="1">
                  <c:v>768</c:v>
                </c:pt>
                <c:pt idx="2">
                  <c:v>1162</c:v>
                </c:pt>
                <c:pt idx="3">
                  <c:v>536</c:v>
                </c:pt>
              </c:numCache>
            </c:numRef>
          </c:val>
          <c:extLst>
            <c:ext xmlns:c16="http://schemas.microsoft.com/office/drawing/2014/chart" uri="{C3380CC4-5D6E-409C-BE32-E72D297353CC}">
              <c16:uniqueId val="{00000008-AAEE-4B8B-A939-384805A79D5B}"/>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Sheet2!$C$3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BA27-4185-89E5-37CF162EA747}"/>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BA27-4185-89E5-37CF162EA747}"/>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BA27-4185-89E5-37CF162EA747}"/>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BA27-4185-89E5-37CF162EA747}"/>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Sheet2!$B$4:$B$7</c:f>
              <c:strCache>
                <c:ptCount val="4"/>
                <c:pt idx="0">
                  <c:v>Asian</c:v>
                </c:pt>
                <c:pt idx="1">
                  <c:v>Black</c:v>
                </c:pt>
                <c:pt idx="2">
                  <c:v>Indian</c:v>
                </c:pt>
                <c:pt idx="3">
                  <c:v>White</c:v>
                </c:pt>
              </c:strCache>
            </c:strRef>
          </c:cat>
          <c:val>
            <c:numRef>
              <c:f>Sheet2!$C$4:$C$7</c:f>
              <c:numCache>
                <c:formatCode>General</c:formatCode>
                <c:ptCount val="4"/>
                <c:pt idx="0">
                  <c:v>1299</c:v>
                </c:pt>
                <c:pt idx="1">
                  <c:v>469</c:v>
                </c:pt>
                <c:pt idx="2">
                  <c:v>176</c:v>
                </c:pt>
                <c:pt idx="3">
                  <c:v>1056</c:v>
                </c:pt>
              </c:numCache>
            </c:numRef>
          </c:val>
          <c:extLst>
            <c:ext xmlns:c16="http://schemas.microsoft.com/office/drawing/2014/chart" uri="{C3380CC4-5D6E-409C-BE32-E72D297353CC}">
              <c16:uniqueId val="{00000008-BA27-4185-89E5-37CF162EA747}"/>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Gender!$D$3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6871-4E33-8B51-6ABEFCE8287A}"/>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6871-4E33-8B51-6ABEFCE8287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Gender!$C$4:$C$5</c:f>
              <c:strCache>
                <c:ptCount val="2"/>
                <c:pt idx="0">
                  <c:v>Female</c:v>
                </c:pt>
                <c:pt idx="1">
                  <c:v>Male</c:v>
                </c:pt>
              </c:strCache>
            </c:strRef>
          </c:cat>
          <c:val>
            <c:numRef>
              <c:f>Gender!$D$4:$D$5</c:f>
              <c:numCache>
                <c:formatCode>General</c:formatCode>
                <c:ptCount val="2"/>
                <c:pt idx="0">
                  <c:v>43126</c:v>
                </c:pt>
                <c:pt idx="1">
                  <c:v>43618</c:v>
                </c:pt>
              </c:numCache>
            </c:numRef>
          </c:val>
          <c:extLst>
            <c:ext xmlns:c16="http://schemas.microsoft.com/office/drawing/2014/chart" uri="{C3380CC4-5D6E-409C-BE32-E72D297353CC}">
              <c16:uniqueId val="{00000004-6871-4E33-8B51-6ABEFCE8287A}"/>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1.2594050743656578E-3"/>
          <c:y val="7.4652230971128636E-2"/>
          <c:w val="0.11818503937007874"/>
          <c:h val="0.1562510936132983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gender!$E$3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26B5-4E69-876C-1E36C739EC40}"/>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26B5-4E69-876C-1E36C739EC40}"/>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gender!$D$4:$D$5</c:f>
              <c:strCache>
                <c:ptCount val="2"/>
                <c:pt idx="0">
                  <c:v>Female</c:v>
                </c:pt>
                <c:pt idx="1">
                  <c:v>Male</c:v>
                </c:pt>
              </c:strCache>
            </c:strRef>
          </c:cat>
          <c:val>
            <c:numRef>
              <c:f>gender!$E$4:$E$5</c:f>
              <c:numCache>
                <c:formatCode>General</c:formatCode>
                <c:ptCount val="2"/>
                <c:pt idx="0">
                  <c:v>1011</c:v>
                </c:pt>
                <c:pt idx="1">
                  <c:v>1989</c:v>
                </c:pt>
              </c:numCache>
            </c:numRef>
          </c:val>
          <c:extLst>
            <c:ext xmlns:c16="http://schemas.microsoft.com/office/drawing/2014/chart" uri="{C3380CC4-5D6E-409C-BE32-E72D297353CC}">
              <c16:uniqueId val="{00000004-26B5-4E69-876C-1E36C739EC40}"/>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Sheet4!$B$1</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C3A5-42EF-9862-AC076AF2F3C4}"/>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C3A5-42EF-9862-AC076AF2F3C4}"/>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Sheet4!$A$2:$A$3</c:f>
              <c:strCache>
                <c:ptCount val="2"/>
                <c:pt idx="0">
                  <c:v>Female</c:v>
                </c:pt>
                <c:pt idx="1">
                  <c:v>Male</c:v>
                </c:pt>
              </c:strCache>
            </c:strRef>
          </c:cat>
          <c:val>
            <c:numRef>
              <c:f>Sheet4!$B$2:$B$3</c:f>
              <c:numCache>
                <c:formatCode>General</c:formatCode>
                <c:ptCount val="2"/>
                <c:pt idx="0">
                  <c:v>1187</c:v>
                </c:pt>
                <c:pt idx="1">
                  <c:v>1813</c:v>
                </c:pt>
              </c:numCache>
            </c:numRef>
          </c:val>
          <c:extLst>
            <c:ext xmlns:c16="http://schemas.microsoft.com/office/drawing/2014/chart" uri="{C3380CC4-5D6E-409C-BE32-E72D297353CC}">
              <c16:uniqueId val="{00000004-C3A5-42EF-9862-AC076AF2F3C4}"/>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Age!$E$3</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6E94-4412-832D-9F4B968A7DFA}"/>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6E94-4412-832D-9F4B968A7DFA}"/>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6E94-4412-832D-9F4B968A7DFA}"/>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6E94-4412-832D-9F4B968A7DFA}"/>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6E94-4412-832D-9F4B968A7DFA}"/>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6E94-4412-832D-9F4B968A7DFA}"/>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6E94-4412-832D-9F4B968A7DFA}"/>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6E94-4412-832D-9F4B968A7DFA}"/>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6E94-4412-832D-9F4B968A7DF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Age!$D$4:$D$12</c:f>
              <c:strCache>
                <c:ptCount val="9"/>
                <c:pt idx="0">
                  <c:v>0-2</c:v>
                </c:pt>
                <c:pt idx="1">
                  <c:v>03-09_</c:v>
                </c:pt>
                <c:pt idx="2">
                  <c:v>10-19_</c:v>
                </c:pt>
                <c:pt idx="3">
                  <c:v>20-29</c:v>
                </c:pt>
                <c:pt idx="4">
                  <c:v>30-39</c:v>
                </c:pt>
                <c:pt idx="5">
                  <c:v>40-49</c:v>
                </c:pt>
                <c:pt idx="6">
                  <c:v>50-59</c:v>
                </c:pt>
                <c:pt idx="7">
                  <c:v>60-69</c:v>
                </c:pt>
                <c:pt idx="8">
                  <c:v>70+</c:v>
                </c:pt>
              </c:strCache>
            </c:strRef>
          </c:cat>
          <c:val>
            <c:numRef>
              <c:f>Age!$E$4:$E$12</c:f>
              <c:numCache>
                <c:formatCode>General</c:formatCode>
                <c:ptCount val="9"/>
                <c:pt idx="0">
                  <c:v>1988</c:v>
                </c:pt>
                <c:pt idx="1">
                  <c:v>10949</c:v>
                </c:pt>
                <c:pt idx="2">
                  <c:v>8206</c:v>
                </c:pt>
                <c:pt idx="3">
                  <c:v>20515</c:v>
                </c:pt>
                <c:pt idx="4">
                  <c:v>16988</c:v>
                </c:pt>
                <c:pt idx="5">
                  <c:v>15283</c:v>
                </c:pt>
                <c:pt idx="6">
                  <c:v>9009</c:v>
                </c:pt>
                <c:pt idx="7">
                  <c:v>3398</c:v>
                </c:pt>
                <c:pt idx="8">
                  <c:v>408</c:v>
                </c:pt>
              </c:numCache>
            </c:numRef>
          </c:val>
          <c:extLst>
            <c:ext xmlns:c16="http://schemas.microsoft.com/office/drawing/2014/chart" uri="{C3380CC4-5D6E-409C-BE32-E72D297353CC}">
              <c16:uniqueId val="{00000012-6E94-4412-832D-9F4B968A7DFA}"/>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1.287707669249245E-4"/>
          <c:y val="3.3158026916429049E-3"/>
          <c:w val="0.13861117561377215"/>
          <c:h val="0.7123642729461818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age!$E$3</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42F3-4B63-97FE-444FAEA6460D}"/>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42F3-4B63-97FE-444FAEA6460D}"/>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42F3-4B63-97FE-444FAEA6460D}"/>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42F3-4B63-97FE-444FAEA6460D}"/>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42F3-4B63-97FE-444FAEA6460D}"/>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42F3-4B63-97FE-444FAEA6460D}"/>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42F3-4B63-97FE-444FAEA6460D}"/>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42F3-4B63-97FE-444FAEA6460D}"/>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42F3-4B63-97FE-444FAEA6460D}"/>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age!$D$4:$D$12</c:f>
              <c:strCache>
                <c:ptCount val="9"/>
                <c:pt idx="0">
                  <c:v>0-2</c:v>
                </c:pt>
                <c:pt idx="1">
                  <c:v>03-09_</c:v>
                </c:pt>
                <c:pt idx="2">
                  <c:v>10-19_</c:v>
                </c:pt>
                <c:pt idx="3">
                  <c:v>20-29</c:v>
                </c:pt>
                <c:pt idx="4">
                  <c:v>30-39</c:v>
                </c:pt>
                <c:pt idx="5">
                  <c:v>40-49</c:v>
                </c:pt>
                <c:pt idx="6">
                  <c:v>50-59</c:v>
                </c:pt>
                <c:pt idx="7">
                  <c:v>60-69</c:v>
                </c:pt>
                <c:pt idx="8">
                  <c:v>70+</c:v>
                </c:pt>
              </c:strCache>
            </c:strRef>
          </c:cat>
          <c:val>
            <c:numRef>
              <c:f>age!$E$4:$E$12</c:f>
              <c:numCache>
                <c:formatCode>General</c:formatCode>
                <c:ptCount val="9"/>
                <c:pt idx="0">
                  <c:v>4</c:v>
                </c:pt>
                <c:pt idx="1">
                  <c:v>262</c:v>
                </c:pt>
                <c:pt idx="2">
                  <c:v>148</c:v>
                </c:pt>
                <c:pt idx="3">
                  <c:v>1189</c:v>
                </c:pt>
                <c:pt idx="4">
                  <c:v>1115</c:v>
                </c:pt>
                <c:pt idx="5">
                  <c:v>214</c:v>
                </c:pt>
                <c:pt idx="6">
                  <c:v>52</c:v>
                </c:pt>
                <c:pt idx="7">
                  <c:v>15</c:v>
                </c:pt>
                <c:pt idx="8">
                  <c:v>1</c:v>
                </c:pt>
              </c:numCache>
            </c:numRef>
          </c:val>
          <c:extLst>
            <c:ext xmlns:c16="http://schemas.microsoft.com/office/drawing/2014/chart" uri="{C3380CC4-5D6E-409C-BE32-E72D297353CC}">
              <c16:uniqueId val="{00000012-42F3-4B63-97FE-444FAEA6460D}"/>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Sheet5!$B$1</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9B36-40D3-816F-24D178C38134}"/>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9B36-40D3-816F-24D178C38134}"/>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9B36-40D3-816F-24D178C38134}"/>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9B36-40D3-816F-24D178C38134}"/>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9B36-40D3-816F-24D178C38134}"/>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9B36-40D3-816F-24D178C38134}"/>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9B36-40D3-816F-24D178C38134}"/>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9B36-40D3-816F-24D178C38134}"/>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9B36-40D3-816F-24D178C38134}"/>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Sheet5!$A$2:$A$10</c:f>
              <c:strCache>
                <c:ptCount val="9"/>
                <c:pt idx="0">
                  <c:v>0-2</c:v>
                </c:pt>
                <c:pt idx="1">
                  <c:v>03-09_</c:v>
                </c:pt>
                <c:pt idx="2">
                  <c:v>10-19_</c:v>
                </c:pt>
                <c:pt idx="3">
                  <c:v>20-29</c:v>
                </c:pt>
                <c:pt idx="4">
                  <c:v>30-39</c:v>
                </c:pt>
                <c:pt idx="5">
                  <c:v>40-49</c:v>
                </c:pt>
                <c:pt idx="6">
                  <c:v>50-59</c:v>
                </c:pt>
                <c:pt idx="7">
                  <c:v>60-69</c:v>
                </c:pt>
                <c:pt idx="8">
                  <c:v>70+</c:v>
                </c:pt>
              </c:strCache>
            </c:strRef>
          </c:cat>
          <c:val>
            <c:numRef>
              <c:f>Sheet5!$B$2:$B$10</c:f>
              <c:numCache>
                <c:formatCode>General</c:formatCode>
                <c:ptCount val="9"/>
                <c:pt idx="0">
                  <c:v>53</c:v>
                </c:pt>
                <c:pt idx="1">
                  <c:v>254</c:v>
                </c:pt>
                <c:pt idx="2">
                  <c:v>205</c:v>
                </c:pt>
                <c:pt idx="3">
                  <c:v>1681</c:v>
                </c:pt>
                <c:pt idx="4">
                  <c:v>664</c:v>
                </c:pt>
                <c:pt idx="5">
                  <c:v>100</c:v>
                </c:pt>
                <c:pt idx="6">
                  <c:v>34</c:v>
                </c:pt>
                <c:pt idx="7">
                  <c:v>8</c:v>
                </c:pt>
                <c:pt idx="8">
                  <c:v>1</c:v>
                </c:pt>
              </c:numCache>
            </c:numRef>
          </c:val>
          <c:extLst>
            <c:ext xmlns:c16="http://schemas.microsoft.com/office/drawing/2014/chart" uri="{C3380CC4-5D6E-409C-BE32-E72D297353CC}">
              <c16:uniqueId val="{00000012-9B36-40D3-816F-24D178C38134}"/>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[fairface_train_data_bias.xlsx]Sheet3!PivotTable1</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Sheet3!$B$3</c:f>
              <c:strCache>
                <c:ptCount val="1"/>
                <c:pt idx="0">
                  <c:v>Total</c:v>
                </c:pt>
              </c:strCache>
            </c:strRef>
          </c:tx>
          <c:spPr>
            <a:solidFill>
              <a:schemeClr val="accent1"/>
            </a:solidFill>
            <a:ln>
              <a:noFill/>
            </a:ln>
            <a:effectLst/>
          </c:spPr>
          <c:invertIfNegative val="0"/>
          <c:cat>
            <c:multiLvlStrRef>
              <c:f>Sheet3!$A$4:$A$14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Sheet3!$B$4:$B$14</c:f>
              <c:numCache>
                <c:formatCode>General</c:formatCode>
                <c:ptCount val="8"/>
                <c:pt idx="0">
                  <c:v>14095</c:v>
                </c:pt>
                <c:pt idx="1">
                  <c:v>7217</c:v>
                </c:pt>
                <c:pt idx="2">
                  <c:v>8931</c:v>
                </c:pt>
                <c:pt idx="3">
                  <c:v>12883</c:v>
                </c:pt>
                <c:pt idx="4">
                  <c:v>12209</c:v>
                </c:pt>
                <c:pt idx="5">
                  <c:v>6409</c:v>
                </c:pt>
                <c:pt idx="6">
                  <c:v>9963</c:v>
                </c:pt>
                <c:pt idx="7">
                  <c:v>15037</c:v>
                </c:pt>
              </c:numCache>
            </c:numRef>
          </c:val>
          <c:extLst>
            <c:ext xmlns:c16="http://schemas.microsoft.com/office/drawing/2014/chart" uri="{C3380CC4-5D6E-409C-BE32-E72D297353CC}">
              <c16:uniqueId val="{00000000-E1CA-4C03-B8EA-887376654D5F}"/>
            </c:ext>
          </c:extLst>
        </c:ser>
        <c:dLbls>
          <c:showLegendKey val="0"/>
          <c:showVal val="0"/>
          <c:showCatName val="0"/>
          <c:showSerName val="0"/>
          <c:showPercent val="0"/>
          <c:showBubbleSize val="0"/>
        </c:dLbls>
        <c:gapWidth val="219"/>
        <c:overlap val="-27"/>
        <c:axId val="1812694303"/>
        <c:axId val="1883230079"/>
      </c:barChart>
      <c:catAx>
        <c:axId val="18126943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83230079"/>
        <c:crosses val="autoZero"/>
        <c:auto val="1"/>
        <c:lblAlgn val="ctr"/>
        <c:lblOffset val="100"/>
        <c:noMultiLvlLbl val="0"/>
      </c:catAx>
      <c:valAx>
        <c:axId val="18832300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26943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[test_outputs_DDPM-fairface_gen.xlsx]Sheet7!PivotTable2</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498</c:v>
                </c:pt>
                <c:pt idx="1">
                  <c:v>178</c:v>
                </c:pt>
                <c:pt idx="2">
                  <c:v>69</c:v>
                </c:pt>
                <c:pt idx="3">
                  <c:v>442</c:v>
                </c:pt>
                <c:pt idx="4">
                  <c:v>801</c:v>
                </c:pt>
                <c:pt idx="5">
                  <c:v>291</c:v>
                </c:pt>
                <c:pt idx="6">
                  <c:v>107</c:v>
                </c:pt>
                <c:pt idx="7">
                  <c:v>614</c:v>
                </c:pt>
              </c:numCache>
            </c:numRef>
          </c:val>
          <c:extLst>
            <c:ext xmlns:c16="http://schemas.microsoft.com/office/drawing/2014/chart" uri="{C3380CC4-5D6E-409C-BE32-E72D297353CC}">
              <c16:uniqueId val="{00000000-65BD-4D6C-81B1-B8C2C288C82F}"/>
            </c:ext>
          </c:extLst>
        </c:ser>
        <c:dLbls>
          <c:showLegendKey val="0"/>
          <c:showVal val="0"/>
          <c:showCatName val="0"/>
          <c:showSerName val="0"/>
          <c:showPercent val="0"/>
          <c:showBubbleSize val="0"/>
        </c:dLbls>
        <c:gapWidth val="219"/>
        <c:overlap val="-27"/>
        <c:axId val="1387759935"/>
        <c:axId val="1385341439"/>
      </c:barChart>
      <c:catAx>
        <c:axId val="13877599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5341439"/>
        <c:crosses val="autoZero"/>
        <c:auto val="1"/>
        <c:lblAlgn val="ctr"/>
        <c:lblOffset val="100"/>
        <c:noMultiLvlLbl val="0"/>
      </c:catAx>
      <c:valAx>
        <c:axId val="138534143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77599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[test_outputs_gen_fairface_G110.xlsx]Sheet3!PivotTable2</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Sheet3!$B$3</c:f>
              <c:strCache>
                <c:ptCount val="1"/>
                <c:pt idx="0">
                  <c:v>Total</c:v>
                </c:pt>
              </c:strCache>
            </c:strRef>
          </c:tx>
          <c:spPr>
            <a:solidFill>
              <a:schemeClr val="accent1"/>
            </a:solidFill>
            <a:ln>
              <a:noFill/>
            </a:ln>
            <a:effectLst/>
          </c:spPr>
          <c:invertIfNegative val="0"/>
          <c:cat>
            <c:multiLvlStrRef>
              <c:f>Sheet3!$A$4:$A$14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Sheet3!$B$4:$B$14</c:f>
              <c:numCache>
                <c:formatCode>General</c:formatCode>
                <c:ptCount val="8"/>
                <c:pt idx="0">
                  <c:v>221</c:v>
                </c:pt>
                <c:pt idx="1">
                  <c:v>252</c:v>
                </c:pt>
                <c:pt idx="2">
                  <c:v>380</c:v>
                </c:pt>
                <c:pt idx="3">
                  <c:v>158</c:v>
                </c:pt>
                <c:pt idx="4">
                  <c:v>313</c:v>
                </c:pt>
                <c:pt idx="5">
                  <c:v>516</c:v>
                </c:pt>
                <c:pt idx="6">
                  <c:v>782</c:v>
                </c:pt>
                <c:pt idx="7">
                  <c:v>378</c:v>
                </c:pt>
              </c:numCache>
            </c:numRef>
          </c:val>
          <c:extLst>
            <c:ext xmlns:c16="http://schemas.microsoft.com/office/drawing/2014/chart" uri="{C3380CC4-5D6E-409C-BE32-E72D297353CC}">
              <c16:uniqueId val="{00000000-9E7B-449D-96F0-E1761CEDA3A0}"/>
            </c:ext>
          </c:extLst>
        </c:ser>
        <c:dLbls>
          <c:showLegendKey val="0"/>
          <c:showVal val="0"/>
          <c:showCatName val="0"/>
          <c:showSerName val="0"/>
          <c:showPercent val="0"/>
          <c:showBubbleSize val="0"/>
        </c:dLbls>
        <c:gapWidth val="219"/>
        <c:overlap val="-27"/>
        <c:axId val="1556176335"/>
        <c:axId val="1588671423"/>
      </c:barChart>
      <c:catAx>
        <c:axId val="15561763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8671423"/>
        <c:crosses val="autoZero"/>
        <c:auto val="1"/>
        <c:lblAlgn val="ctr"/>
        <c:lblOffset val="100"/>
        <c:noMultiLvlLbl val="0"/>
      </c:catAx>
      <c:valAx>
        <c:axId val="15886714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561763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[fairface_train_data_bias.xlsx]Sheet2!PivotTable1</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c:f>
              <c:strCache>
                <c:ptCount val="1"/>
                <c:pt idx="0">
                  <c:v>Total</c:v>
                </c:pt>
              </c:strCache>
            </c:strRef>
          </c:tx>
          <c:spPr>
            <a:solidFill>
              <a:schemeClr val="accent6">
                <a:lumMod val="75000"/>
              </a:schemeClr>
            </a:solidFill>
            <a:ln>
              <a:noFill/>
            </a:ln>
            <a:effectLst/>
          </c:spPr>
          <c:invertIfNegative val="0"/>
          <c:cat>
            <c:multiLvlStrRef>
              <c:f>Sheet2!$A$4:$A$16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Sheet2!$B$4:$B$16</c:f>
              <c:numCache>
                <c:formatCode>General</c:formatCode>
                <c:ptCount val="8"/>
                <c:pt idx="0">
                  <c:v>14095</c:v>
                </c:pt>
                <c:pt idx="1">
                  <c:v>12209</c:v>
                </c:pt>
                <c:pt idx="2">
                  <c:v>7217</c:v>
                </c:pt>
                <c:pt idx="3">
                  <c:v>6409</c:v>
                </c:pt>
                <c:pt idx="4">
                  <c:v>8931</c:v>
                </c:pt>
                <c:pt idx="5">
                  <c:v>9963</c:v>
                </c:pt>
                <c:pt idx="6">
                  <c:v>12883</c:v>
                </c:pt>
                <c:pt idx="7">
                  <c:v>15037</c:v>
                </c:pt>
              </c:numCache>
            </c:numRef>
          </c:val>
          <c:extLst>
            <c:ext xmlns:c16="http://schemas.microsoft.com/office/drawing/2014/chart" uri="{C3380CC4-5D6E-409C-BE32-E72D297353CC}">
              <c16:uniqueId val="{00000000-E1F3-49DB-8CD7-66006875E0EB}"/>
            </c:ext>
          </c:extLst>
        </c:ser>
        <c:dLbls>
          <c:showLegendKey val="0"/>
          <c:showVal val="0"/>
          <c:showCatName val="0"/>
          <c:showSerName val="0"/>
          <c:showPercent val="0"/>
          <c:showBubbleSize val="0"/>
        </c:dLbls>
        <c:gapWidth val="219"/>
        <c:overlap val="-27"/>
        <c:axId val="361018896"/>
        <c:axId val="537526944"/>
      </c:barChart>
      <c:catAx>
        <c:axId val="361018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7526944"/>
        <c:crosses val="autoZero"/>
        <c:auto val="1"/>
        <c:lblAlgn val="ctr"/>
        <c:lblOffset val="100"/>
        <c:noMultiLvlLbl val="0"/>
      </c:catAx>
      <c:valAx>
        <c:axId val="5375269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10188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[test_outputs_DDPM-fairface_gen.xlsx]Sheet6!PivotTable1</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498</c:v>
                </c:pt>
                <c:pt idx="1">
                  <c:v>801</c:v>
                </c:pt>
                <c:pt idx="2">
                  <c:v>178</c:v>
                </c:pt>
                <c:pt idx="3">
                  <c:v>291</c:v>
                </c:pt>
                <c:pt idx="4">
                  <c:v>69</c:v>
                </c:pt>
                <c:pt idx="5">
                  <c:v>107</c:v>
                </c:pt>
                <c:pt idx="6">
                  <c:v>442</c:v>
                </c:pt>
                <c:pt idx="7">
                  <c:v>614</c:v>
                </c:pt>
              </c:numCache>
            </c:numRef>
          </c:val>
          <c:extLst>
            <c:ext xmlns:c16="http://schemas.microsoft.com/office/drawing/2014/chart" uri="{C3380CC4-5D6E-409C-BE32-E72D297353CC}">
              <c16:uniqueId val="{00000000-DC26-43B5-8109-67B75FFB913D}"/>
            </c:ext>
          </c:extLst>
        </c:ser>
        <c:dLbls>
          <c:showLegendKey val="0"/>
          <c:showVal val="0"/>
          <c:showCatName val="0"/>
          <c:showSerName val="0"/>
          <c:showPercent val="0"/>
          <c:showBubbleSize val="0"/>
        </c:dLbls>
        <c:gapWidth val="219"/>
        <c:overlap val="-27"/>
        <c:axId val="1387771935"/>
        <c:axId val="1385340447"/>
      </c:barChart>
      <c:catAx>
        <c:axId val="13877719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5340447"/>
        <c:crosses val="autoZero"/>
        <c:auto val="1"/>
        <c:lblAlgn val="ctr"/>
        <c:lblOffset val="100"/>
        <c:noMultiLvlLbl val="0"/>
      </c:catAx>
      <c:valAx>
        <c:axId val="13853404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77719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[test_outputs_gen_fairface_G110.xlsx]Sheet2!PivotTable1</c:name>
    <c:fmtId val="8"/>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c:f>
              <c:strCache>
                <c:ptCount val="1"/>
                <c:pt idx="0">
                  <c:v>Total</c:v>
                </c:pt>
              </c:strCache>
            </c:strRef>
          </c:tx>
          <c:spPr>
            <a:solidFill>
              <a:schemeClr val="accent6">
                <a:lumMod val="75000"/>
              </a:schemeClr>
            </a:solidFill>
            <a:ln>
              <a:noFill/>
            </a:ln>
            <a:effectLst/>
          </c:spPr>
          <c:invertIfNegative val="0"/>
          <c:cat>
            <c:multiLvlStrRef>
              <c:f>Sheet2!$A$4:$A$16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Sheet2!$B$4:$B$16</c:f>
              <c:numCache>
                <c:formatCode>General</c:formatCode>
                <c:ptCount val="8"/>
                <c:pt idx="0">
                  <c:v>221</c:v>
                </c:pt>
                <c:pt idx="1">
                  <c:v>313</c:v>
                </c:pt>
                <c:pt idx="2">
                  <c:v>252</c:v>
                </c:pt>
                <c:pt idx="3">
                  <c:v>516</c:v>
                </c:pt>
                <c:pt idx="4">
                  <c:v>380</c:v>
                </c:pt>
                <c:pt idx="5">
                  <c:v>782</c:v>
                </c:pt>
                <c:pt idx="6">
                  <c:v>158</c:v>
                </c:pt>
                <c:pt idx="7">
                  <c:v>378</c:v>
                </c:pt>
              </c:numCache>
            </c:numRef>
          </c:val>
          <c:extLst>
            <c:ext xmlns:c16="http://schemas.microsoft.com/office/drawing/2014/chart" uri="{C3380CC4-5D6E-409C-BE32-E72D297353CC}">
              <c16:uniqueId val="{00000000-C2DF-4D2F-8893-F05943F16C8B}"/>
            </c:ext>
          </c:extLst>
        </c:ser>
        <c:dLbls>
          <c:showLegendKey val="0"/>
          <c:showVal val="0"/>
          <c:showCatName val="0"/>
          <c:showSerName val="0"/>
          <c:showPercent val="0"/>
          <c:showBubbleSize val="0"/>
        </c:dLbls>
        <c:gapWidth val="219"/>
        <c:overlap val="-27"/>
        <c:axId val="1564121263"/>
        <c:axId val="1588670927"/>
      </c:barChart>
      <c:catAx>
        <c:axId val="15641212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8670927"/>
        <c:crosses val="autoZero"/>
        <c:auto val="1"/>
        <c:lblAlgn val="ctr"/>
        <c:lblOffset val="100"/>
        <c:noMultiLvlLbl val="0"/>
      </c:catAx>
      <c:valAx>
        <c:axId val="158867092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6412126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[test_outputs_trndata.csv]Sheet1!PivotTable1</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t>Race4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c:f>
              <c:strCache>
                <c:ptCount val="1"/>
                <c:pt idx="0">
                  <c:v>Total</c:v>
                </c:pt>
              </c:strCache>
            </c:strRef>
          </c:tx>
          <c:spPr>
            <a:solidFill>
              <a:schemeClr val="accent1"/>
            </a:solidFill>
            <a:ln>
              <a:noFill/>
            </a:ln>
            <a:effectLst/>
          </c:spPr>
          <c:invertIfNegative val="0"/>
          <c:cat>
            <c:strRef>
              <c:f>Sheet1!$A$4:$A$8</c:f>
              <c:strCache>
                <c:ptCount val="4"/>
                <c:pt idx="0">
                  <c:v>Asian</c:v>
                </c:pt>
                <c:pt idx="1">
                  <c:v>Black</c:v>
                </c:pt>
                <c:pt idx="2">
                  <c:v>Indian</c:v>
                </c:pt>
                <c:pt idx="3">
                  <c:v>White</c:v>
                </c:pt>
              </c:strCache>
            </c:strRef>
          </c:cat>
          <c:val>
            <c:numRef>
              <c:f>Sheet1!$B$4:$B$8</c:f>
              <c:numCache>
                <c:formatCode>General</c:formatCode>
                <c:ptCount val="4"/>
                <c:pt idx="0">
                  <c:v>3356</c:v>
                </c:pt>
                <c:pt idx="1">
                  <c:v>2475</c:v>
                </c:pt>
                <c:pt idx="2">
                  <c:v>1631</c:v>
                </c:pt>
                <c:pt idx="3">
                  <c:v>19538</c:v>
                </c:pt>
              </c:numCache>
            </c:numRef>
          </c:val>
          <c:extLst>
            <c:ext xmlns:c16="http://schemas.microsoft.com/office/drawing/2014/chart" uri="{C3380CC4-5D6E-409C-BE32-E72D297353CC}">
              <c16:uniqueId val="{00000000-57D1-40BB-A190-44B5C71C1406}"/>
            </c:ext>
          </c:extLst>
        </c:ser>
        <c:dLbls>
          <c:showLegendKey val="0"/>
          <c:showVal val="0"/>
          <c:showCatName val="0"/>
          <c:showSerName val="0"/>
          <c:showPercent val="0"/>
          <c:showBubbleSize val="0"/>
        </c:dLbls>
        <c:gapWidth val="219"/>
        <c:overlap val="-27"/>
        <c:axId val="44608320"/>
        <c:axId val="49056304"/>
      </c:barChart>
      <c:catAx>
        <c:axId val="44608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056304"/>
        <c:crosses val="autoZero"/>
        <c:auto val="1"/>
        <c:lblAlgn val="ctr"/>
        <c:lblOffset val="100"/>
        <c:noMultiLvlLbl val="0"/>
      </c:catAx>
      <c:valAx>
        <c:axId val="490563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6083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[test_outputs_trndata.csv]Sheet2!PivotTable2</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t>Race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c:f>
              <c:strCache>
                <c:ptCount val="1"/>
                <c:pt idx="0">
                  <c:v>Total</c:v>
                </c:pt>
              </c:strCache>
            </c:strRef>
          </c:tx>
          <c:spPr>
            <a:solidFill>
              <a:schemeClr val="accent1"/>
            </a:solidFill>
            <a:ln>
              <a:noFill/>
            </a:ln>
            <a:effectLst/>
          </c:spPr>
          <c:invertIfNegative val="0"/>
          <c:cat>
            <c:strRef>
              <c:f>Sheet2!$A$4:$A$11</c:f>
              <c:strCache>
                <c:ptCount val="7"/>
                <c:pt idx="0">
                  <c:v>Black</c:v>
                </c:pt>
                <c:pt idx="1">
                  <c:v>East Asian</c:v>
                </c:pt>
                <c:pt idx="2">
                  <c:v>Indian</c:v>
                </c:pt>
                <c:pt idx="3">
                  <c:v>Latino_Hispanic</c:v>
                </c:pt>
                <c:pt idx="4">
                  <c:v>Middle Eastern</c:v>
                </c:pt>
                <c:pt idx="5">
                  <c:v>Southeast Asian</c:v>
                </c:pt>
                <c:pt idx="6">
                  <c:v>White</c:v>
                </c:pt>
              </c:strCache>
            </c:strRef>
          </c:cat>
          <c:val>
            <c:numRef>
              <c:f>Sheet2!$B$4:$B$11</c:f>
              <c:numCache>
                <c:formatCode>General</c:formatCode>
                <c:ptCount val="7"/>
                <c:pt idx="0">
                  <c:v>1922</c:v>
                </c:pt>
                <c:pt idx="1">
                  <c:v>1951</c:v>
                </c:pt>
                <c:pt idx="2">
                  <c:v>706</c:v>
                </c:pt>
                <c:pt idx="3">
                  <c:v>2369</c:v>
                </c:pt>
                <c:pt idx="4">
                  <c:v>569</c:v>
                </c:pt>
                <c:pt idx="5">
                  <c:v>389</c:v>
                </c:pt>
                <c:pt idx="6">
                  <c:v>19094</c:v>
                </c:pt>
              </c:numCache>
            </c:numRef>
          </c:val>
          <c:extLst>
            <c:ext xmlns:c16="http://schemas.microsoft.com/office/drawing/2014/chart" uri="{C3380CC4-5D6E-409C-BE32-E72D297353CC}">
              <c16:uniqueId val="{00000000-F276-4EB6-9EF7-36D2D415ECD3}"/>
            </c:ext>
          </c:extLst>
        </c:ser>
        <c:dLbls>
          <c:showLegendKey val="0"/>
          <c:showVal val="0"/>
          <c:showCatName val="0"/>
          <c:showSerName val="0"/>
          <c:showPercent val="0"/>
          <c:showBubbleSize val="0"/>
        </c:dLbls>
        <c:gapWidth val="219"/>
        <c:overlap val="-27"/>
        <c:axId val="44619840"/>
        <c:axId val="2113311296"/>
      </c:barChart>
      <c:catAx>
        <c:axId val="446198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13311296"/>
        <c:crosses val="autoZero"/>
        <c:auto val="1"/>
        <c:lblAlgn val="ctr"/>
        <c:lblOffset val="100"/>
        <c:noMultiLvlLbl val="0"/>
      </c:catAx>
      <c:valAx>
        <c:axId val="2113311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6198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[test_outputs_trndata.csv]Sheet3!PivotTable3</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t>Gender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Sheet3!$B$3</c:f>
              <c:strCache>
                <c:ptCount val="1"/>
                <c:pt idx="0">
                  <c:v>Total</c:v>
                </c:pt>
              </c:strCache>
            </c:strRef>
          </c:tx>
          <c:spPr>
            <a:solidFill>
              <a:schemeClr val="accent1"/>
            </a:solidFill>
            <a:ln>
              <a:noFill/>
            </a:ln>
            <a:effectLst/>
          </c:spPr>
          <c:invertIfNegative val="0"/>
          <c:cat>
            <c:strRef>
              <c:f>Sheet3!$A$4:$A$6</c:f>
              <c:strCache>
                <c:ptCount val="2"/>
                <c:pt idx="0">
                  <c:v>Female</c:v>
                </c:pt>
                <c:pt idx="1">
                  <c:v>Male</c:v>
                </c:pt>
              </c:strCache>
            </c:strRef>
          </c:cat>
          <c:val>
            <c:numRef>
              <c:f>Sheet3!$B$4:$B$6</c:f>
              <c:numCache>
                <c:formatCode>General</c:formatCode>
                <c:ptCount val="2"/>
                <c:pt idx="0">
                  <c:v>17097</c:v>
                </c:pt>
                <c:pt idx="1">
                  <c:v>9903</c:v>
                </c:pt>
              </c:numCache>
            </c:numRef>
          </c:val>
          <c:extLst>
            <c:ext xmlns:c16="http://schemas.microsoft.com/office/drawing/2014/chart" uri="{C3380CC4-5D6E-409C-BE32-E72D297353CC}">
              <c16:uniqueId val="{00000000-85CA-4AF1-95DA-006FB34AFE84}"/>
            </c:ext>
          </c:extLst>
        </c:ser>
        <c:dLbls>
          <c:showLegendKey val="0"/>
          <c:showVal val="0"/>
          <c:showCatName val="0"/>
          <c:showSerName val="0"/>
          <c:showPercent val="0"/>
          <c:showBubbleSize val="0"/>
        </c:dLbls>
        <c:gapWidth val="219"/>
        <c:overlap val="-27"/>
        <c:axId val="2119096064"/>
        <c:axId val="2113315760"/>
      </c:barChart>
      <c:catAx>
        <c:axId val="21190960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13315760"/>
        <c:crosses val="autoZero"/>
        <c:auto val="1"/>
        <c:lblAlgn val="ctr"/>
        <c:lblOffset val="100"/>
        <c:noMultiLvlLbl val="0"/>
      </c:catAx>
      <c:valAx>
        <c:axId val="21133157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190960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t>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Sheet6!$E$3</c:f>
              <c:strCache>
                <c:ptCount val="1"/>
                <c:pt idx="0">
                  <c:v>Faces</c:v>
                </c:pt>
              </c:strCache>
            </c:strRef>
          </c:tx>
          <c:spPr>
            <a:solidFill>
              <a:schemeClr val="accent1"/>
            </a:solidFill>
            <a:ln>
              <a:noFill/>
            </a:ln>
            <a:effectLst/>
          </c:spPr>
          <c:invertIfNegative val="0"/>
          <c:cat>
            <c:strRef>
              <c:f>Sheet6!$D$4:$D$12</c:f>
              <c:strCache>
                <c:ptCount val="9"/>
                <c:pt idx="0">
                  <c:v>0-2</c:v>
                </c:pt>
                <c:pt idx="1">
                  <c:v>03-09-</c:v>
                </c:pt>
                <c:pt idx="2">
                  <c:v>10-19-</c:v>
                </c:pt>
                <c:pt idx="3">
                  <c:v>20-29</c:v>
                </c:pt>
                <c:pt idx="4">
                  <c:v>30-39</c:v>
                </c:pt>
                <c:pt idx="5">
                  <c:v>40-49</c:v>
                </c:pt>
                <c:pt idx="6">
                  <c:v>50-59</c:v>
                </c:pt>
                <c:pt idx="7">
                  <c:v>60-69</c:v>
                </c:pt>
                <c:pt idx="8">
                  <c:v>70+</c:v>
                </c:pt>
              </c:strCache>
            </c:strRef>
          </c:cat>
          <c:val>
            <c:numRef>
              <c:f>Sheet6!$E$4:$E$12</c:f>
              <c:numCache>
                <c:formatCode>General</c:formatCode>
                <c:ptCount val="9"/>
                <c:pt idx="0">
                  <c:v>2</c:v>
                </c:pt>
                <c:pt idx="1">
                  <c:v>2045</c:v>
                </c:pt>
                <c:pt idx="2">
                  <c:v>269</c:v>
                </c:pt>
                <c:pt idx="3">
                  <c:v>18743</c:v>
                </c:pt>
                <c:pt idx="4">
                  <c:v>2431</c:v>
                </c:pt>
                <c:pt idx="5">
                  <c:v>1474</c:v>
                </c:pt>
                <c:pt idx="6">
                  <c:v>834</c:v>
                </c:pt>
                <c:pt idx="7">
                  <c:v>811</c:v>
                </c:pt>
                <c:pt idx="8">
                  <c:v>391</c:v>
                </c:pt>
              </c:numCache>
            </c:numRef>
          </c:val>
          <c:extLst>
            <c:ext xmlns:c16="http://schemas.microsoft.com/office/drawing/2014/chart" uri="{C3380CC4-5D6E-409C-BE32-E72D297353CC}">
              <c16:uniqueId val="{00000000-8C45-4DCC-B3F9-F2F9A984137E}"/>
            </c:ext>
          </c:extLst>
        </c:ser>
        <c:dLbls>
          <c:showLegendKey val="0"/>
          <c:showVal val="0"/>
          <c:showCatName val="0"/>
          <c:showSerName val="0"/>
          <c:showPercent val="0"/>
          <c:showBubbleSize val="0"/>
        </c:dLbls>
        <c:gapWidth val="219"/>
        <c:overlap val="-27"/>
        <c:axId val="2119096544"/>
        <c:axId val="66884528"/>
      </c:barChart>
      <c:catAx>
        <c:axId val="21190965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884528"/>
        <c:crosses val="autoZero"/>
        <c:auto val="1"/>
        <c:lblAlgn val="ctr"/>
        <c:lblOffset val="100"/>
        <c:noMultiLvlLbl val="0"/>
      </c:catAx>
      <c:valAx>
        <c:axId val="668845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190965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Age!$E$3</c:f>
              <c:strCache>
                <c:ptCount val="1"/>
                <c:pt idx="0">
                  <c:v>Age</c:v>
                </c:pt>
              </c:strCache>
            </c:strRef>
          </c:tx>
          <c:spPr>
            <a:solidFill>
              <a:schemeClr val="accent1"/>
            </a:solidFill>
            <a:ln>
              <a:noFill/>
            </a:ln>
            <a:effectLst/>
          </c:spPr>
          <c:invertIfNegative val="0"/>
          <c:cat>
            <c:strRef>
              <c:f>Age!$D$4:$D$12</c:f>
              <c:strCache>
                <c:ptCount val="9"/>
                <c:pt idx="0">
                  <c:v>0-2</c:v>
                </c:pt>
                <c:pt idx="1">
                  <c:v>03-09_</c:v>
                </c:pt>
                <c:pt idx="2">
                  <c:v>10-19_</c:v>
                </c:pt>
                <c:pt idx="3">
                  <c:v>20-29</c:v>
                </c:pt>
                <c:pt idx="4">
                  <c:v>30-39</c:v>
                </c:pt>
                <c:pt idx="5">
                  <c:v>40-49</c:v>
                </c:pt>
                <c:pt idx="6">
                  <c:v>50-59</c:v>
                </c:pt>
                <c:pt idx="7">
                  <c:v>60-69</c:v>
                </c:pt>
                <c:pt idx="8">
                  <c:v>70+</c:v>
                </c:pt>
              </c:strCache>
            </c:strRef>
          </c:cat>
          <c:val>
            <c:numRef>
              <c:f>Age!$E$4:$E$12</c:f>
              <c:numCache>
                <c:formatCode>General</c:formatCode>
                <c:ptCount val="9"/>
                <c:pt idx="0">
                  <c:v>1988</c:v>
                </c:pt>
                <c:pt idx="1">
                  <c:v>10949</c:v>
                </c:pt>
                <c:pt idx="2">
                  <c:v>8206</c:v>
                </c:pt>
                <c:pt idx="3">
                  <c:v>20515</c:v>
                </c:pt>
                <c:pt idx="4">
                  <c:v>16988</c:v>
                </c:pt>
                <c:pt idx="5">
                  <c:v>15283</c:v>
                </c:pt>
                <c:pt idx="6">
                  <c:v>9009</c:v>
                </c:pt>
                <c:pt idx="7">
                  <c:v>3398</c:v>
                </c:pt>
                <c:pt idx="8">
                  <c:v>408</c:v>
                </c:pt>
              </c:numCache>
            </c:numRef>
          </c:val>
          <c:extLst>
            <c:ext xmlns:c16="http://schemas.microsoft.com/office/drawing/2014/chart" uri="{C3380CC4-5D6E-409C-BE32-E72D297353CC}">
              <c16:uniqueId val="{00000000-55F6-4514-915E-DFE6E572176E}"/>
            </c:ext>
          </c:extLst>
        </c:ser>
        <c:dLbls>
          <c:showLegendKey val="0"/>
          <c:showVal val="0"/>
          <c:showCatName val="0"/>
          <c:showSerName val="0"/>
          <c:showPercent val="0"/>
          <c:showBubbleSize val="0"/>
        </c:dLbls>
        <c:gapWidth val="219"/>
        <c:overlap val="-27"/>
        <c:axId val="549493167"/>
        <c:axId val="347123935"/>
      </c:barChart>
      <c:catAx>
        <c:axId val="5494931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7123935"/>
        <c:crosses val="autoZero"/>
        <c:auto val="1"/>
        <c:lblAlgn val="ctr"/>
        <c:lblOffset val="100"/>
        <c:noMultiLvlLbl val="0"/>
      </c:catAx>
      <c:valAx>
        <c:axId val="34712393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949316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Race!$E$3</c:f>
              <c:strCache>
                <c:ptCount val="1"/>
                <c:pt idx="0">
                  <c:v>Race</c:v>
                </c:pt>
              </c:strCache>
            </c:strRef>
          </c:tx>
          <c:spPr>
            <a:solidFill>
              <a:schemeClr val="accent1"/>
            </a:solidFill>
            <a:ln>
              <a:noFill/>
            </a:ln>
            <a:effectLst/>
          </c:spPr>
          <c:invertIfNegative val="0"/>
          <c:cat>
            <c:strRef>
              <c:f>Race!$D$4:$D$10</c:f>
              <c:strCache>
                <c:ptCount val="7"/>
                <c:pt idx="0">
                  <c:v>Black</c:v>
                </c:pt>
                <c:pt idx="1">
                  <c:v>East Asian</c:v>
                </c:pt>
                <c:pt idx="2">
                  <c:v>Indian</c:v>
                </c:pt>
                <c:pt idx="3">
                  <c:v>Latino_Hispanic</c:v>
                </c:pt>
                <c:pt idx="4">
                  <c:v>Middle Eastern</c:v>
                </c:pt>
                <c:pt idx="5">
                  <c:v>Southeast Asian</c:v>
                </c:pt>
                <c:pt idx="6">
                  <c:v>White</c:v>
                </c:pt>
              </c:strCache>
            </c:strRef>
          </c:cat>
          <c:val>
            <c:numRef>
              <c:f>Race!$E$4:$E$10</c:f>
              <c:numCache>
                <c:formatCode>General</c:formatCode>
                <c:ptCount val="7"/>
                <c:pt idx="0">
                  <c:v>15844</c:v>
                </c:pt>
                <c:pt idx="1">
                  <c:v>12134</c:v>
                </c:pt>
                <c:pt idx="2">
                  <c:v>5071</c:v>
                </c:pt>
                <c:pt idx="3">
                  <c:v>19305</c:v>
                </c:pt>
                <c:pt idx="4">
                  <c:v>7103</c:v>
                </c:pt>
                <c:pt idx="5">
                  <c:v>13197</c:v>
                </c:pt>
                <c:pt idx="6">
                  <c:v>14090</c:v>
                </c:pt>
              </c:numCache>
            </c:numRef>
          </c:val>
          <c:extLst>
            <c:ext xmlns:c16="http://schemas.microsoft.com/office/drawing/2014/chart" uri="{C3380CC4-5D6E-409C-BE32-E72D297353CC}">
              <c16:uniqueId val="{00000000-EE5B-4156-8E6E-2C5ED8DC4315}"/>
            </c:ext>
          </c:extLst>
        </c:ser>
        <c:dLbls>
          <c:showLegendKey val="0"/>
          <c:showVal val="0"/>
          <c:showCatName val="0"/>
          <c:showSerName val="0"/>
          <c:showPercent val="0"/>
          <c:showBubbleSize val="0"/>
        </c:dLbls>
        <c:gapWidth val="219"/>
        <c:overlap val="-27"/>
        <c:axId val="347963983"/>
        <c:axId val="347117983"/>
      </c:barChart>
      <c:catAx>
        <c:axId val="3479639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7117983"/>
        <c:crosses val="autoZero"/>
        <c:auto val="1"/>
        <c:lblAlgn val="ctr"/>
        <c:lblOffset val="100"/>
        <c:noMultiLvlLbl val="0"/>
      </c:catAx>
      <c:valAx>
        <c:axId val="3471179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796398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Race4!$E$3</c:f>
              <c:strCache>
                <c:ptCount val="1"/>
                <c:pt idx="0">
                  <c:v>Race4</c:v>
                </c:pt>
              </c:strCache>
            </c:strRef>
          </c:tx>
          <c:spPr>
            <a:solidFill>
              <a:schemeClr val="accent1"/>
            </a:solidFill>
            <a:ln>
              <a:noFill/>
            </a:ln>
            <a:effectLst/>
          </c:spPr>
          <c:invertIfNegative val="0"/>
          <c:cat>
            <c:strRef>
              <c:f>Race4!$D$4:$D$7</c:f>
              <c:strCache>
                <c:ptCount val="4"/>
                <c:pt idx="0">
                  <c:v>Asian</c:v>
                </c:pt>
                <c:pt idx="1">
                  <c:v>Black</c:v>
                </c:pt>
                <c:pt idx="2">
                  <c:v>Indian</c:v>
                </c:pt>
                <c:pt idx="3">
                  <c:v>White</c:v>
                </c:pt>
              </c:strCache>
            </c:strRef>
          </c:cat>
          <c:val>
            <c:numRef>
              <c:f>Race4!$E$4:$E$7</c:f>
              <c:numCache>
                <c:formatCode>General</c:formatCode>
                <c:ptCount val="4"/>
                <c:pt idx="0">
                  <c:v>26304</c:v>
                </c:pt>
                <c:pt idx="1">
                  <c:v>13626</c:v>
                </c:pt>
                <c:pt idx="2">
                  <c:v>18894</c:v>
                </c:pt>
                <c:pt idx="3">
                  <c:v>27920</c:v>
                </c:pt>
              </c:numCache>
            </c:numRef>
          </c:val>
          <c:extLst>
            <c:ext xmlns:c16="http://schemas.microsoft.com/office/drawing/2014/chart" uri="{C3380CC4-5D6E-409C-BE32-E72D297353CC}">
              <c16:uniqueId val="{00000000-D1CC-4541-A14E-F5DBF42BE980}"/>
            </c:ext>
          </c:extLst>
        </c:ser>
        <c:dLbls>
          <c:showLegendKey val="0"/>
          <c:showVal val="0"/>
          <c:showCatName val="0"/>
          <c:showSerName val="0"/>
          <c:showPercent val="0"/>
          <c:showBubbleSize val="0"/>
        </c:dLbls>
        <c:gapWidth val="219"/>
        <c:overlap val="-27"/>
        <c:axId val="347980303"/>
        <c:axId val="347114015"/>
      </c:barChart>
      <c:catAx>
        <c:axId val="3479803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7114015"/>
        <c:crosses val="autoZero"/>
        <c:auto val="1"/>
        <c:lblAlgn val="ctr"/>
        <c:lblOffset val="100"/>
        <c:noMultiLvlLbl val="0"/>
      </c:catAx>
      <c:valAx>
        <c:axId val="3471140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798030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Gender!$D$3</c:f>
              <c:strCache>
                <c:ptCount val="1"/>
                <c:pt idx="0">
                  <c:v>Gender</c:v>
                </c:pt>
              </c:strCache>
            </c:strRef>
          </c:tx>
          <c:spPr>
            <a:solidFill>
              <a:schemeClr val="accent1"/>
            </a:solidFill>
            <a:ln>
              <a:noFill/>
            </a:ln>
            <a:effectLst/>
          </c:spPr>
          <c:invertIfNegative val="0"/>
          <c:cat>
            <c:strRef>
              <c:f>Gender!$C$4:$C$5</c:f>
              <c:strCache>
                <c:ptCount val="2"/>
                <c:pt idx="0">
                  <c:v>Female</c:v>
                </c:pt>
                <c:pt idx="1">
                  <c:v>Male</c:v>
                </c:pt>
              </c:strCache>
            </c:strRef>
          </c:cat>
          <c:val>
            <c:numRef>
              <c:f>Gender!$D$4:$D$5</c:f>
              <c:numCache>
                <c:formatCode>General</c:formatCode>
                <c:ptCount val="2"/>
                <c:pt idx="0">
                  <c:v>43126</c:v>
                </c:pt>
                <c:pt idx="1">
                  <c:v>43618</c:v>
                </c:pt>
              </c:numCache>
            </c:numRef>
          </c:val>
          <c:extLst>
            <c:ext xmlns:c16="http://schemas.microsoft.com/office/drawing/2014/chart" uri="{C3380CC4-5D6E-409C-BE32-E72D297353CC}">
              <c16:uniqueId val="{00000000-84C4-4413-9981-4CA6EACCF177}"/>
            </c:ext>
          </c:extLst>
        </c:ser>
        <c:dLbls>
          <c:showLegendKey val="0"/>
          <c:showVal val="0"/>
          <c:showCatName val="0"/>
          <c:showSerName val="0"/>
          <c:showPercent val="0"/>
          <c:showBubbleSize val="0"/>
        </c:dLbls>
        <c:gapWidth val="219"/>
        <c:overlap val="-27"/>
        <c:axId val="549504207"/>
        <c:axId val="347133359"/>
      </c:barChart>
      <c:catAx>
        <c:axId val="5495042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7133359"/>
        <c:crosses val="autoZero"/>
        <c:auto val="1"/>
        <c:lblAlgn val="ctr"/>
        <c:lblOffset val="100"/>
        <c:noMultiLvlLbl val="0"/>
      </c:catAx>
      <c:valAx>
        <c:axId val="347133359"/>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950420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c:v>
                </c:pt>
              </c:strCache>
            </c:strRef>
          </c:tx>
          <c:spPr>
            <a:solidFill>
              <a:schemeClr val="accent1"/>
            </a:solidFill>
            <a:ln>
              <a:noFill/>
            </a:ln>
            <a:effectLst/>
          </c:spPr>
          <c:invertIfNegative val="0"/>
          <c:cat>
            <c:strRef>
              <c:f>Sheet2!$D$4:$D$10</c:f>
              <c:strCache>
                <c:ptCount val="7"/>
                <c:pt idx="0">
                  <c:v>Black</c:v>
                </c:pt>
                <c:pt idx="1">
                  <c:v>East Asian</c:v>
                </c:pt>
                <c:pt idx="2">
                  <c:v>Indian</c:v>
                </c:pt>
                <c:pt idx="3">
                  <c:v>Latino_Hispanic</c:v>
                </c:pt>
                <c:pt idx="4">
                  <c:v>Middle Eastern</c:v>
                </c:pt>
                <c:pt idx="5">
                  <c:v>Southeast Asian</c:v>
                </c:pt>
                <c:pt idx="6">
                  <c:v>White</c:v>
                </c:pt>
              </c:strCache>
            </c:strRef>
          </c:cat>
          <c:val>
            <c:numRef>
              <c:f>Sheet2!$E$4:$E$10</c:f>
              <c:numCache>
                <c:formatCode>General</c:formatCode>
                <c:ptCount val="7"/>
                <c:pt idx="0">
                  <c:v>207</c:v>
                </c:pt>
                <c:pt idx="1">
                  <c:v>380</c:v>
                </c:pt>
                <c:pt idx="2">
                  <c:v>8</c:v>
                </c:pt>
                <c:pt idx="3">
                  <c:v>42</c:v>
                </c:pt>
                <c:pt idx="4">
                  <c:v>206</c:v>
                </c:pt>
                <c:pt idx="5">
                  <c:v>317</c:v>
                </c:pt>
                <c:pt idx="6">
                  <c:v>1556</c:v>
                </c:pt>
              </c:numCache>
            </c:numRef>
          </c:val>
          <c:extLst>
            <c:ext xmlns:c16="http://schemas.microsoft.com/office/drawing/2014/chart" uri="{C3380CC4-5D6E-409C-BE32-E72D297353CC}">
              <c16:uniqueId val="{00000000-5D9C-416D-87A0-FCAEC68B3A21}"/>
            </c:ext>
          </c:extLst>
        </c:ser>
        <c:dLbls>
          <c:showLegendKey val="0"/>
          <c:showVal val="0"/>
          <c:showCatName val="0"/>
          <c:showSerName val="0"/>
          <c:showPercent val="0"/>
          <c:showBubbleSize val="0"/>
        </c:dLbls>
        <c:gapWidth val="219"/>
        <c:overlap val="-27"/>
        <c:axId val="1188952192"/>
        <c:axId val="817745792"/>
      </c:barChart>
      <c:catAx>
        <c:axId val="1188952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7745792"/>
        <c:crosses val="autoZero"/>
        <c:auto val="1"/>
        <c:lblAlgn val="ctr"/>
        <c:lblOffset val="100"/>
        <c:noMultiLvlLbl val="0"/>
      </c:catAx>
      <c:valAx>
        <c:axId val="817745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889521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Race4</c:v>
                </c:pt>
              </c:strCache>
            </c:strRef>
          </c:tx>
          <c:spPr>
            <a:solidFill>
              <a:schemeClr val="accent1"/>
            </a:solidFill>
            <a:ln>
              <a:noFill/>
            </a:ln>
            <a:effectLst/>
          </c:spPr>
          <c:invertIfNegative val="0"/>
          <c:cat>
            <c:strRef>
              <c:f>Sheet3!$D$4:$D$7</c:f>
              <c:strCache>
                <c:ptCount val="4"/>
                <c:pt idx="0">
                  <c:v>Asian</c:v>
                </c:pt>
                <c:pt idx="1">
                  <c:v>Black</c:v>
                </c:pt>
                <c:pt idx="2">
                  <c:v>Indian</c:v>
                </c:pt>
                <c:pt idx="3">
                  <c:v>White</c:v>
                </c:pt>
              </c:strCache>
            </c:strRef>
          </c:cat>
          <c:val>
            <c:numRef>
              <c:f>Sheet3!$E$4:$E$7</c:f>
              <c:numCache>
                <c:formatCode>General</c:formatCode>
                <c:ptCount val="4"/>
                <c:pt idx="0">
                  <c:v>682</c:v>
                </c:pt>
                <c:pt idx="1">
                  <c:v>293</c:v>
                </c:pt>
                <c:pt idx="2">
                  <c:v>64</c:v>
                </c:pt>
                <c:pt idx="3">
                  <c:v>1677</c:v>
                </c:pt>
              </c:numCache>
            </c:numRef>
          </c:val>
          <c:extLst>
            <c:ext xmlns:c16="http://schemas.microsoft.com/office/drawing/2014/chart" uri="{C3380CC4-5D6E-409C-BE32-E72D297353CC}">
              <c16:uniqueId val="{00000000-D833-4F18-AAAE-B8D1FC2A63CC}"/>
            </c:ext>
          </c:extLst>
        </c:ser>
        <c:dLbls>
          <c:showLegendKey val="0"/>
          <c:showVal val="0"/>
          <c:showCatName val="0"/>
          <c:showSerName val="0"/>
          <c:showPercent val="0"/>
          <c:showBubbleSize val="0"/>
        </c:dLbls>
        <c:gapWidth val="219"/>
        <c:overlap val="-27"/>
        <c:axId val="1335311872"/>
        <c:axId val="1326924192"/>
      </c:barChart>
      <c:catAx>
        <c:axId val="13353118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6924192"/>
        <c:crosses val="autoZero"/>
        <c:auto val="1"/>
        <c:lblAlgn val="ctr"/>
        <c:lblOffset val="100"/>
        <c:noMultiLvlLbl val="0"/>
      </c:catAx>
      <c:valAx>
        <c:axId val="1326924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53118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Gender</c:v>
                </c:pt>
              </c:strCache>
            </c:strRef>
          </c:tx>
          <c:spPr>
            <a:solidFill>
              <a:schemeClr val="accent1"/>
            </a:solidFill>
            <a:ln>
              <a:noFill/>
            </a:ln>
            <a:effectLst/>
          </c:spPr>
          <c:invertIfNegative val="0"/>
          <c:cat>
            <c:strRef>
              <c:f>Sheet4!$D$4:$D$5</c:f>
              <c:strCache>
                <c:ptCount val="2"/>
                <c:pt idx="0">
                  <c:v>Female</c:v>
                </c:pt>
                <c:pt idx="1">
                  <c:v>Male</c:v>
                </c:pt>
              </c:strCache>
            </c:strRef>
          </c:cat>
          <c:val>
            <c:numRef>
              <c:f>Sheet4!$E$4:$E$5</c:f>
              <c:numCache>
                <c:formatCode>General</c:formatCode>
                <c:ptCount val="2"/>
                <c:pt idx="0">
                  <c:v>1568</c:v>
                </c:pt>
                <c:pt idx="1">
                  <c:v>1148</c:v>
                </c:pt>
              </c:numCache>
            </c:numRef>
          </c:val>
          <c:extLst>
            <c:ext xmlns:c16="http://schemas.microsoft.com/office/drawing/2014/chart" uri="{C3380CC4-5D6E-409C-BE32-E72D297353CC}">
              <c16:uniqueId val="{00000000-6542-4796-A57F-3559E833EA02}"/>
            </c:ext>
          </c:extLst>
        </c:ser>
        <c:dLbls>
          <c:showLegendKey val="0"/>
          <c:showVal val="0"/>
          <c:showCatName val="0"/>
          <c:showSerName val="0"/>
          <c:showPercent val="0"/>
          <c:showBubbleSize val="0"/>
        </c:dLbls>
        <c:gapWidth val="219"/>
        <c:overlap val="-27"/>
        <c:axId val="1335300352"/>
        <c:axId val="1326914768"/>
      </c:barChart>
      <c:catAx>
        <c:axId val="13353003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6914768"/>
        <c:crosses val="autoZero"/>
        <c:auto val="1"/>
        <c:lblAlgn val="ctr"/>
        <c:lblOffset val="100"/>
        <c:noMultiLvlLbl val="0"/>
      </c:catAx>
      <c:valAx>
        <c:axId val="13269147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53003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Sheet5!$E$3</c:f>
              <c:strCache>
                <c:ptCount val="1"/>
                <c:pt idx="0">
                  <c:v>Age</c:v>
                </c:pt>
              </c:strCache>
            </c:strRef>
          </c:tx>
          <c:spPr>
            <a:solidFill>
              <a:schemeClr val="accent1"/>
            </a:solidFill>
            <a:ln>
              <a:noFill/>
            </a:ln>
            <a:effectLst/>
          </c:spPr>
          <c:invertIfNegative val="0"/>
          <c:cat>
            <c:strRef>
              <c:f>Sheet5!$D$4:$D$12</c:f>
              <c:strCache>
                <c:ptCount val="9"/>
                <c:pt idx="0">
                  <c:v>0-2</c:v>
                </c:pt>
                <c:pt idx="1">
                  <c:v>03-09_</c:v>
                </c:pt>
                <c:pt idx="2">
                  <c:v>10-19_</c:v>
                </c:pt>
                <c:pt idx="3">
                  <c:v>20-29</c:v>
                </c:pt>
                <c:pt idx="4">
                  <c:v>30-39</c:v>
                </c:pt>
                <c:pt idx="5">
                  <c:v>40-49</c:v>
                </c:pt>
                <c:pt idx="6">
                  <c:v>50-59</c:v>
                </c:pt>
                <c:pt idx="7">
                  <c:v>60-69</c:v>
                </c:pt>
                <c:pt idx="8">
                  <c:v>70+</c:v>
                </c:pt>
              </c:strCache>
            </c:strRef>
          </c:cat>
          <c:val>
            <c:numRef>
              <c:f>Sheet5!$E$4:$E$12</c:f>
              <c:numCache>
                <c:formatCode>General</c:formatCode>
                <c:ptCount val="9"/>
                <c:pt idx="0">
                  <c:v>52</c:v>
                </c:pt>
                <c:pt idx="1">
                  <c:v>81</c:v>
                </c:pt>
                <c:pt idx="2">
                  <c:v>58</c:v>
                </c:pt>
                <c:pt idx="3">
                  <c:v>2034</c:v>
                </c:pt>
                <c:pt idx="4">
                  <c:v>414</c:v>
                </c:pt>
                <c:pt idx="5">
                  <c:v>55</c:v>
                </c:pt>
                <c:pt idx="6">
                  <c:v>12</c:v>
                </c:pt>
                <c:pt idx="7">
                  <c:v>5</c:v>
                </c:pt>
                <c:pt idx="8">
                  <c:v>5</c:v>
                </c:pt>
              </c:numCache>
            </c:numRef>
          </c:val>
          <c:extLst>
            <c:ext xmlns:c16="http://schemas.microsoft.com/office/drawing/2014/chart" uri="{C3380CC4-5D6E-409C-BE32-E72D297353CC}">
              <c16:uniqueId val="{00000000-E4B8-4792-9B8A-BAB4A10E5790}"/>
            </c:ext>
          </c:extLst>
        </c:ser>
        <c:dLbls>
          <c:showLegendKey val="0"/>
          <c:showVal val="0"/>
          <c:showCatName val="0"/>
          <c:showSerName val="0"/>
          <c:showPercent val="0"/>
          <c:showBubbleSize val="0"/>
        </c:dLbls>
        <c:gapWidth val="219"/>
        <c:overlap val="-27"/>
        <c:axId val="1335310432"/>
        <c:axId val="1326930144"/>
      </c:barChart>
      <c:catAx>
        <c:axId val="1335310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6930144"/>
        <c:crosses val="autoZero"/>
        <c:auto val="1"/>
        <c:lblAlgn val="ctr"/>
        <c:lblOffset val="100"/>
        <c:noMultiLvlLbl val="0"/>
      </c:catAx>
      <c:valAx>
        <c:axId val="1326930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531043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Sheet2!$C$3</c:f>
              <c:strCache>
                <c:ptCount val="1"/>
                <c:pt idx="0">
                  <c:v>Race4</c:v>
                </c:pt>
              </c:strCache>
            </c:strRef>
          </c:tx>
          <c:spPr>
            <a:solidFill>
              <a:schemeClr val="accent1"/>
            </a:solidFill>
            <a:ln>
              <a:noFill/>
            </a:ln>
            <a:effectLst/>
          </c:spPr>
          <c:invertIfNegative val="0"/>
          <c:cat>
            <c:strRef>
              <c:f>Sheet2!$B$4:$B$7</c:f>
              <c:strCache>
                <c:ptCount val="4"/>
                <c:pt idx="0">
                  <c:v>Asian</c:v>
                </c:pt>
                <c:pt idx="1">
                  <c:v>Black</c:v>
                </c:pt>
                <c:pt idx="2">
                  <c:v>Indian</c:v>
                </c:pt>
                <c:pt idx="3">
                  <c:v>White</c:v>
                </c:pt>
              </c:strCache>
            </c:strRef>
          </c:cat>
          <c:val>
            <c:numRef>
              <c:f>Sheet2!$C$4:$C$7</c:f>
              <c:numCache>
                <c:formatCode>General</c:formatCode>
                <c:ptCount val="4"/>
                <c:pt idx="0">
                  <c:v>1299</c:v>
                </c:pt>
                <c:pt idx="1">
                  <c:v>469</c:v>
                </c:pt>
                <c:pt idx="2">
                  <c:v>176</c:v>
                </c:pt>
                <c:pt idx="3">
                  <c:v>1056</c:v>
                </c:pt>
              </c:numCache>
            </c:numRef>
          </c:val>
          <c:extLst>
            <c:ext xmlns:c16="http://schemas.microsoft.com/office/drawing/2014/chart" uri="{C3380CC4-5D6E-409C-BE32-E72D297353CC}">
              <c16:uniqueId val="{00000000-0EE7-4783-9A76-00B65C36DC47}"/>
            </c:ext>
          </c:extLst>
        </c:ser>
        <c:dLbls>
          <c:showLegendKey val="0"/>
          <c:showVal val="0"/>
          <c:showCatName val="0"/>
          <c:showSerName val="0"/>
          <c:showPercent val="0"/>
          <c:showBubbleSize val="0"/>
        </c:dLbls>
        <c:gapWidth val="219"/>
        <c:overlap val="-27"/>
        <c:axId val="856619552"/>
        <c:axId val="698711296"/>
      </c:barChart>
      <c:catAx>
        <c:axId val="856619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98711296"/>
        <c:crosses val="autoZero"/>
        <c:auto val="1"/>
        <c:lblAlgn val="ctr"/>
        <c:lblOffset val="100"/>
        <c:noMultiLvlLbl val="0"/>
      </c:catAx>
      <c:valAx>
        <c:axId val="698711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566195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Sheet3!$B$2</c:f>
              <c:strCache>
                <c:ptCount val="1"/>
                <c:pt idx="0">
                  <c:v>Race</c:v>
                </c:pt>
              </c:strCache>
            </c:strRef>
          </c:tx>
          <c:spPr>
            <a:solidFill>
              <a:schemeClr val="accent1"/>
            </a:solidFill>
            <a:ln>
              <a:noFill/>
            </a:ln>
            <a:effectLst/>
          </c:spPr>
          <c:invertIfNegative val="0"/>
          <c:cat>
            <c:strRef>
              <c:f>Sheet3!$A$3:$A$9</c:f>
              <c:strCache>
                <c:ptCount val="7"/>
                <c:pt idx="0">
                  <c:v>Black</c:v>
                </c:pt>
                <c:pt idx="1">
                  <c:v>East Asian</c:v>
                </c:pt>
                <c:pt idx="2">
                  <c:v>Indian</c:v>
                </c:pt>
                <c:pt idx="3">
                  <c:v>Latino_Hispanic</c:v>
                </c:pt>
                <c:pt idx="4">
                  <c:v>Middle Eastern</c:v>
                </c:pt>
                <c:pt idx="5">
                  <c:v>Southeast Asian</c:v>
                </c:pt>
                <c:pt idx="6">
                  <c:v>White</c:v>
                </c:pt>
              </c:strCache>
            </c:strRef>
          </c:cat>
          <c:val>
            <c:numRef>
              <c:f>Sheet3!$B$3:$B$9</c:f>
              <c:numCache>
                <c:formatCode>General</c:formatCode>
                <c:ptCount val="7"/>
                <c:pt idx="0">
                  <c:v>202</c:v>
                </c:pt>
                <c:pt idx="1">
                  <c:v>778</c:v>
                </c:pt>
                <c:pt idx="2">
                  <c:v>82</c:v>
                </c:pt>
                <c:pt idx="3">
                  <c:v>221</c:v>
                </c:pt>
                <c:pt idx="4">
                  <c:v>185</c:v>
                </c:pt>
                <c:pt idx="5">
                  <c:v>230</c:v>
                </c:pt>
                <c:pt idx="6">
                  <c:v>1302</c:v>
                </c:pt>
              </c:numCache>
            </c:numRef>
          </c:val>
          <c:extLst>
            <c:ext xmlns:c16="http://schemas.microsoft.com/office/drawing/2014/chart" uri="{C3380CC4-5D6E-409C-BE32-E72D297353CC}">
              <c16:uniqueId val="{00000000-392D-4C00-B0F5-79E5F6E03AC9}"/>
            </c:ext>
          </c:extLst>
        </c:ser>
        <c:dLbls>
          <c:showLegendKey val="0"/>
          <c:showVal val="0"/>
          <c:showCatName val="0"/>
          <c:showSerName val="0"/>
          <c:showPercent val="0"/>
          <c:showBubbleSize val="0"/>
        </c:dLbls>
        <c:gapWidth val="219"/>
        <c:overlap val="-27"/>
        <c:axId val="856628672"/>
        <c:axId val="796474464"/>
      </c:barChart>
      <c:catAx>
        <c:axId val="856628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6474464"/>
        <c:crosses val="autoZero"/>
        <c:auto val="1"/>
        <c:lblAlgn val="ctr"/>
        <c:lblOffset val="100"/>
        <c:noMultiLvlLbl val="0"/>
      </c:catAx>
      <c:valAx>
        <c:axId val="7964744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566286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Sheet4!$B$1</c:f>
              <c:strCache>
                <c:ptCount val="1"/>
                <c:pt idx="0">
                  <c:v>Gender</c:v>
                </c:pt>
              </c:strCache>
            </c:strRef>
          </c:tx>
          <c:spPr>
            <a:solidFill>
              <a:schemeClr val="accent1"/>
            </a:solidFill>
            <a:ln>
              <a:noFill/>
            </a:ln>
            <a:effectLst/>
          </c:spPr>
          <c:invertIfNegative val="0"/>
          <c:cat>
            <c:strRef>
              <c:f>Sheet4!$A$2:$A$3</c:f>
              <c:strCache>
                <c:ptCount val="2"/>
                <c:pt idx="0">
                  <c:v>Female</c:v>
                </c:pt>
                <c:pt idx="1">
                  <c:v>Male</c:v>
                </c:pt>
              </c:strCache>
            </c:strRef>
          </c:cat>
          <c:val>
            <c:numRef>
              <c:f>Sheet4!$B$2:$B$3</c:f>
              <c:numCache>
                <c:formatCode>General</c:formatCode>
                <c:ptCount val="2"/>
                <c:pt idx="0">
                  <c:v>1187</c:v>
                </c:pt>
                <c:pt idx="1">
                  <c:v>1813</c:v>
                </c:pt>
              </c:numCache>
            </c:numRef>
          </c:val>
          <c:extLst>
            <c:ext xmlns:c16="http://schemas.microsoft.com/office/drawing/2014/chart" uri="{C3380CC4-5D6E-409C-BE32-E72D297353CC}">
              <c16:uniqueId val="{00000000-9EAF-444E-8B6F-4EB222EBA2EF}"/>
            </c:ext>
          </c:extLst>
        </c:ser>
        <c:dLbls>
          <c:showLegendKey val="0"/>
          <c:showVal val="0"/>
          <c:showCatName val="0"/>
          <c:showSerName val="0"/>
          <c:showPercent val="0"/>
          <c:showBubbleSize val="0"/>
        </c:dLbls>
        <c:gapWidth val="219"/>
        <c:overlap val="-27"/>
        <c:axId val="856611872"/>
        <c:axId val="796461072"/>
      </c:barChart>
      <c:catAx>
        <c:axId val="8566118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6461072"/>
        <c:crosses val="autoZero"/>
        <c:auto val="1"/>
        <c:lblAlgn val="ctr"/>
        <c:lblOffset val="100"/>
        <c:noMultiLvlLbl val="0"/>
      </c:catAx>
      <c:valAx>
        <c:axId val="7964610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566118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Sheet5!$B$1</c:f>
              <c:strCache>
                <c:ptCount val="1"/>
                <c:pt idx="0">
                  <c:v>Age</c:v>
                </c:pt>
              </c:strCache>
            </c:strRef>
          </c:tx>
          <c:spPr>
            <a:solidFill>
              <a:schemeClr val="accent1"/>
            </a:solidFill>
            <a:ln>
              <a:noFill/>
            </a:ln>
            <a:effectLst/>
          </c:spPr>
          <c:invertIfNegative val="0"/>
          <c:cat>
            <c:strRef>
              <c:f>Sheet5!$A$2:$A$10</c:f>
              <c:strCache>
                <c:ptCount val="9"/>
                <c:pt idx="0">
                  <c:v>0-2</c:v>
                </c:pt>
                <c:pt idx="1">
                  <c:v>03-09_</c:v>
                </c:pt>
                <c:pt idx="2">
                  <c:v>10-19_</c:v>
                </c:pt>
                <c:pt idx="3">
                  <c:v>20-29</c:v>
                </c:pt>
                <c:pt idx="4">
                  <c:v>30-39</c:v>
                </c:pt>
                <c:pt idx="5">
                  <c:v>40-49</c:v>
                </c:pt>
                <c:pt idx="6">
                  <c:v>50-59</c:v>
                </c:pt>
                <c:pt idx="7">
                  <c:v>60-69</c:v>
                </c:pt>
                <c:pt idx="8">
                  <c:v>70+</c:v>
                </c:pt>
              </c:strCache>
            </c:strRef>
          </c:cat>
          <c:val>
            <c:numRef>
              <c:f>Sheet5!$B$2:$B$10</c:f>
              <c:numCache>
                <c:formatCode>General</c:formatCode>
                <c:ptCount val="9"/>
                <c:pt idx="0">
                  <c:v>53</c:v>
                </c:pt>
                <c:pt idx="1">
                  <c:v>254</c:v>
                </c:pt>
                <c:pt idx="2">
                  <c:v>205</c:v>
                </c:pt>
                <c:pt idx="3">
                  <c:v>1681</c:v>
                </c:pt>
                <c:pt idx="4">
                  <c:v>664</c:v>
                </c:pt>
                <c:pt idx="5">
                  <c:v>100</c:v>
                </c:pt>
                <c:pt idx="6">
                  <c:v>34</c:v>
                </c:pt>
                <c:pt idx="7">
                  <c:v>8</c:v>
                </c:pt>
                <c:pt idx="8">
                  <c:v>1</c:v>
                </c:pt>
              </c:numCache>
            </c:numRef>
          </c:val>
          <c:extLst>
            <c:ext xmlns:c16="http://schemas.microsoft.com/office/drawing/2014/chart" uri="{C3380CC4-5D6E-409C-BE32-E72D297353CC}">
              <c16:uniqueId val="{00000000-160C-4634-93AD-70A7915F05D2}"/>
            </c:ext>
          </c:extLst>
        </c:ser>
        <c:dLbls>
          <c:showLegendKey val="0"/>
          <c:showVal val="0"/>
          <c:showCatName val="0"/>
          <c:showSerName val="0"/>
          <c:showPercent val="0"/>
          <c:showBubbleSize val="0"/>
        </c:dLbls>
        <c:gapWidth val="219"/>
        <c:overlap val="-27"/>
        <c:axId val="787771280"/>
        <c:axId val="1978260464"/>
      </c:barChart>
      <c:catAx>
        <c:axId val="787771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78260464"/>
        <c:crosses val="autoZero"/>
        <c:auto val="1"/>
        <c:lblAlgn val="ctr"/>
        <c:lblOffset val="100"/>
        <c:noMultiLvlLbl val="0"/>
      </c:catAx>
      <c:valAx>
        <c:axId val="19782604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877712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Sheet5!$E$3</c:f>
              <c:strCache>
                <c:ptCount val="1"/>
                <c:pt idx="0">
                  <c:v>Age</c:v>
                </c:pt>
              </c:strCache>
            </c:strRef>
          </c:tx>
          <c:spPr>
            <a:solidFill>
              <a:schemeClr val="accent1"/>
            </a:solidFill>
            <a:ln>
              <a:noFill/>
            </a:ln>
            <a:effectLst/>
          </c:spPr>
          <c:invertIfNegative val="0"/>
          <c:cat>
            <c:strRef>
              <c:f>Sheet5!$D$4:$D$11</c:f>
              <c:strCache>
                <c:ptCount val="8"/>
                <c:pt idx="0">
                  <c:v>10-19_</c:v>
                </c:pt>
                <c:pt idx="1">
                  <c:v>03-09_</c:v>
                </c:pt>
                <c:pt idx="2">
                  <c:v>20-29</c:v>
                </c:pt>
                <c:pt idx="3">
                  <c:v>30-39</c:v>
                </c:pt>
                <c:pt idx="4">
                  <c:v>40-49</c:v>
                </c:pt>
                <c:pt idx="5">
                  <c:v>50-59</c:v>
                </c:pt>
                <c:pt idx="6">
                  <c:v>60-69</c:v>
                </c:pt>
                <c:pt idx="7">
                  <c:v>70+</c:v>
                </c:pt>
              </c:strCache>
            </c:strRef>
          </c:cat>
          <c:val>
            <c:numRef>
              <c:f>Sheet5!$E$4:$E$11</c:f>
              <c:numCache>
                <c:formatCode>General</c:formatCode>
                <c:ptCount val="8"/>
                <c:pt idx="0">
                  <c:v>246</c:v>
                </c:pt>
                <c:pt idx="1">
                  <c:v>28</c:v>
                </c:pt>
                <c:pt idx="2">
                  <c:v>2196</c:v>
                </c:pt>
                <c:pt idx="3">
                  <c:v>190</c:v>
                </c:pt>
                <c:pt idx="4">
                  <c:v>140</c:v>
                </c:pt>
                <c:pt idx="5">
                  <c:v>90</c:v>
                </c:pt>
                <c:pt idx="6">
                  <c:v>73</c:v>
                </c:pt>
                <c:pt idx="7">
                  <c:v>37</c:v>
                </c:pt>
              </c:numCache>
            </c:numRef>
          </c:val>
          <c:extLst>
            <c:ext xmlns:c16="http://schemas.microsoft.com/office/drawing/2014/chart" uri="{C3380CC4-5D6E-409C-BE32-E72D297353CC}">
              <c16:uniqueId val="{00000000-002E-4F5A-A531-4489D3929ED2}"/>
            </c:ext>
          </c:extLst>
        </c:ser>
        <c:dLbls>
          <c:showLegendKey val="0"/>
          <c:showVal val="0"/>
          <c:showCatName val="0"/>
          <c:showSerName val="0"/>
          <c:showPercent val="0"/>
          <c:showBubbleSize val="0"/>
        </c:dLbls>
        <c:gapWidth val="219"/>
        <c:overlap val="-27"/>
        <c:axId val="127739376"/>
        <c:axId val="20600912"/>
      </c:barChart>
      <c:catAx>
        <c:axId val="1277393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600912"/>
        <c:crosses val="autoZero"/>
        <c:auto val="1"/>
        <c:lblAlgn val="ctr"/>
        <c:lblOffset val="100"/>
        <c:noMultiLvlLbl val="0"/>
      </c:catAx>
      <c:valAx>
        <c:axId val="206009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73937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Gender</c:v>
                </c:pt>
              </c:strCache>
            </c:strRef>
          </c:tx>
          <c:spPr>
            <a:solidFill>
              <a:schemeClr val="accent1"/>
            </a:solidFill>
            <a:ln>
              <a:noFill/>
            </a:ln>
            <a:effectLst/>
          </c:spPr>
          <c:invertIfNegative val="0"/>
          <c:cat>
            <c:strRef>
              <c:f>Sheet4!$D$4:$D$5</c:f>
              <c:strCache>
                <c:ptCount val="2"/>
                <c:pt idx="0">
                  <c:v>Female</c:v>
                </c:pt>
                <c:pt idx="1">
                  <c:v>Male</c:v>
                </c:pt>
              </c:strCache>
            </c:strRef>
          </c:cat>
          <c:val>
            <c:numRef>
              <c:f>Sheet4!$E$4:$E$5</c:f>
              <c:numCache>
                <c:formatCode>General</c:formatCode>
                <c:ptCount val="2"/>
                <c:pt idx="0">
                  <c:v>2009</c:v>
                </c:pt>
                <c:pt idx="1">
                  <c:v>991</c:v>
                </c:pt>
              </c:numCache>
            </c:numRef>
          </c:val>
          <c:extLst>
            <c:ext xmlns:c16="http://schemas.microsoft.com/office/drawing/2014/chart" uri="{C3380CC4-5D6E-409C-BE32-E72D297353CC}">
              <c16:uniqueId val="{00000000-7043-452D-9739-43A61DE3BE2B}"/>
            </c:ext>
          </c:extLst>
        </c:ser>
        <c:dLbls>
          <c:showLegendKey val="0"/>
          <c:showVal val="0"/>
          <c:showCatName val="0"/>
          <c:showSerName val="0"/>
          <c:showPercent val="0"/>
          <c:showBubbleSize val="0"/>
        </c:dLbls>
        <c:gapWidth val="219"/>
        <c:overlap val="-27"/>
        <c:axId val="127724496"/>
        <c:axId val="24279808"/>
      </c:barChart>
      <c:catAx>
        <c:axId val="127724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4279808"/>
        <c:crosses val="autoZero"/>
        <c:auto val="1"/>
        <c:lblAlgn val="ctr"/>
        <c:lblOffset val="100"/>
        <c:noMultiLvlLbl val="0"/>
      </c:catAx>
      <c:valAx>
        <c:axId val="242798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7244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Race4</c:v>
                </c:pt>
              </c:strCache>
            </c:strRef>
          </c:tx>
          <c:spPr>
            <a:solidFill>
              <a:schemeClr val="accent1"/>
            </a:solidFill>
            <a:ln>
              <a:noFill/>
            </a:ln>
            <a:effectLst/>
          </c:spPr>
          <c:invertIfNegative val="0"/>
          <c:cat>
            <c:strRef>
              <c:f>Sheet3!$D$4:$D$7</c:f>
              <c:strCache>
                <c:ptCount val="4"/>
                <c:pt idx="0">
                  <c:v>Asian</c:v>
                </c:pt>
                <c:pt idx="1">
                  <c:v>Black</c:v>
                </c:pt>
                <c:pt idx="2">
                  <c:v>Indian</c:v>
                </c:pt>
                <c:pt idx="3">
                  <c:v>White</c:v>
                </c:pt>
              </c:strCache>
            </c:strRef>
          </c:cat>
          <c:val>
            <c:numRef>
              <c:f>Sheet3!$E$4:$E$7</c:f>
              <c:numCache>
                <c:formatCode>General</c:formatCode>
                <c:ptCount val="4"/>
                <c:pt idx="0">
                  <c:v>319</c:v>
                </c:pt>
                <c:pt idx="1">
                  <c:v>147</c:v>
                </c:pt>
                <c:pt idx="2">
                  <c:v>91</c:v>
                </c:pt>
                <c:pt idx="3">
                  <c:v>2443</c:v>
                </c:pt>
              </c:numCache>
            </c:numRef>
          </c:val>
          <c:extLst>
            <c:ext xmlns:c16="http://schemas.microsoft.com/office/drawing/2014/chart" uri="{C3380CC4-5D6E-409C-BE32-E72D297353CC}">
              <c16:uniqueId val="{00000000-DECF-4052-A341-02B9E21DC906}"/>
            </c:ext>
          </c:extLst>
        </c:ser>
        <c:dLbls>
          <c:showLegendKey val="0"/>
          <c:showVal val="0"/>
          <c:showCatName val="0"/>
          <c:showSerName val="0"/>
          <c:showPercent val="0"/>
          <c:showBubbleSize val="0"/>
        </c:dLbls>
        <c:gapWidth val="219"/>
        <c:overlap val="-27"/>
        <c:axId val="16730864"/>
        <c:axId val="13535104"/>
      </c:barChart>
      <c:catAx>
        <c:axId val="16730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535104"/>
        <c:crosses val="autoZero"/>
        <c:auto val="1"/>
        <c:lblAlgn val="ctr"/>
        <c:lblOffset val="100"/>
        <c:noMultiLvlLbl val="0"/>
      </c:catAx>
      <c:valAx>
        <c:axId val="135351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7308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c:v>
                </c:pt>
              </c:strCache>
            </c:strRef>
          </c:tx>
          <c:spPr>
            <a:solidFill>
              <a:schemeClr val="accent1"/>
            </a:solidFill>
            <a:ln>
              <a:noFill/>
            </a:ln>
            <a:effectLst/>
          </c:spPr>
          <c:invertIfNegative val="0"/>
          <c:cat>
            <c:strRef>
              <c:f>Sheet2!$D$4:$D$10</c:f>
              <c:strCache>
                <c:ptCount val="7"/>
                <c:pt idx="0">
                  <c:v>Black</c:v>
                </c:pt>
                <c:pt idx="1">
                  <c:v>East Asian</c:v>
                </c:pt>
                <c:pt idx="2">
                  <c:v>Indian</c:v>
                </c:pt>
                <c:pt idx="3">
                  <c:v>Latino_Hispanic</c:v>
                </c:pt>
                <c:pt idx="4">
                  <c:v>Middle Eastern</c:v>
                </c:pt>
                <c:pt idx="5">
                  <c:v>Southeast Asian</c:v>
                </c:pt>
                <c:pt idx="6">
                  <c:v>White</c:v>
                </c:pt>
              </c:strCache>
            </c:strRef>
          </c:cat>
          <c:val>
            <c:numRef>
              <c:f>Sheet2!$E$4:$E$10</c:f>
              <c:numCache>
                <c:formatCode>General</c:formatCode>
                <c:ptCount val="7"/>
                <c:pt idx="0">
                  <c:v>123</c:v>
                </c:pt>
                <c:pt idx="1">
                  <c:v>200</c:v>
                </c:pt>
                <c:pt idx="2">
                  <c:v>17</c:v>
                </c:pt>
                <c:pt idx="3">
                  <c:v>167</c:v>
                </c:pt>
                <c:pt idx="4">
                  <c:v>56</c:v>
                </c:pt>
                <c:pt idx="5">
                  <c:v>27</c:v>
                </c:pt>
                <c:pt idx="6">
                  <c:v>2410</c:v>
                </c:pt>
              </c:numCache>
            </c:numRef>
          </c:val>
          <c:extLst>
            <c:ext xmlns:c16="http://schemas.microsoft.com/office/drawing/2014/chart" uri="{C3380CC4-5D6E-409C-BE32-E72D297353CC}">
              <c16:uniqueId val="{00000000-F8BD-4AAB-B225-AABA2EF48D77}"/>
            </c:ext>
          </c:extLst>
        </c:ser>
        <c:dLbls>
          <c:showLegendKey val="0"/>
          <c:showVal val="0"/>
          <c:showCatName val="0"/>
          <c:showSerName val="0"/>
          <c:showPercent val="0"/>
          <c:showBubbleSize val="0"/>
        </c:dLbls>
        <c:gapWidth val="219"/>
        <c:overlap val="-27"/>
        <c:axId val="16739984"/>
        <c:axId val="10506096"/>
      </c:barChart>
      <c:catAx>
        <c:axId val="16739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506096"/>
        <c:crosses val="autoZero"/>
        <c:auto val="1"/>
        <c:lblAlgn val="ctr"/>
        <c:lblOffset val="100"/>
        <c:noMultiLvlLbl val="0"/>
      </c:catAx>
      <c:valAx>
        <c:axId val="105060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7399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[test_outputs_gen.csv]Sheet1!PivotTable3</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 of race4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Sheet1!$B$3</c:f>
              <c:strCache>
                <c:ptCount val="1"/>
                <c:pt idx="0">
                  <c:v>Total</c:v>
                </c:pt>
              </c:strCache>
            </c:strRef>
          </c:tx>
          <c:spPr>
            <a:solidFill>
              <a:schemeClr val="accent1"/>
            </a:solidFill>
            <a:ln>
              <a:noFill/>
            </a:ln>
            <a:effectLst/>
          </c:spPr>
          <c:invertIfNegative val="0"/>
          <c:cat>
            <c:strRef>
              <c:f>Sheet1!$A$4:$A$7</c:f>
              <c:strCache>
                <c:ptCount val="4"/>
                <c:pt idx="0">
                  <c:v>Asian</c:v>
                </c:pt>
                <c:pt idx="1">
                  <c:v>Black</c:v>
                </c:pt>
                <c:pt idx="2">
                  <c:v>Indian</c:v>
                </c:pt>
                <c:pt idx="3">
                  <c:v>White</c:v>
                </c:pt>
              </c:strCache>
            </c:strRef>
          </c:cat>
          <c:val>
            <c:numRef>
              <c:f>Sheet1!$B$4:$B$7</c:f>
              <c:numCache>
                <c:formatCode>General</c:formatCode>
                <c:ptCount val="4"/>
                <c:pt idx="0">
                  <c:v>478</c:v>
                </c:pt>
                <c:pt idx="1">
                  <c:v>460</c:v>
                </c:pt>
                <c:pt idx="2">
                  <c:v>229</c:v>
                </c:pt>
                <c:pt idx="3">
                  <c:v>1833</c:v>
                </c:pt>
              </c:numCache>
            </c:numRef>
          </c:val>
          <c:extLst>
            <c:ext xmlns:c16="http://schemas.microsoft.com/office/drawing/2014/chart" uri="{C3380CC4-5D6E-409C-BE32-E72D297353CC}">
              <c16:uniqueId val="{00000000-971B-412E-8435-5FB93FCDD4D3}"/>
            </c:ext>
          </c:extLst>
        </c:ser>
        <c:dLbls>
          <c:showLegendKey val="0"/>
          <c:showVal val="0"/>
          <c:showCatName val="0"/>
          <c:showSerName val="0"/>
          <c:showPercent val="0"/>
          <c:showBubbleSize val="0"/>
        </c:dLbls>
        <c:gapWidth val="219"/>
        <c:overlap val="-27"/>
        <c:axId val="-1284802464"/>
        <c:axId val="-1284807904"/>
      </c:barChart>
      <c:catAx>
        <c:axId val="-12848024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07904"/>
        <c:crosses val="autoZero"/>
        <c:auto val="1"/>
        <c:lblAlgn val="ctr"/>
        <c:lblOffset val="100"/>
        <c:noMultiLvlLbl val="0"/>
      </c:catAx>
      <c:valAx>
        <c:axId val="-12848079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024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9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[test_outputs_gen.csv]Sheet2!PivotTable6</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 of gender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Sheet2!$B$3</c:f>
              <c:strCache>
                <c:ptCount val="1"/>
                <c:pt idx="0">
                  <c:v>Total</c:v>
                </c:pt>
              </c:strCache>
            </c:strRef>
          </c:tx>
          <c:spPr>
            <a:solidFill>
              <a:schemeClr val="accent1"/>
            </a:solidFill>
            <a:ln>
              <a:noFill/>
            </a:ln>
            <a:effectLst/>
          </c:spPr>
          <c:invertIfNegative val="0"/>
          <c:cat>
            <c:strRef>
              <c:f>Sheet2!$A$4:$A$5</c:f>
              <c:strCache>
                <c:ptCount val="2"/>
                <c:pt idx="0">
                  <c:v>Female</c:v>
                </c:pt>
                <c:pt idx="1">
                  <c:v>Male</c:v>
                </c:pt>
              </c:strCache>
            </c:strRef>
          </c:cat>
          <c:val>
            <c:numRef>
              <c:f>Sheet2!$B$4:$B$5</c:f>
              <c:numCache>
                <c:formatCode>General</c:formatCode>
                <c:ptCount val="2"/>
                <c:pt idx="0">
                  <c:v>2025</c:v>
                </c:pt>
                <c:pt idx="1">
                  <c:v>975</c:v>
                </c:pt>
              </c:numCache>
            </c:numRef>
          </c:val>
          <c:extLst>
            <c:ext xmlns:c16="http://schemas.microsoft.com/office/drawing/2014/chart" uri="{C3380CC4-5D6E-409C-BE32-E72D297353CC}">
              <c16:uniqueId val="{00000000-60E8-4CAC-A90C-42C681A2772B}"/>
            </c:ext>
          </c:extLst>
        </c:ser>
        <c:dLbls>
          <c:showLegendKey val="0"/>
          <c:showVal val="0"/>
          <c:showCatName val="0"/>
          <c:showSerName val="0"/>
          <c:showPercent val="0"/>
          <c:showBubbleSize val="0"/>
        </c:dLbls>
        <c:gapWidth val="219"/>
        <c:overlap val="-27"/>
        <c:axId val="-1284815520"/>
        <c:axId val="-1284803008"/>
      </c:barChart>
      <c:catAx>
        <c:axId val="-12848155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03008"/>
        <c:crosses val="autoZero"/>
        <c:auto val="1"/>
        <c:lblAlgn val="ctr"/>
        <c:lblOffset val="100"/>
        <c:noMultiLvlLbl val="0"/>
      </c:catAx>
      <c:valAx>
        <c:axId val="-12848030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155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9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[test_outputs_gen.csv]Sheet3!PivotTable11</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 of 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Sheet3!$B$3</c:f>
              <c:strCache>
                <c:ptCount val="1"/>
                <c:pt idx="0">
                  <c:v>Total</c:v>
                </c:pt>
              </c:strCache>
            </c:strRef>
          </c:tx>
          <c:spPr>
            <a:solidFill>
              <a:schemeClr val="accent1"/>
            </a:solidFill>
            <a:ln>
              <a:noFill/>
            </a:ln>
            <a:effectLst/>
          </c:spPr>
          <c:invertIfNegative val="0"/>
          <c:cat>
            <c:strRef>
              <c:f>Sheet3!$A$4:$A$11</c:f>
              <c:strCache>
                <c:ptCount val="8"/>
                <c:pt idx="0">
                  <c:v>03-09</c:v>
                </c:pt>
                <c:pt idx="1">
                  <c:v>10-19</c:v>
                </c:pt>
                <c:pt idx="2">
                  <c:v>20-29</c:v>
                </c:pt>
                <c:pt idx="3">
                  <c:v>30-39</c:v>
                </c:pt>
                <c:pt idx="4">
                  <c:v>40-49</c:v>
                </c:pt>
                <c:pt idx="5">
                  <c:v>50-59</c:v>
                </c:pt>
                <c:pt idx="6">
                  <c:v>60-69</c:v>
                </c:pt>
                <c:pt idx="7">
                  <c:v>70+</c:v>
                </c:pt>
              </c:strCache>
            </c:strRef>
          </c:cat>
          <c:val>
            <c:numRef>
              <c:f>Sheet3!$B$4:$B$11</c:f>
              <c:numCache>
                <c:formatCode>General</c:formatCode>
                <c:ptCount val="8"/>
                <c:pt idx="0">
                  <c:v>23</c:v>
                </c:pt>
                <c:pt idx="1">
                  <c:v>69</c:v>
                </c:pt>
                <c:pt idx="2">
                  <c:v>2197</c:v>
                </c:pt>
                <c:pt idx="3">
                  <c:v>450</c:v>
                </c:pt>
                <c:pt idx="4">
                  <c:v>141</c:v>
                </c:pt>
                <c:pt idx="5">
                  <c:v>75</c:v>
                </c:pt>
                <c:pt idx="6">
                  <c:v>34</c:v>
                </c:pt>
                <c:pt idx="7">
                  <c:v>11</c:v>
                </c:pt>
              </c:numCache>
            </c:numRef>
          </c:val>
          <c:extLst>
            <c:ext xmlns:c16="http://schemas.microsoft.com/office/drawing/2014/chart" uri="{C3380CC4-5D6E-409C-BE32-E72D297353CC}">
              <c16:uniqueId val="{00000000-A367-4834-88F6-C44421B6A9DA}"/>
            </c:ext>
          </c:extLst>
        </c:ser>
        <c:dLbls>
          <c:showLegendKey val="0"/>
          <c:showVal val="0"/>
          <c:showCatName val="0"/>
          <c:showSerName val="0"/>
          <c:showPercent val="0"/>
          <c:showBubbleSize val="0"/>
        </c:dLbls>
        <c:gapWidth val="219"/>
        <c:overlap val="-27"/>
        <c:axId val="-1284813344"/>
        <c:axId val="-1284807360"/>
      </c:barChart>
      <c:catAx>
        <c:axId val="-1284813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07360"/>
        <c:crosses val="autoZero"/>
        <c:auto val="1"/>
        <c:lblAlgn val="ctr"/>
        <c:lblOffset val="100"/>
        <c:noMultiLvlLbl val="0"/>
      </c:catAx>
      <c:valAx>
        <c:axId val="-1284807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133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9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[test_outputs_gen.csv]Sheet4!PivotTable14</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 of race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Sheet4!$B$3</c:f>
              <c:strCache>
                <c:ptCount val="1"/>
                <c:pt idx="0">
                  <c:v>Total</c:v>
                </c:pt>
              </c:strCache>
            </c:strRef>
          </c:tx>
          <c:spPr>
            <a:solidFill>
              <a:schemeClr val="accent1"/>
            </a:solidFill>
            <a:ln>
              <a:noFill/>
            </a:ln>
            <a:effectLst/>
          </c:spPr>
          <c:invertIfNegative val="0"/>
          <c:cat>
            <c:strRef>
              <c:f>Sheet4!$A$4:$A$10</c:f>
              <c:strCache>
                <c:ptCount val="7"/>
                <c:pt idx="0">
                  <c:v>Black</c:v>
                </c:pt>
                <c:pt idx="1">
                  <c:v>East Asian</c:v>
                </c:pt>
                <c:pt idx="2">
                  <c:v>Indian</c:v>
                </c:pt>
                <c:pt idx="3">
                  <c:v>Latino_Hispanic</c:v>
                </c:pt>
                <c:pt idx="4">
                  <c:v>Middle Eastern</c:v>
                </c:pt>
                <c:pt idx="5">
                  <c:v>Southeast Asian</c:v>
                </c:pt>
                <c:pt idx="6">
                  <c:v>White</c:v>
                </c:pt>
              </c:strCache>
            </c:strRef>
          </c:cat>
          <c:val>
            <c:numRef>
              <c:f>Sheet4!$B$4:$B$10</c:f>
              <c:numCache>
                <c:formatCode>General</c:formatCode>
                <c:ptCount val="7"/>
                <c:pt idx="0">
                  <c:v>358</c:v>
                </c:pt>
                <c:pt idx="1">
                  <c:v>186</c:v>
                </c:pt>
                <c:pt idx="2">
                  <c:v>40</c:v>
                </c:pt>
                <c:pt idx="3">
                  <c:v>391</c:v>
                </c:pt>
                <c:pt idx="4">
                  <c:v>207</c:v>
                </c:pt>
                <c:pt idx="5">
                  <c:v>88</c:v>
                </c:pt>
                <c:pt idx="6">
                  <c:v>1730</c:v>
                </c:pt>
              </c:numCache>
            </c:numRef>
          </c:val>
          <c:extLst>
            <c:ext xmlns:c16="http://schemas.microsoft.com/office/drawing/2014/chart" uri="{C3380CC4-5D6E-409C-BE32-E72D297353CC}">
              <c16:uniqueId val="{00000000-4001-45D1-A7CB-10281FE9BCD8}"/>
            </c:ext>
          </c:extLst>
        </c:ser>
        <c:dLbls>
          <c:showLegendKey val="0"/>
          <c:showVal val="0"/>
          <c:showCatName val="0"/>
          <c:showSerName val="0"/>
          <c:showPercent val="0"/>
          <c:showBubbleSize val="0"/>
        </c:dLbls>
        <c:gapWidth val="219"/>
        <c:overlap val="-27"/>
        <c:axId val="-1284804640"/>
        <c:axId val="-1284816608"/>
      </c:barChart>
      <c:catAx>
        <c:axId val="-1284804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16608"/>
        <c:crosses val="autoZero"/>
        <c:auto val="1"/>
        <c:lblAlgn val="ctr"/>
        <c:lblOffset val="100"/>
        <c:noMultiLvlLbl val="0"/>
      </c:catAx>
      <c:valAx>
        <c:axId val="-12848166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480464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9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age!$E$3</c:f>
              <c:strCache>
                <c:ptCount val="1"/>
                <c:pt idx="0">
                  <c:v>Age</c:v>
                </c:pt>
              </c:strCache>
            </c:strRef>
          </c:tx>
          <c:spPr>
            <a:solidFill>
              <a:schemeClr val="accent1"/>
            </a:solidFill>
            <a:ln>
              <a:noFill/>
            </a:ln>
            <a:effectLst/>
          </c:spPr>
          <c:invertIfNegative val="0"/>
          <c:cat>
            <c:strRef>
              <c:f>age!$D$4:$D$12</c:f>
              <c:strCache>
                <c:ptCount val="9"/>
                <c:pt idx="0">
                  <c:v>0-2</c:v>
                </c:pt>
                <c:pt idx="1">
                  <c:v>03-09_</c:v>
                </c:pt>
                <c:pt idx="2">
                  <c:v>10-19_</c:v>
                </c:pt>
                <c:pt idx="3">
                  <c:v>20-29</c:v>
                </c:pt>
                <c:pt idx="4">
                  <c:v>30-39</c:v>
                </c:pt>
                <c:pt idx="5">
                  <c:v>40-49</c:v>
                </c:pt>
                <c:pt idx="6">
                  <c:v>50-59</c:v>
                </c:pt>
                <c:pt idx="7">
                  <c:v>60-69</c:v>
                </c:pt>
                <c:pt idx="8">
                  <c:v>70+</c:v>
                </c:pt>
              </c:strCache>
            </c:strRef>
          </c:cat>
          <c:val>
            <c:numRef>
              <c:f>age!$E$4:$E$12</c:f>
              <c:numCache>
                <c:formatCode>General</c:formatCode>
                <c:ptCount val="9"/>
                <c:pt idx="0">
                  <c:v>4</c:v>
                </c:pt>
                <c:pt idx="1">
                  <c:v>262</c:v>
                </c:pt>
                <c:pt idx="2">
                  <c:v>148</c:v>
                </c:pt>
                <c:pt idx="3">
                  <c:v>1189</c:v>
                </c:pt>
                <c:pt idx="4">
                  <c:v>1115</c:v>
                </c:pt>
                <c:pt idx="5">
                  <c:v>214</c:v>
                </c:pt>
                <c:pt idx="6">
                  <c:v>52</c:v>
                </c:pt>
                <c:pt idx="7">
                  <c:v>15</c:v>
                </c:pt>
                <c:pt idx="8">
                  <c:v>1</c:v>
                </c:pt>
              </c:numCache>
            </c:numRef>
          </c:val>
          <c:extLst>
            <c:ext xmlns:c16="http://schemas.microsoft.com/office/drawing/2014/chart" uri="{C3380CC4-5D6E-409C-BE32-E72D297353CC}">
              <c16:uniqueId val="{00000000-85A3-4CC3-92B1-292D830A4541}"/>
            </c:ext>
          </c:extLst>
        </c:ser>
        <c:dLbls>
          <c:showLegendKey val="0"/>
          <c:showVal val="0"/>
          <c:showCatName val="0"/>
          <c:showSerName val="0"/>
          <c:showPercent val="0"/>
          <c:showBubbleSize val="0"/>
        </c:dLbls>
        <c:gapWidth val="219"/>
        <c:overlap val="-27"/>
        <c:axId val="1145468944"/>
        <c:axId val="1145470608"/>
      </c:barChart>
      <c:catAx>
        <c:axId val="1145468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5470608"/>
        <c:crosses val="autoZero"/>
        <c:auto val="1"/>
        <c:lblAlgn val="ctr"/>
        <c:lblOffset val="100"/>
        <c:noMultiLvlLbl val="0"/>
      </c:catAx>
      <c:valAx>
        <c:axId val="11454706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54689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gender!$E$3</c:f>
              <c:strCache>
                <c:ptCount val="1"/>
                <c:pt idx="0">
                  <c:v>Gender</c:v>
                </c:pt>
              </c:strCache>
            </c:strRef>
          </c:tx>
          <c:spPr>
            <a:solidFill>
              <a:schemeClr val="accent1"/>
            </a:solidFill>
            <a:ln>
              <a:noFill/>
            </a:ln>
            <a:effectLst/>
          </c:spPr>
          <c:invertIfNegative val="0"/>
          <c:cat>
            <c:strRef>
              <c:f>gender!$D$4:$D$5</c:f>
              <c:strCache>
                <c:ptCount val="2"/>
                <c:pt idx="0">
                  <c:v>Female</c:v>
                </c:pt>
                <c:pt idx="1">
                  <c:v>Male</c:v>
                </c:pt>
              </c:strCache>
            </c:strRef>
          </c:cat>
          <c:val>
            <c:numRef>
              <c:f>gender!$E$4:$E$5</c:f>
              <c:numCache>
                <c:formatCode>General</c:formatCode>
                <c:ptCount val="2"/>
                <c:pt idx="0">
                  <c:v>1011</c:v>
                </c:pt>
                <c:pt idx="1">
                  <c:v>1989</c:v>
                </c:pt>
              </c:numCache>
            </c:numRef>
          </c:val>
          <c:extLst>
            <c:ext xmlns:c16="http://schemas.microsoft.com/office/drawing/2014/chart" uri="{C3380CC4-5D6E-409C-BE32-E72D297353CC}">
              <c16:uniqueId val="{00000000-34CE-4B5B-87ED-4B2C246577A9}"/>
            </c:ext>
          </c:extLst>
        </c:ser>
        <c:dLbls>
          <c:showLegendKey val="0"/>
          <c:showVal val="0"/>
          <c:showCatName val="0"/>
          <c:showSerName val="0"/>
          <c:showPercent val="0"/>
          <c:showBubbleSize val="0"/>
        </c:dLbls>
        <c:gapWidth val="219"/>
        <c:overlap val="-27"/>
        <c:axId val="1101666720"/>
        <c:axId val="1101668384"/>
      </c:barChart>
      <c:catAx>
        <c:axId val="11016667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1668384"/>
        <c:crosses val="autoZero"/>
        <c:auto val="1"/>
        <c:lblAlgn val="ctr"/>
        <c:lblOffset val="100"/>
        <c:noMultiLvlLbl val="0"/>
      </c:catAx>
      <c:valAx>
        <c:axId val="11016683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16667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race4!$E$3</c:f>
              <c:strCache>
                <c:ptCount val="1"/>
                <c:pt idx="0">
                  <c:v>Race4</c:v>
                </c:pt>
              </c:strCache>
            </c:strRef>
          </c:tx>
          <c:spPr>
            <a:solidFill>
              <a:schemeClr val="accent1"/>
            </a:solidFill>
            <a:ln>
              <a:noFill/>
            </a:ln>
            <a:effectLst/>
          </c:spPr>
          <c:invertIfNegative val="0"/>
          <c:cat>
            <c:strRef>
              <c:f>race4!$D$4:$D$7</c:f>
              <c:strCache>
                <c:ptCount val="4"/>
                <c:pt idx="0">
                  <c:v>Asian</c:v>
                </c:pt>
                <c:pt idx="1">
                  <c:v>Black</c:v>
                </c:pt>
                <c:pt idx="2">
                  <c:v>Indian</c:v>
                </c:pt>
                <c:pt idx="3">
                  <c:v>White</c:v>
                </c:pt>
              </c:strCache>
            </c:strRef>
          </c:cat>
          <c:val>
            <c:numRef>
              <c:f>race4!$E$4:$E$7</c:f>
              <c:numCache>
                <c:formatCode>General</c:formatCode>
                <c:ptCount val="4"/>
                <c:pt idx="0">
                  <c:v>534</c:v>
                </c:pt>
                <c:pt idx="1">
                  <c:v>768</c:v>
                </c:pt>
                <c:pt idx="2">
                  <c:v>1162</c:v>
                </c:pt>
                <c:pt idx="3">
                  <c:v>536</c:v>
                </c:pt>
              </c:numCache>
            </c:numRef>
          </c:val>
          <c:extLst>
            <c:ext xmlns:c16="http://schemas.microsoft.com/office/drawing/2014/chart" uri="{C3380CC4-5D6E-409C-BE32-E72D297353CC}">
              <c16:uniqueId val="{00000000-B2AF-4A1C-B20A-077700C1A229}"/>
            </c:ext>
          </c:extLst>
        </c:ser>
        <c:dLbls>
          <c:showLegendKey val="0"/>
          <c:showVal val="0"/>
          <c:showCatName val="0"/>
          <c:showSerName val="0"/>
          <c:showPercent val="0"/>
          <c:showBubbleSize val="0"/>
        </c:dLbls>
        <c:gapWidth val="219"/>
        <c:overlap val="-27"/>
        <c:axId val="998791552"/>
        <c:axId val="998793216"/>
      </c:barChart>
      <c:catAx>
        <c:axId val="998791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8793216"/>
        <c:crosses val="autoZero"/>
        <c:auto val="1"/>
        <c:lblAlgn val="ctr"/>
        <c:lblOffset val="100"/>
        <c:noMultiLvlLbl val="0"/>
      </c:catAx>
      <c:valAx>
        <c:axId val="9987932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87915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race!$E$3</c:f>
              <c:strCache>
                <c:ptCount val="1"/>
                <c:pt idx="0">
                  <c:v>Race</c:v>
                </c:pt>
              </c:strCache>
            </c:strRef>
          </c:tx>
          <c:spPr>
            <a:solidFill>
              <a:schemeClr val="accent1"/>
            </a:solidFill>
            <a:ln>
              <a:noFill/>
            </a:ln>
            <a:effectLst/>
          </c:spPr>
          <c:invertIfNegative val="0"/>
          <c:cat>
            <c:strRef>
              <c:f>race!$D$4:$D$10</c:f>
              <c:strCache>
                <c:ptCount val="7"/>
                <c:pt idx="0">
                  <c:v>Black</c:v>
                </c:pt>
                <c:pt idx="1">
                  <c:v>East Asian</c:v>
                </c:pt>
                <c:pt idx="2">
                  <c:v>Indian</c:v>
                </c:pt>
                <c:pt idx="3">
                  <c:v>Latino_Hispanic</c:v>
                </c:pt>
                <c:pt idx="4">
                  <c:v>Middle Eastern</c:v>
                </c:pt>
                <c:pt idx="5">
                  <c:v>Southeast Asian</c:v>
                </c:pt>
                <c:pt idx="6">
                  <c:v>White</c:v>
                </c:pt>
              </c:strCache>
            </c:strRef>
          </c:cat>
          <c:val>
            <c:numRef>
              <c:f>race!$E$4:$E$10</c:f>
              <c:numCache>
                <c:formatCode>General</c:formatCode>
                <c:ptCount val="7"/>
                <c:pt idx="0">
                  <c:v>752</c:v>
                </c:pt>
                <c:pt idx="1">
                  <c:v>174</c:v>
                </c:pt>
                <c:pt idx="2">
                  <c:v>756</c:v>
                </c:pt>
                <c:pt idx="3">
                  <c:v>420</c:v>
                </c:pt>
                <c:pt idx="4">
                  <c:v>238</c:v>
                </c:pt>
                <c:pt idx="5">
                  <c:v>341</c:v>
                </c:pt>
                <c:pt idx="6">
                  <c:v>319</c:v>
                </c:pt>
              </c:numCache>
            </c:numRef>
          </c:val>
          <c:extLst>
            <c:ext xmlns:c16="http://schemas.microsoft.com/office/drawing/2014/chart" uri="{C3380CC4-5D6E-409C-BE32-E72D297353CC}">
              <c16:uniqueId val="{00000000-5318-46E4-8EC7-D381AD1EE2EF}"/>
            </c:ext>
          </c:extLst>
        </c:ser>
        <c:dLbls>
          <c:showLegendKey val="0"/>
          <c:showVal val="0"/>
          <c:showCatName val="0"/>
          <c:showSerName val="0"/>
          <c:showPercent val="0"/>
          <c:showBubbleSize val="0"/>
        </c:dLbls>
        <c:gapWidth val="219"/>
        <c:overlap val="-27"/>
        <c:axId val="989568848"/>
        <c:axId val="989569264"/>
      </c:barChart>
      <c:catAx>
        <c:axId val="989568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9569264"/>
        <c:crosses val="autoZero"/>
        <c:auto val="1"/>
        <c:lblAlgn val="ctr"/>
        <c:lblOffset val="100"/>
        <c:noMultiLvlLbl val="0"/>
      </c:catAx>
      <c:valAx>
        <c:axId val="989569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95688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[test_outputs_data.csv]Sheet1!PivotTable17</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 of race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Sheet1!$B$3</c:f>
              <c:strCache>
                <c:ptCount val="1"/>
                <c:pt idx="0">
                  <c:v>Total</c:v>
                </c:pt>
              </c:strCache>
            </c:strRef>
          </c:tx>
          <c:spPr>
            <a:solidFill>
              <a:schemeClr val="accent1"/>
            </a:solidFill>
            <a:ln>
              <a:noFill/>
            </a:ln>
            <a:effectLst/>
          </c:spPr>
          <c:invertIfNegative val="0"/>
          <c:cat>
            <c:strRef>
              <c:f>Sheet1!$A$4:$A$10</c:f>
              <c:strCache>
                <c:ptCount val="7"/>
                <c:pt idx="0">
                  <c:v>Black</c:v>
                </c:pt>
                <c:pt idx="1">
                  <c:v>East Asian</c:v>
                </c:pt>
                <c:pt idx="2">
                  <c:v>Indian</c:v>
                </c:pt>
                <c:pt idx="3">
                  <c:v>Latino_Hispanic</c:v>
                </c:pt>
                <c:pt idx="4">
                  <c:v>Middle Eastern</c:v>
                </c:pt>
                <c:pt idx="5">
                  <c:v>Southeast Asian</c:v>
                </c:pt>
                <c:pt idx="6">
                  <c:v>White</c:v>
                </c:pt>
              </c:strCache>
            </c:strRef>
          </c:cat>
          <c:val>
            <c:numRef>
              <c:f>Sheet1!$B$4:$B$10</c:f>
              <c:numCache>
                <c:formatCode>General</c:formatCode>
                <c:ptCount val="7"/>
                <c:pt idx="0">
                  <c:v>237</c:v>
                </c:pt>
                <c:pt idx="1">
                  <c:v>230</c:v>
                </c:pt>
                <c:pt idx="2">
                  <c:v>68</c:v>
                </c:pt>
                <c:pt idx="3">
                  <c:v>262</c:v>
                </c:pt>
                <c:pt idx="4">
                  <c:v>66</c:v>
                </c:pt>
                <c:pt idx="5">
                  <c:v>43</c:v>
                </c:pt>
                <c:pt idx="6">
                  <c:v>2094</c:v>
                </c:pt>
              </c:numCache>
            </c:numRef>
          </c:val>
          <c:extLst>
            <c:ext xmlns:c16="http://schemas.microsoft.com/office/drawing/2014/chart" uri="{C3380CC4-5D6E-409C-BE32-E72D297353CC}">
              <c16:uniqueId val="{00000000-9E68-4B37-B4DA-CC06BC96F9B5}"/>
            </c:ext>
          </c:extLst>
        </c:ser>
        <c:dLbls>
          <c:showLegendKey val="0"/>
          <c:showVal val="0"/>
          <c:showCatName val="0"/>
          <c:showSerName val="0"/>
          <c:showPercent val="0"/>
          <c:showBubbleSize val="0"/>
        </c:dLbls>
        <c:gapWidth val="219"/>
        <c:overlap val="-27"/>
        <c:axId val="-1322943600"/>
        <c:axId val="-1322944144"/>
      </c:barChart>
      <c:catAx>
        <c:axId val="-1322943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2944144"/>
        <c:crosses val="autoZero"/>
        <c:auto val="1"/>
        <c:lblAlgn val="ctr"/>
        <c:lblOffset val="100"/>
        <c:noMultiLvlLbl val="0"/>
      </c:catAx>
      <c:valAx>
        <c:axId val="-1322944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294360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10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[test_outputs_data.csv]Sheet2!PivotTable20</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 of race4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Sheet2!$B$3</c:f>
              <c:strCache>
                <c:ptCount val="1"/>
                <c:pt idx="0">
                  <c:v>Total</c:v>
                </c:pt>
              </c:strCache>
            </c:strRef>
          </c:tx>
          <c:spPr>
            <a:solidFill>
              <a:schemeClr val="accent1"/>
            </a:solidFill>
            <a:ln>
              <a:noFill/>
            </a:ln>
            <a:effectLst/>
          </c:spPr>
          <c:invertIfNegative val="0"/>
          <c:cat>
            <c:strRef>
              <c:f>Sheet2!$A$4:$A$7</c:f>
              <c:strCache>
                <c:ptCount val="4"/>
                <c:pt idx="0">
                  <c:v>Asian</c:v>
                </c:pt>
                <c:pt idx="1">
                  <c:v>Black</c:v>
                </c:pt>
                <c:pt idx="2">
                  <c:v>Indian</c:v>
                </c:pt>
                <c:pt idx="3">
                  <c:v>White</c:v>
                </c:pt>
              </c:strCache>
            </c:strRef>
          </c:cat>
          <c:val>
            <c:numRef>
              <c:f>Sheet2!$B$4:$B$7</c:f>
              <c:numCache>
                <c:formatCode>General</c:formatCode>
                <c:ptCount val="4"/>
                <c:pt idx="0">
                  <c:v>352</c:v>
                </c:pt>
                <c:pt idx="1">
                  <c:v>308</c:v>
                </c:pt>
                <c:pt idx="2">
                  <c:v>168</c:v>
                </c:pt>
                <c:pt idx="3">
                  <c:v>2172</c:v>
                </c:pt>
              </c:numCache>
            </c:numRef>
          </c:val>
          <c:extLst>
            <c:ext xmlns:c16="http://schemas.microsoft.com/office/drawing/2014/chart" uri="{C3380CC4-5D6E-409C-BE32-E72D297353CC}">
              <c16:uniqueId val="{00000000-3705-41A1-B66A-E8E643076EA0}"/>
            </c:ext>
          </c:extLst>
        </c:ser>
        <c:dLbls>
          <c:showLegendKey val="0"/>
          <c:showVal val="0"/>
          <c:showCatName val="0"/>
          <c:showSerName val="0"/>
          <c:showPercent val="0"/>
          <c:showBubbleSize val="0"/>
        </c:dLbls>
        <c:gapWidth val="219"/>
        <c:overlap val="-27"/>
        <c:axId val="-1322943056"/>
        <c:axId val="-1322942512"/>
      </c:barChart>
      <c:catAx>
        <c:axId val="-1322943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2942512"/>
        <c:crosses val="autoZero"/>
        <c:auto val="1"/>
        <c:lblAlgn val="ctr"/>
        <c:lblOffset val="100"/>
        <c:noMultiLvlLbl val="0"/>
      </c:catAx>
      <c:valAx>
        <c:axId val="-13229425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294305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10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[test_outputs_data.csv]Sheet3!PivotTable23</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 of gender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Sheet3!$B$3</c:f>
              <c:strCache>
                <c:ptCount val="1"/>
                <c:pt idx="0">
                  <c:v>Total</c:v>
                </c:pt>
              </c:strCache>
            </c:strRef>
          </c:tx>
          <c:spPr>
            <a:solidFill>
              <a:schemeClr val="accent1"/>
            </a:solidFill>
            <a:ln>
              <a:noFill/>
            </a:ln>
            <a:effectLst/>
          </c:spPr>
          <c:invertIfNegative val="0"/>
          <c:cat>
            <c:strRef>
              <c:f>Sheet3!$A$4:$A$5</c:f>
              <c:strCache>
                <c:ptCount val="2"/>
                <c:pt idx="0">
                  <c:v>Female</c:v>
                </c:pt>
                <c:pt idx="1">
                  <c:v>Male</c:v>
                </c:pt>
              </c:strCache>
            </c:strRef>
          </c:cat>
          <c:val>
            <c:numRef>
              <c:f>Sheet3!$B$4:$B$5</c:f>
              <c:numCache>
                <c:formatCode>General</c:formatCode>
                <c:ptCount val="2"/>
                <c:pt idx="0">
                  <c:v>1885</c:v>
                </c:pt>
                <c:pt idx="1">
                  <c:v>1115</c:v>
                </c:pt>
              </c:numCache>
            </c:numRef>
          </c:val>
          <c:extLst>
            <c:ext xmlns:c16="http://schemas.microsoft.com/office/drawing/2014/chart" uri="{C3380CC4-5D6E-409C-BE32-E72D297353CC}">
              <c16:uniqueId val="{00000000-0F7B-4FF5-8E3E-EB02D8F318AB}"/>
            </c:ext>
          </c:extLst>
        </c:ser>
        <c:dLbls>
          <c:showLegendKey val="0"/>
          <c:showVal val="0"/>
          <c:showCatName val="0"/>
          <c:showSerName val="0"/>
          <c:showPercent val="0"/>
          <c:showBubbleSize val="0"/>
        </c:dLbls>
        <c:gapWidth val="219"/>
        <c:overlap val="-27"/>
        <c:axId val="-1322939248"/>
        <c:axId val="-1322941424"/>
      </c:barChart>
      <c:catAx>
        <c:axId val="-1322939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2941424"/>
        <c:crosses val="autoZero"/>
        <c:auto val="1"/>
        <c:lblAlgn val="ctr"/>
        <c:lblOffset val="100"/>
        <c:noMultiLvlLbl val="0"/>
      </c:catAx>
      <c:valAx>
        <c:axId val="-13229414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29392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10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[test_outputs_data.csv]Sheet4!PivotTable26</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 of 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Sheet4!$B$3</c:f>
              <c:strCache>
                <c:ptCount val="1"/>
                <c:pt idx="0">
                  <c:v>Total</c:v>
                </c:pt>
              </c:strCache>
            </c:strRef>
          </c:tx>
          <c:spPr>
            <a:solidFill>
              <a:schemeClr val="accent1"/>
            </a:solidFill>
            <a:ln>
              <a:noFill/>
            </a:ln>
            <a:effectLst/>
          </c:spPr>
          <c:invertIfNegative val="0"/>
          <c:cat>
            <c:strRef>
              <c:f>Sheet4!$A$4:$A$11</c:f>
              <c:strCache>
                <c:ptCount val="8"/>
                <c:pt idx="0">
                  <c:v>03-09</c:v>
                </c:pt>
                <c:pt idx="1">
                  <c:v>10-19-</c:v>
                </c:pt>
                <c:pt idx="2">
                  <c:v>20-29</c:v>
                </c:pt>
                <c:pt idx="3">
                  <c:v>30-39</c:v>
                </c:pt>
                <c:pt idx="4">
                  <c:v>40-49</c:v>
                </c:pt>
                <c:pt idx="5">
                  <c:v>50-59</c:v>
                </c:pt>
                <c:pt idx="6">
                  <c:v>60-69</c:v>
                </c:pt>
                <c:pt idx="7">
                  <c:v>70+</c:v>
                </c:pt>
              </c:strCache>
            </c:strRef>
          </c:cat>
          <c:val>
            <c:numRef>
              <c:f>Sheet4!$B$4:$B$11</c:f>
              <c:numCache>
                <c:formatCode>General</c:formatCode>
                <c:ptCount val="8"/>
                <c:pt idx="0">
                  <c:v>14</c:v>
                </c:pt>
                <c:pt idx="1">
                  <c:v>256</c:v>
                </c:pt>
                <c:pt idx="2">
                  <c:v>2072</c:v>
                </c:pt>
                <c:pt idx="3">
                  <c:v>283</c:v>
                </c:pt>
                <c:pt idx="4">
                  <c:v>153</c:v>
                </c:pt>
                <c:pt idx="5">
                  <c:v>98</c:v>
                </c:pt>
                <c:pt idx="6">
                  <c:v>88</c:v>
                </c:pt>
                <c:pt idx="7">
                  <c:v>36</c:v>
                </c:pt>
              </c:numCache>
            </c:numRef>
          </c:val>
          <c:extLst>
            <c:ext xmlns:c16="http://schemas.microsoft.com/office/drawing/2014/chart" uri="{C3380CC4-5D6E-409C-BE32-E72D297353CC}">
              <c16:uniqueId val="{00000000-6138-44C4-B371-18E6FB2C9C2C}"/>
            </c:ext>
          </c:extLst>
        </c:ser>
        <c:dLbls>
          <c:showLegendKey val="0"/>
          <c:showVal val="0"/>
          <c:showCatName val="0"/>
          <c:showSerName val="0"/>
          <c:showPercent val="0"/>
          <c:showBubbleSize val="0"/>
        </c:dLbls>
        <c:gapWidth val="219"/>
        <c:overlap val="-27"/>
        <c:axId val="-1322931632"/>
        <c:axId val="-1322936528"/>
      </c:barChart>
      <c:catAx>
        <c:axId val="-13229316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2936528"/>
        <c:crosses val="autoZero"/>
        <c:auto val="1"/>
        <c:lblAlgn val="ctr"/>
        <c:lblOffset val="100"/>
        <c:noMultiLvlLbl val="0"/>
      </c:catAx>
      <c:valAx>
        <c:axId val="-13229365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293163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10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Race4</c:v>
                </c:pt>
              </c:strCache>
            </c:strRef>
          </c:tx>
          <c:spPr>
            <a:solidFill>
              <a:schemeClr val="accent1"/>
            </a:solidFill>
            <a:ln>
              <a:noFill/>
            </a:ln>
            <a:effectLst/>
          </c:spPr>
          <c:invertIfNegative val="0"/>
          <c:cat>
            <c:strRef>
              <c:f>Sheet2!$D$4:$D$7</c:f>
              <c:strCache>
                <c:ptCount val="4"/>
                <c:pt idx="0">
                  <c:v>Asian</c:v>
                </c:pt>
                <c:pt idx="1">
                  <c:v>Black</c:v>
                </c:pt>
                <c:pt idx="2">
                  <c:v>Indian</c:v>
                </c:pt>
                <c:pt idx="3">
                  <c:v>White</c:v>
                </c:pt>
              </c:strCache>
            </c:strRef>
          </c:cat>
          <c:val>
            <c:numRef>
              <c:f>Sheet2!$E$4:$E$7</c:f>
              <c:numCache>
                <c:formatCode>General</c:formatCode>
                <c:ptCount val="4"/>
                <c:pt idx="0">
                  <c:v>3318</c:v>
                </c:pt>
                <c:pt idx="1">
                  <c:v>1743</c:v>
                </c:pt>
                <c:pt idx="2">
                  <c:v>2328</c:v>
                </c:pt>
                <c:pt idx="3">
                  <c:v>3565</c:v>
                </c:pt>
              </c:numCache>
            </c:numRef>
          </c:val>
          <c:extLst>
            <c:ext xmlns:c16="http://schemas.microsoft.com/office/drawing/2014/chart" uri="{C3380CC4-5D6E-409C-BE32-E72D297353CC}">
              <c16:uniqueId val="{00000000-0BAD-4D7F-BCC7-5B3AC1382B0D}"/>
            </c:ext>
          </c:extLst>
        </c:ser>
        <c:dLbls>
          <c:showLegendKey val="0"/>
          <c:showVal val="0"/>
          <c:showCatName val="0"/>
          <c:showSerName val="0"/>
          <c:showPercent val="0"/>
          <c:showBubbleSize val="0"/>
        </c:dLbls>
        <c:gapWidth val="219"/>
        <c:overlap val="-27"/>
        <c:axId val="1978517984"/>
        <c:axId val="1978518400"/>
      </c:barChart>
      <c:catAx>
        <c:axId val="1978517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78518400"/>
        <c:crosses val="autoZero"/>
        <c:auto val="1"/>
        <c:lblAlgn val="ctr"/>
        <c:lblOffset val="100"/>
        <c:noMultiLvlLbl val="0"/>
      </c:catAx>
      <c:valAx>
        <c:axId val="19785184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785179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Race</c:v>
                </c:pt>
              </c:strCache>
            </c:strRef>
          </c:tx>
          <c:spPr>
            <a:solidFill>
              <a:schemeClr val="accent1"/>
            </a:solidFill>
            <a:ln>
              <a:noFill/>
            </a:ln>
            <a:effectLst/>
          </c:spPr>
          <c:invertIfNegative val="0"/>
          <c:cat>
            <c:strRef>
              <c:f>Sheet3!$D$4:$D$10</c:f>
              <c:strCache>
                <c:ptCount val="7"/>
                <c:pt idx="0">
                  <c:v>Black</c:v>
                </c:pt>
                <c:pt idx="1">
                  <c:v>East Asian</c:v>
                </c:pt>
                <c:pt idx="2">
                  <c:v>Indian</c:v>
                </c:pt>
                <c:pt idx="3">
                  <c:v>Latino_Hispanic</c:v>
                </c:pt>
                <c:pt idx="4">
                  <c:v>Middle Eastern</c:v>
                </c:pt>
                <c:pt idx="5">
                  <c:v>Southeast Asian</c:v>
                </c:pt>
                <c:pt idx="6">
                  <c:v>White</c:v>
                </c:pt>
              </c:strCache>
            </c:strRef>
          </c:cat>
          <c:val>
            <c:numRef>
              <c:f>Sheet3!$E$4:$E$10</c:f>
              <c:numCache>
                <c:formatCode>General</c:formatCode>
                <c:ptCount val="7"/>
                <c:pt idx="0">
                  <c:v>2011</c:v>
                </c:pt>
                <c:pt idx="1">
                  <c:v>1525</c:v>
                </c:pt>
                <c:pt idx="2">
                  <c:v>604</c:v>
                </c:pt>
                <c:pt idx="3">
                  <c:v>2445</c:v>
                </c:pt>
                <c:pt idx="4">
                  <c:v>909</c:v>
                </c:pt>
                <c:pt idx="5">
                  <c:v>1705</c:v>
                </c:pt>
                <c:pt idx="6">
                  <c:v>1755</c:v>
                </c:pt>
              </c:numCache>
            </c:numRef>
          </c:val>
          <c:extLst>
            <c:ext xmlns:c16="http://schemas.microsoft.com/office/drawing/2014/chart" uri="{C3380CC4-5D6E-409C-BE32-E72D297353CC}">
              <c16:uniqueId val="{00000000-9949-4FEF-9F15-4DA96595E615}"/>
            </c:ext>
          </c:extLst>
        </c:ser>
        <c:dLbls>
          <c:showLegendKey val="0"/>
          <c:showVal val="0"/>
          <c:showCatName val="0"/>
          <c:showSerName val="0"/>
          <c:showPercent val="0"/>
          <c:showBubbleSize val="0"/>
        </c:dLbls>
        <c:gapWidth val="219"/>
        <c:overlap val="-27"/>
        <c:axId val="2091096272"/>
        <c:axId val="2091092944"/>
      </c:barChart>
      <c:catAx>
        <c:axId val="2091096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91092944"/>
        <c:crosses val="autoZero"/>
        <c:auto val="1"/>
        <c:lblAlgn val="ctr"/>
        <c:lblOffset val="100"/>
        <c:noMultiLvlLbl val="0"/>
      </c:catAx>
      <c:valAx>
        <c:axId val="20910929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910962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Gender</c:v>
                </c:pt>
              </c:strCache>
            </c:strRef>
          </c:tx>
          <c:spPr>
            <a:solidFill>
              <a:schemeClr val="accent1"/>
            </a:solidFill>
            <a:ln>
              <a:noFill/>
            </a:ln>
            <a:effectLst/>
          </c:spPr>
          <c:invertIfNegative val="0"/>
          <c:cat>
            <c:strRef>
              <c:f>Sheet4!$D$4:$D$5</c:f>
              <c:strCache>
                <c:ptCount val="2"/>
                <c:pt idx="0">
                  <c:v>Female</c:v>
                </c:pt>
                <c:pt idx="1">
                  <c:v>Male</c:v>
                </c:pt>
              </c:strCache>
            </c:strRef>
          </c:cat>
          <c:val>
            <c:numRef>
              <c:f>Sheet4!$E$4:$E$5</c:f>
              <c:numCache>
                <c:formatCode>General</c:formatCode>
                <c:ptCount val="2"/>
                <c:pt idx="0">
                  <c:v>5436</c:v>
                </c:pt>
                <c:pt idx="1">
                  <c:v>5518</c:v>
                </c:pt>
              </c:numCache>
            </c:numRef>
          </c:val>
          <c:extLst>
            <c:ext xmlns:c16="http://schemas.microsoft.com/office/drawing/2014/chart" uri="{C3380CC4-5D6E-409C-BE32-E72D297353CC}">
              <c16:uniqueId val="{00000000-21BC-4459-B68C-2A35B62DC166}"/>
            </c:ext>
          </c:extLst>
        </c:ser>
        <c:dLbls>
          <c:showLegendKey val="0"/>
          <c:showVal val="0"/>
          <c:showCatName val="0"/>
          <c:showSerName val="0"/>
          <c:showPercent val="0"/>
          <c:showBubbleSize val="0"/>
        </c:dLbls>
        <c:gapWidth val="219"/>
        <c:overlap val="-27"/>
        <c:axId val="1993870688"/>
        <c:axId val="1993864032"/>
      </c:barChart>
      <c:catAx>
        <c:axId val="1993870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93864032"/>
        <c:crosses val="autoZero"/>
        <c:auto val="1"/>
        <c:lblAlgn val="ctr"/>
        <c:lblOffset val="100"/>
        <c:noMultiLvlLbl val="0"/>
      </c:catAx>
      <c:valAx>
        <c:axId val="19938640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9387068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Sheet5!$E$3</c:f>
              <c:strCache>
                <c:ptCount val="1"/>
                <c:pt idx="0">
                  <c:v>Age</c:v>
                </c:pt>
              </c:strCache>
            </c:strRef>
          </c:tx>
          <c:spPr>
            <a:solidFill>
              <a:schemeClr val="accent1"/>
            </a:solidFill>
            <a:ln>
              <a:noFill/>
            </a:ln>
            <a:effectLst/>
          </c:spPr>
          <c:invertIfNegative val="0"/>
          <c:cat>
            <c:strRef>
              <c:f>Sheet5!$D$4:$D$12</c:f>
              <c:strCache>
                <c:ptCount val="9"/>
                <c:pt idx="0">
                  <c:v>0-2</c:v>
                </c:pt>
                <c:pt idx="1">
                  <c:v>03-09_</c:v>
                </c:pt>
                <c:pt idx="2">
                  <c:v>10-19_</c:v>
                </c:pt>
                <c:pt idx="3">
                  <c:v>20-29</c:v>
                </c:pt>
                <c:pt idx="4">
                  <c:v>30-39</c:v>
                </c:pt>
                <c:pt idx="5">
                  <c:v>40-49</c:v>
                </c:pt>
                <c:pt idx="6">
                  <c:v>50-59</c:v>
                </c:pt>
                <c:pt idx="7">
                  <c:v>60-69</c:v>
                </c:pt>
                <c:pt idx="8">
                  <c:v>70+</c:v>
                </c:pt>
              </c:strCache>
            </c:strRef>
          </c:cat>
          <c:val>
            <c:numRef>
              <c:f>Sheet5!$E$4:$E$12</c:f>
              <c:numCache>
                <c:formatCode>General</c:formatCode>
                <c:ptCount val="9"/>
                <c:pt idx="0">
                  <c:v>246</c:v>
                </c:pt>
                <c:pt idx="1">
                  <c:v>1391</c:v>
                </c:pt>
                <c:pt idx="2">
                  <c:v>1052</c:v>
                </c:pt>
                <c:pt idx="3">
                  <c:v>2612</c:v>
                </c:pt>
                <c:pt idx="4">
                  <c:v>2163</c:v>
                </c:pt>
                <c:pt idx="5">
                  <c:v>1854</c:v>
                </c:pt>
                <c:pt idx="6">
                  <c:v>1153</c:v>
                </c:pt>
                <c:pt idx="7">
                  <c:v>440</c:v>
                </c:pt>
                <c:pt idx="8">
                  <c:v>43</c:v>
                </c:pt>
              </c:numCache>
            </c:numRef>
          </c:val>
          <c:extLst>
            <c:ext xmlns:c16="http://schemas.microsoft.com/office/drawing/2014/chart" uri="{C3380CC4-5D6E-409C-BE32-E72D297353CC}">
              <c16:uniqueId val="{00000000-AEC7-49CA-A73E-075B2261348A}"/>
            </c:ext>
          </c:extLst>
        </c:ser>
        <c:dLbls>
          <c:showLegendKey val="0"/>
          <c:showVal val="0"/>
          <c:showCatName val="0"/>
          <c:showSerName val="0"/>
          <c:showPercent val="0"/>
          <c:showBubbleSize val="0"/>
        </c:dLbls>
        <c:gapWidth val="219"/>
        <c:overlap val="-27"/>
        <c:axId val="126790176"/>
        <c:axId val="126786432"/>
      </c:barChart>
      <c:catAx>
        <c:axId val="1267901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6786432"/>
        <c:crosses val="autoZero"/>
        <c:auto val="1"/>
        <c:lblAlgn val="ctr"/>
        <c:lblOffset val="100"/>
        <c:noMultiLvlLbl val="0"/>
      </c:catAx>
      <c:valAx>
        <c:axId val="1267864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679017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withinLinear" id="14">
  <a:schemeClr val="accent1"/>
</cs:colorStyle>
</file>

<file path=ppt/charts/colors37.xml><?xml version="1.0" encoding="utf-8"?>
<cs:colorStyle xmlns:cs="http://schemas.microsoft.com/office/drawing/2012/chartStyle" xmlns:a="http://schemas.openxmlformats.org/drawingml/2006/main" meth="withinLinear" id="14">
  <a:schemeClr val="accent1"/>
</cs:colorStyle>
</file>

<file path=ppt/charts/colors38.xml><?xml version="1.0" encoding="utf-8"?>
<cs:colorStyle xmlns:cs="http://schemas.microsoft.com/office/drawing/2012/chartStyle" xmlns:a="http://schemas.openxmlformats.org/drawingml/2006/main" meth="withinLinear" id="14">
  <a:schemeClr val="accent1"/>
</cs:colorStyle>
</file>

<file path=ppt/charts/colors39.xml><?xml version="1.0" encoding="utf-8"?>
<cs:colorStyle xmlns:cs="http://schemas.microsoft.com/office/drawing/2012/chartStyle" xmlns:a="http://schemas.openxmlformats.org/drawingml/2006/main" meth="withinLinear" id="14">
  <a:schemeClr val="accent1"/>
</cs:colorStyle>
</file>

<file path=ppt/charts/colors40.xml><?xml version="1.0" encoding="utf-8"?>
<cs:colorStyle xmlns:cs="http://schemas.microsoft.com/office/drawing/2012/chartStyle" xmlns:a="http://schemas.openxmlformats.org/drawingml/2006/main" meth="withinLinear" id="14">
  <a:schemeClr val="accent1"/>
</cs:colorStyle>
</file>

<file path=ppt/charts/colors41.xml><?xml version="1.0" encoding="utf-8"?>
<cs:colorStyle xmlns:cs="http://schemas.microsoft.com/office/drawing/2012/chartStyle" xmlns:a="http://schemas.openxmlformats.org/drawingml/2006/main" meth="withinLinear" id="14">
  <a:schemeClr val="accent1"/>
</cs:colorStyle>
</file>

<file path=ppt/charts/colors42.xml><?xml version="1.0" encoding="utf-8"?>
<cs:colorStyle xmlns:cs="http://schemas.microsoft.com/office/drawing/2012/chartStyle" xmlns:a="http://schemas.openxmlformats.org/drawingml/2006/main" meth="withinLinear" id="14">
  <a:schemeClr val="accent1"/>
</cs:colorStyle>
</file>

<file path=ppt/charts/colors43.xml><?xml version="1.0" encoding="utf-8"?>
<cs:colorStyle xmlns:cs="http://schemas.microsoft.com/office/drawing/2012/chartStyle" xmlns:a="http://schemas.openxmlformats.org/drawingml/2006/main" meth="withinLinear" id="14">
  <a:schemeClr val="accent1"/>
</cs:colorStyle>
</file>

<file path=ppt/charts/colors44.xml><?xml version="1.0" encoding="utf-8"?>
<cs:colorStyle xmlns:cs="http://schemas.microsoft.com/office/drawing/2012/chartStyle" xmlns:a="http://schemas.openxmlformats.org/drawingml/2006/main" meth="withinLinear" id="14">
  <a:schemeClr val="accent1"/>
</cs:colorStyle>
</file>

<file path=ppt/charts/colors45.xml><?xml version="1.0" encoding="utf-8"?>
<cs:colorStyle xmlns:cs="http://schemas.microsoft.com/office/drawing/2012/chartStyle" xmlns:a="http://schemas.openxmlformats.org/drawingml/2006/main" meth="withinLinear" id="14">
  <a:schemeClr val="accent1"/>
</cs:colorStyle>
</file>

<file path=ppt/charts/colors46.xml><?xml version="1.0" encoding="utf-8"?>
<cs:colorStyle xmlns:cs="http://schemas.microsoft.com/office/drawing/2012/chartStyle" xmlns:a="http://schemas.openxmlformats.org/drawingml/2006/main" meth="withinLinear" id="14">
  <a:schemeClr val="accent1"/>
</cs:colorStyle>
</file>

<file path=ppt/charts/colors47.xml><?xml version="1.0" encoding="utf-8"?>
<cs:colorStyle xmlns:cs="http://schemas.microsoft.com/office/drawing/2012/chartStyle" xmlns:a="http://schemas.openxmlformats.org/drawingml/2006/main" meth="withinLinear" id="14">
  <a:schemeClr val="accent1"/>
</cs:colorStyle>
</file>

<file path=ppt/charts/colors4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6.xml><?xml version="1.0" encoding="utf-8"?>
<cs:colorStyle xmlns:cs="http://schemas.microsoft.com/office/drawing/2012/chartStyle" xmlns:a="http://schemas.openxmlformats.org/drawingml/2006/main" meth="withinLinear" id="14">
  <a:schemeClr val="accent1"/>
</cs:colorStyle>
</file>

<file path=ppt/charts/colors57.xml><?xml version="1.0" encoding="utf-8"?>
<cs:colorStyle xmlns:cs="http://schemas.microsoft.com/office/drawing/2012/chartStyle" xmlns:a="http://schemas.openxmlformats.org/drawingml/2006/main" meth="withinLinear" id="14">
  <a:schemeClr val="accent1"/>
</cs:colorStyle>
</file>

<file path=ppt/charts/colors58.xml><?xml version="1.0" encoding="utf-8"?>
<cs:colorStyle xmlns:cs="http://schemas.microsoft.com/office/drawing/2012/chartStyle" xmlns:a="http://schemas.openxmlformats.org/drawingml/2006/main" meth="withinLinear" id="14">
  <a:schemeClr val="accent1"/>
</cs:colorStyle>
</file>

<file path=ppt/charts/colors59.xml><?xml version="1.0" encoding="utf-8"?>
<cs:colorStyle xmlns:cs="http://schemas.microsoft.com/office/drawing/2012/chartStyle" xmlns:a="http://schemas.openxmlformats.org/drawingml/2006/main" meth="withinLinear" id="14">
  <a:schemeClr val="accent1"/>
</cs:colorStyle>
</file>

<file path=ppt/charts/colors60.xml><?xml version="1.0" encoding="utf-8"?>
<cs:colorStyle xmlns:cs="http://schemas.microsoft.com/office/drawing/2012/chartStyle" xmlns:a="http://schemas.openxmlformats.org/drawingml/2006/main" meth="withinLinear" id="14">
  <a:schemeClr val="accent1"/>
</cs:colorStyle>
</file>

<file path=ppt/charts/colors61.xml><?xml version="1.0" encoding="utf-8"?>
<cs:colorStyle xmlns:cs="http://schemas.microsoft.com/office/drawing/2012/chartStyle" xmlns:a="http://schemas.openxmlformats.org/drawingml/2006/main" meth="withinLinear" id="14">
  <a:schemeClr val="accent1"/>
</cs:colorStyle>
</file>

<file path=ppt/charts/colors62.xml><?xml version="1.0" encoding="utf-8"?>
<cs:colorStyle xmlns:cs="http://schemas.microsoft.com/office/drawing/2012/chartStyle" xmlns:a="http://schemas.openxmlformats.org/drawingml/2006/main" meth="withinLinear" id="14">
  <a:schemeClr val="accent1"/>
</cs:colorStyle>
</file>

<file path=ppt/charts/colors63.xml><?xml version="1.0" encoding="utf-8"?>
<cs:colorStyle xmlns:cs="http://schemas.microsoft.com/office/drawing/2012/chartStyle" xmlns:a="http://schemas.openxmlformats.org/drawingml/2006/main" meth="withinLinear" id="14">
  <a:schemeClr val="accent1"/>
</cs:colorStyle>
</file>

<file path=ppt/charts/colors64.xml><?xml version="1.0" encoding="utf-8"?>
<cs:colorStyle xmlns:cs="http://schemas.microsoft.com/office/drawing/2012/chartStyle" xmlns:a="http://schemas.openxmlformats.org/drawingml/2006/main" meth="withinLinear" id="14">
  <a:schemeClr val="accent1"/>
</cs:colorStyle>
</file>

<file path=ppt/charts/colors6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E9DB346-41A7-4E73-A0DA-000F1C5CB949}" type="datetimeFigureOut">
              <a:rPr lang="en-US" smtClean="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49794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DB346-41A7-4E73-A0DA-000F1C5CB949}" type="datetimeFigureOut">
              <a:rPr lang="en-US" smtClean="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380634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9DB346-41A7-4E73-A0DA-000F1C5CB949}" type="datetimeFigureOut">
              <a:rPr lang="en-US" smtClean="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756117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E9DB346-41A7-4E73-A0DA-000F1C5CB949}" type="datetimeFigureOut">
              <a:rPr lang="en-US" smtClean="0"/>
              <a:t>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110989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E9DB346-41A7-4E73-A0DA-000F1C5CB949}" type="datetimeFigureOut">
              <a:rPr lang="en-US" smtClean="0"/>
              <a:t>1/17/2024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181972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E9DB346-41A7-4E73-A0DA-000F1C5CB949}" type="datetimeFigureOut">
              <a:rPr lang="en-US" smtClean="0"/>
              <a:t>1/17/2024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3209322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9DB346-41A7-4E73-A0DA-000F1C5CB949}" type="datetimeFigureOut">
              <a:rPr lang="en-US" smtClean="0"/>
              <a:t>1/17/2024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352619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9DB346-41A7-4E73-A0DA-000F1C5CB949}" type="datetimeFigureOut">
              <a:rPr lang="en-US" smtClean="0"/>
              <a:t>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3356021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9DB346-41A7-4E73-A0DA-000F1C5CB949}" type="datetimeFigureOut">
              <a:rPr lang="en-US" smtClean="0"/>
              <a:t>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615001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DB346-41A7-4E73-A0DA-000F1C5CB949}" type="datetimeFigureOut">
              <a:rPr lang="en-US" smtClean="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504049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DB346-41A7-4E73-A0DA-000F1C5CB949}" type="datetimeFigureOut">
              <a:rPr lang="en-US" smtClean="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1655324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9DB346-41A7-4E73-A0DA-000F1C5CB949}" type="datetimeFigureOut">
              <a:rPr lang="en-US" smtClean="0"/>
              <a:t>1/17/2024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7092D3-77BC-41A3-AF67-2B908B160195}" type="slidenum">
              <a:rPr lang="en-US" smtClean="0"/>
              <a:t>‹#›</a:t>
            </a:fld>
            <a:endParaRPr lang="en-US"/>
          </a:p>
        </p:txBody>
      </p:sp>
    </p:spTree>
    <p:extLst>
      <p:ext uri="{BB962C8B-B14F-4D97-AF65-F5344CB8AC3E}">
        <p14:creationId xmlns:p14="http://schemas.microsoft.com/office/powerpoint/2010/main" val="4104587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7.xml"/><Relationship Id="rId4" Type="http://schemas.openxmlformats.org/officeDocument/2006/relationships/chart" Target="../charts/chart8.xml"/></Relationships>
</file>

<file path=ppt/slides/_rels/slide1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7.xml"/><Relationship Id="rId4" Type="http://schemas.openxmlformats.org/officeDocument/2006/relationships/chart" Target="../charts/chart13.xml"/></Relationships>
</file>

<file path=ppt/slides/_rels/slide16.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chart" Target="../charts/chart16.xml"/><Relationship Id="rId1" Type="http://schemas.openxmlformats.org/officeDocument/2006/relationships/slideLayout" Target="../slideLayouts/slideLayout7.xml"/><Relationship Id="rId4" Type="http://schemas.openxmlformats.org/officeDocument/2006/relationships/chart" Target="../charts/chart18.xml"/></Relationships>
</file>

<file path=ppt/slides/_rels/slide18.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chart" Target="../charts/chart19.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chart" Target="../charts/chart21.xml"/><Relationship Id="rId1" Type="http://schemas.openxmlformats.org/officeDocument/2006/relationships/slideLayout" Target="../slideLayouts/slideLayout7.xml"/><Relationship Id="rId4" Type="http://schemas.openxmlformats.org/officeDocument/2006/relationships/chart" Target="../charts/chart23.xml"/></Relationships>
</file>

<file path=ppt/slides/_rels/slide22.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chart" Target="../charts/chart2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chart" Target="../charts/chart26.xml"/><Relationship Id="rId1" Type="http://schemas.openxmlformats.org/officeDocument/2006/relationships/slideLayout" Target="../slideLayouts/slideLayout7.xml"/><Relationship Id="rId4" Type="http://schemas.openxmlformats.org/officeDocument/2006/relationships/chart" Target="../charts/chart28.xml"/></Relationships>
</file>

<file path=ppt/slides/_rels/slide28.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chart" Target="../charts/chart29.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3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8.jpg"/></Relationships>
</file>

<file path=ppt/slides/_rels/slide3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chart" Target="../charts/chart32.xml"/><Relationship Id="rId2" Type="http://schemas.openxmlformats.org/officeDocument/2006/relationships/chart" Target="../charts/chart31.xml"/><Relationship Id="rId1" Type="http://schemas.openxmlformats.org/officeDocument/2006/relationships/slideLayout" Target="../slideLayouts/slideLayout7.xml"/><Relationship Id="rId4" Type="http://schemas.openxmlformats.org/officeDocument/2006/relationships/chart" Target="../charts/chart33.xml"/></Relationships>
</file>

<file path=ppt/slides/_rels/slide33.xml.rels><?xml version="1.0" encoding="UTF-8" standalone="yes"?>
<Relationships xmlns="http://schemas.openxmlformats.org/package/2006/relationships"><Relationship Id="rId3" Type="http://schemas.openxmlformats.org/officeDocument/2006/relationships/chart" Target="../charts/chart35.xml"/><Relationship Id="rId2" Type="http://schemas.openxmlformats.org/officeDocument/2006/relationships/chart" Target="../charts/chart34.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chart" Target="../charts/chart37.xml"/><Relationship Id="rId2" Type="http://schemas.openxmlformats.org/officeDocument/2006/relationships/chart" Target="../charts/chart36.xml"/><Relationship Id="rId1" Type="http://schemas.openxmlformats.org/officeDocument/2006/relationships/slideLayout" Target="../slideLayouts/slideLayout7.xml"/><Relationship Id="rId5" Type="http://schemas.openxmlformats.org/officeDocument/2006/relationships/chart" Target="../charts/chart39.xml"/><Relationship Id="rId4" Type="http://schemas.openxmlformats.org/officeDocument/2006/relationships/chart" Target="../charts/chart38.xml"/></Relationships>
</file>

<file path=ppt/slides/_rels/slide36.xml.rels><?xml version="1.0" encoding="UTF-8" standalone="yes"?>
<Relationships xmlns="http://schemas.openxmlformats.org/package/2006/relationships"><Relationship Id="rId3" Type="http://schemas.openxmlformats.org/officeDocument/2006/relationships/chart" Target="../charts/chart41.xml"/><Relationship Id="rId2" Type="http://schemas.openxmlformats.org/officeDocument/2006/relationships/chart" Target="../charts/chart40.xml"/><Relationship Id="rId1" Type="http://schemas.openxmlformats.org/officeDocument/2006/relationships/slideLayout" Target="../slideLayouts/slideLayout7.xml"/><Relationship Id="rId5" Type="http://schemas.openxmlformats.org/officeDocument/2006/relationships/chart" Target="../charts/chart43.xml"/><Relationship Id="rId4" Type="http://schemas.openxmlformats.org/officeDocument/2006/relationships/chart" Target="../charts/chart42.xml"/></Relationships>
</file>

<file path=ppt/slides/_rels/slide37.xml.rels><?xml version="1.0" encoding="UTF-8" standalone="yes"?>
<Relationships xmlns="http://schemas.openxmlformats.org/package/2006/relationships"><Relationship Id="rId3" Type="http://schemas.openxmlformats.org/officeDocument/2006/relationships/chart" Target="../charts/chart45.xml"/><Relationship Id="rId2" Type="http://schemas.openxmlformats.org/officeDocument/2006/relationships/chart" Target="../charts/chart44.xml"/><Relationship Id="rId1" Type="http://schemas.openxmlformats.org/officeDocument/2006/relationships/slideLayout" Target="../slideLayouts/slideLayout7.xml"/><Relationship Id="rId5" Type="http://schemas.openxmlformats.org/officeDocument/2006/relationships/chart" Target="../charts/chart47.xml"/><Relationship Id="rId4" Type="http://schemas.openxmlformats.org/officeDocument/2006/relationships/chart" Target="../charts/chart46.xml"/></Relationships>
</file>

<file path=ppt/slides/_rels/slide38.xml.rels><?xml version="1.0" encoding="UTF-8" standalone="yes"?>
<Relationships xmlns="http://schemas.openxmlformats.org/package/2006/relationships"><Relationship Id="rId3" Type="http://schemas.openxmlformats.org/officeDocument/2006/relationships/chart" Target="../charts/chart49.xml"/><Relationship Id="rId2" Type="http://schemas.openxmlformats.org/officeDocument/2006/relationships/chart" Target="../charts/chart48.xml"/><Relationship Id="rId1" Type="http://schemas.openxmlformats.org/officeDocument/2006/relationships/slideLayout" Target="../slideLayouts/slideLayout7.xml"/><Relationship Id="rId5" Type="http://schemas.openxmlformats.org/officeDocument/2006/relationships/chart" Target="../charts/chart51.xml"/><Relationship Id="rId4" Type="http://schemas.openxmlformats.org/officeDocument/2006/relationships/chart" Target="../charts/chart50.xml"/></Relationships>
</file>

<file path=ppt/slides/_rels/slide39.xml.rels><?xml version="1.0" encoding="UTF-8" standalone="yes"?>
<Relationships xmlns="http://schemas.openxmlformats.org/package/2006/relationships"><Relationship Id="rId3" Type="http://schemas.openxmlformats.org/officeDocument/2006/relationships/chart" Target="../charts/chart53.xml"/><Relationship Id="rId2" Type="http://schemas.openxmlformats.org/officeDocument/2006/relationships/chart" Target="../charts/chart52.xml"/><Relationship Id="rId1" Type="http://schemas.openxmlformats.org/officeDocument/2006/relationships/slideLayout" Target="../slideLayouts/slideLayout7.xml"/><Relationship Id="rId5" Type="http://schemas.openxmlformats.org/officeDocument/2006/relationships/chart" Target="../charts/chart55.xml"/><Relationship Id="rId4" Type="http://schemas.openxmlformats.org/officeDocument/2006/relationships/chart" Target="../charts/chart5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chart" Target="../charts/chart57.xml"/><Relationship Id="rId2" Type="http://schemas.openxmlformats.org/officeDocument/2006/relationships/chart" Target="../charts/chart56.xml"/><Relationship Id="rId1" Type="http://schemas.openxmlformats.org/officeDocument/2006/relationships/slideLayout" Target="../slideLayouts/slideLayout7.xml"/><Relationship Id="rId4" Type="http://schemas.openxmlformats.org/officeDocument/2006/relationships/chart" Target="../charts/chart58.xml"/></Relationships>
</file>

<file path=ppt/slides/_rels/slide42.xml.rels><?xml version="1.0" encoding="UTF-8" standalone="yes"?>
<Relationships xmlns="http://schemas.openxmlformats.org/package/2006/relationships"><Relationship Id="rId3" Type="http://schemas.openxmlformats.org/officeDocument/2006/relationships/chart" Target="../charts/chart60.xml"/><Relationship Id="rId2" Type="http://schemas.openxmlformats.org/officeDocument/2006/relationships/chart" Target="../charts/chart59.xml"/><Relationship Id="rId1" Type="http://schemas.openxmlformats.org/officeDocument/2006/relationships/slideLayout" Target="../slideLayouts/slideLayout7.xml"/><Relationship Id="rId4" Type="http://schemas.openxmlformats.org/officeDocument/2006/relationships/chart" Target="../charts/chart61.xml"/></Relationships>
</file>

<file path=ppt/slides/_rels/slide43.xml.rels><?xml version="1.0" encoding="UTF-8" standalone="yes"?>
<Relationships xmlns="http://schemas.openxmlformats.org/package/2006/relationships"><Relationship Id="rId3" Type="http://schemas.openxmlformats.org/officeDocument/2006/relationships/chart" Target="../charts/chart63.xml"/><Relationship Id="rId2" Type="http://schemas.openxmlformats.org/officeDocument/2006/relationships/chart" Target="../charts/chart62.xml"/><Relationship Id="rId1" Type="http://schemas.openxmlformats.org/officeDocument/2006/relationships/slideLayout" Target="../slideLayouts/slideLayout7.xml"/><Relationship Id="rId4" Type="http://schemas.openxmlformats.org/officeDocument/2006/relationships/chart" Target="../charts/chart64.xml"/></Relationships>
</file>

<file path=ppt/slides/_rels/slide44.xml.rels><?xml version="1.0" encoding="UTF-8" standalone="yes"?>
<Relationships xmlns="http://schemas.openxmlformats.org/package/2006/relationships"><Relationship Id="rId3" Type="http://schemas.openxmlformats.org/officeDocument/2006/relationships/chart" Target="../charts/chart66.xml"/><Relationship Id="rId2" Type="http://schemas.openxmlformats.org/officeDocument/2006/relationships/chart" Target="../charts/chart65.xml"/><Relationship Id="rId1" Type="http://schemas.openxmlformats.org/officeDocument/2006/relationships/slideLayout" Target="../slideLayouts/slideLayout7.xml"/><Relationship Id="rId4" Type="http://schemas.openxmlformats.org/officeDocument/2006/relationships/chart" Target="../charts/chart67.xml"/></Relationships>
</file>

<file path=ppt/slides/_rels/slide45.xml.rels><?xml version="1.0" encoding="UTF-8" standalone="yes"?>
<Relationships xmlns="http://schemas.openxmlformats.org/package/2006/relationships"><Relationship Id="rId3" Type="http://schemas.openxmlformats.org/officeDocument/2006/relationships/chart" Target="../charts/chart69.xml"/><Relationship Id="rId2" Type="http://schemas.openxmlformats.org/officeDocument/2006/relationships/chart" Target="../charts/chart68.xml"/><Relationship Id="rId1" Type="http://schemas.openxmlformats.org/officeDocument/2006/relationships/slideLayout" Target="../slideLayouts/slideLayout7.xml"/><Relationship Id="rId4" Type="http://schemas.openxmlformats.org/officeDocument/2006/relationships/chart" Target="../charts/chart7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chart" Target="../charts/chart72.xml"/><Relationship Id="rId2" Type="http://schemas.openxmlformats.org/officeDocument/2006/relationships/chart" Target="../charts/chart71.xml"/><Relationship Id="rId1" Type="http://schemas.openxmlformats.org/officeDocument/2006/relationships/slideLayout" Target="../slideLayouts/slideLayout7.xml"/><Relationship Id="rId5" Type="http://schemas.openxmlformats.org/officeDocument/2006/relationships/chart" Target="../charts/chart74.xml"/><Relationship Id="rId4" Type="http://schemas.openxmlformats.org/officeDocument/2006/relationships/chart" Target="../charts/chart73.xml"/></Relationships>
</file>

<file path=ppt/slides/_rels/slide48.xml.rels><?xml version="1.0" encoding="UTF-8" standalone="yes"?>
<Relationships xmlns="http://schemas.openxmlformats.org/package/2006/relationships"><Relationship Id="rId3" Type="http://schemas.openxmlformats.org/officeDocument/2006/relationships/chart" Target="../charts/chart76.xml"/><Relationship Id="rId2" Type="http://schemas.openxmlformats.org/officeDocument/2006/relationships/chart" Target="../charts/chart75.xml"/><Relationship Id="rId1" Type="http://schemas.openxmlformats.org/officeDocument/2006/relationships/slideLayout" Target="../slideLayouts/slideLayout7.xml"/><Relationship Id="rId5" Type="http://schemas.openxmlformats.org/officeDocument/2006/relationships/chart" Target="../charts/chart78.xml"/><Relationship Id="rId4" Type="http://schemas.openxmlformats.org/officeDocument/2006/relationships/chart" Target="../charts/chart77.xml"/></Relationships>
</file>

<file path=ppt/slides/_rels/slide49.xml.rels><?xml version="1.0" encoding="UTF-8" standalone="yes"?>
<Relationships xmlns="http://schemas.openxmlformats.org/package/2006/relationships"><Relationship Id="rId3" Type="http://schemas.openxmlformats.org/officeDocument/2006/relationships/chart" Target="../charts/chart80.xml"/><Relationship Id="rId2" Type="http://schemas.openxmlformats.org/officeDocument/2006/relationships/chart" Target="../charts/chart79.xml"/><Relationship Id="rId1" Type="http://schemas.openxmlformats.org/officeDocument/2006/relationships/slideLayout" Target="../slideLayouts/slideLayout7.xml"/><Relationship Id="rId5" Type="http://schemas.openxmlformats.org/officeDocument/2006/relationships/chart" Target="../charts/chart82.xml"/><Relationship Id="rId4" Type="http://schemas.openxmlformats.org/officeDocument/2006/relationships/chart" Target="../charts/chart81.xml"/></Relationships>
</file>

<file path=ppt/slides/_rels/slide50.xml.rels><?xml version="1.0" encoding="UTF-8" standalone="yes"?>
<Relationships xmlns="http://schemas.openxmlformats.org/package/2006/relationships"><Relationship Id="rId3" Type="http://schemas.openxmlformats.org/officeDocument/2006/relationships/chart" Target="../charts/chart84.xml"/><Relationship Id="rId2" Type="http://schemas.openxmlformats.org/officeDocument/2006/relationships/chart" Target="../charts/chart83.xml"/><Relationship Id="rId1" Type="http://schemas.openxmlformats.org/officeDocument/2006/relationships/slideLayout" Target="../slideLayouts/slideLayout7.xml"/><Relationship Id="rId5" Type="http://schemas.openxmlformats.org/officeDocument/2006/relationships/chart" Target="../charts/chart86.xml"/><Relationship Id="rId4" Type="http://schemas.openxmlformats.org/officeDocument/2006/relationships/chart" Target="../charts/chart85.xml"/></Relationships>
</file>

<file path=ppt/slides/_rels/slide51.xml.rels><?xml version="1.0" encoding="UTF-8" standalone="yes"?>
<Relationships xmlns="http://schemas.openxmlformats.org/package/2006/relationships"><Relationship Id="rId3" Type="http://schemas.openxmlformats.org/officeDocument/2006/relationships/chart" Target="../charts/chart88.xml"/><Relationship Id="rId2" Type="http://schemas.openxmlformats.org/officeDocument/2006/relationships/chart" Target="../charts/chart87.xml"/><Relationship Id="rId1" Type="http://schemas.openxmlformats.org/officeDocument/2006/relationships/slideLayout" Target="../slideLayouts/slideLayout7.xml"/><Relationship Id="rId5" Type="http://schemas.openxmlformats.org/officeDocument/2006/relationships/chart" Target="../charts/chart90.xml"/><Relationship Id="rId4" Type="http://schemas.openxmlformats.org/officeDocument/2006/relationships/chart" Target="../charts/chart89.xml"/></Relationships>
</file>

<file path=ppt/slides/_rels/slide52.xml.rels><?xml version="1.0" encoding="UTF-8" standalone="yes"?>
<Relationships xmlns="http://schemas.openxmlformats.org/package/2006/relationships"><Relationship Id="rId3" Type="http://schemas.openxmlformats.org/officeDocument/2006/relationships/chart" Target="../charts/chart92.xml"/><Relationship Id="rId2" Type="http://schemas.openxmlformats.org/officeDocument/2006/relationships/chart" Target="../charts/chart91.xml"/><Relationship Id="rId1" Type="http://schemas.openxmlformats.org/officeDocument/2006/relationships/slideLayout" Target="../slideLayouts/slideLayout7.xml"/><Relationship Id="rId5" Type="http://schemas.openxmlformats.org/officeDocument/2006/relationships/chart" Target="../charts/chart94.xml"/><Relationship Id="rId4" Type="http://schemas.openxmlformats.org/officeDocument/2006/relationships/chart" Target="../charts/chart93.xml"/></Relationships>
</file>

<file path=ppt/slides/_rels/slide53.xml.rels><?xml version="1.0" encoding="UTF-8" standalone="yes"?>
<Relationships xmlns="http://schemas.openxmlformats.org/package/2006/relationships"><Relationship Id="rId3" Type="http://schemas.openxmlformats.org/officeDocument/2006/relationships/chart" Target="../charts/chart96.xml"/><Relationship Id="rId2" Type="http://schemas.openxmlformats.org/officeDocument/2006/relationships/chart" Target="../charts/chart95.xml"/><Relationship Id="rId1" Type="http://schemas.openxmlformats.org/officeDocument/2006/relationships/slideLayout" Target="../slideLayouts/slideLayout7.xml"/><Relationship Id="rId5" Type="http://schemas.openxmlformats.org/officeDocument/2006/relationships/chart" Target="../charts/chart98.xml"/><Relationship Id="rId4" Type="http://schemas.openxmlformats.org/officeDocument/2006/relationships/chart" Target="../charts/chart97.xml"/></Relationships>
</file>

<file path=ppt/slides/_rels/slide54.xml.rels><?xml version="1.0" encoding="UTF-8" standalone="yes"?>
<Relationships xmlns="http://schemas.openxmlformats.org/package/2006/relationships"><Relationship Id="rId3" Type="http://schemas.openxmlformats.org/officeDocument/2006/relationships/chart" Target="../charts/chart100.xml"/><Relationship Id="rId2" Type="http://schemas.openxmlformats.org/officeDocument/2006/relationships/chart" Target="../charts/chart99.xml"/><Relationship Id="rId1" Type="http://schemas.openxmlformats.org/officeDocument/2006/relationships/slideLayout" Target="../slideLayouts/slideLayout7.xml"/><Relationship Id="rId5" Type="http://schemas.openxmlformats.org/officeDocument/2006/relationships/chart" Target="../charts/chart102.xml"/><Relationship Id="rId4" Type="http://schemas.openxmlformats.org/officeDocument/2006/relationships/chart" Target="../charts/chart101.xml"/></Relationships>
</file>

<file path=ppt/slides/_rels/slide55.xml.rels><?xml version="1.0" encoding="UTF-8" standalone="yes"?>
<Relationships xmlns="http://schemas.openxmlformats.org/package/2006/relationships"><Relationship Id="rId3" Type="http://schemas.openxmlformats.org/officeDocument/2006/relationships/chart" Target="../charts/chart104.xml"/><Relationship Id="rId2" Type="http://schemas.openxmlformats.org/officeDocument/2006/relationships/chart" Target="../charts/chart103.xml"/><Relationship Id="rId1" Type="http://schemas.openxmlformats.org/officeDocument/2006/relationships/slideLayout" Target="../slideLayouts/slideLayout7.xml"/><Relationship Id="rId5" Type="http://schemas.openxmlformats.org/officeDocument/2006/relationships/chart" Target="../charts/chart106.xml"/><Relationship Id="rId4" Type="http://schemas.openxmlformats.org/officeDocument/2006/relationships/chart" Target="../charts/chart10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AB9B3-EEB2-1593-7229-641E7A961866}"/>
              </a:ext>
            </a:extLst>
          </p:cNvPr>
          <p:cNvSpPr>
            <a:spLocks noGrp="1"/>
          </p:cNvSpPr>
          <p:nvPr>
            <p:ph type="ctrTitle"/>
          </p:nvPr>
        </p:nvSpPr>
        <p:spPr>
          <a:xfrm>
            <a:off x="1524000" y="1971448"/>
            <a:ext cx="9122229" cy="2387600"/>
          </a:xfrm>
        </p:spPr>
        <p:txBody>
          <a:bodyPr>
            <a:normAutofit/>
          </a:bodyPr>
          <a:lstStyle/>
          <a:p>
            <a:r>
              <a:rPr lang="en-IN" dirty="0"/>
              <a:t>Identification of Bias in Diffusion Models	</a:t>
            </a:r>
          </a:p>
        </p:txBody>
      </p:sp>
    </p:spTree>
    <p:extLst>
      <p:ext uri="{BB962C8B-B14F-4D97-AF65-F5344CB8AC3E}">
        <p14:creationId xmlns:p14="http://schemas.microsoft.com/office/powerpoint/2010/main" val="2487788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lstStyle/>
          <a:p>
            <a:pPr algn="just">
              <a:lnSpc>
                <a:spcPct val="150000"/>
              </a:lnSpc>
            </a:pPr>
            <a:r>
              <a:rPr lang="en-IN" dirty="0">
                <a:solidFill>
                  <a:schemeClr val="accent1">
                    <a:lumMod val="50000"/>
                  </a:schemeClr>
                </a:solidFill>
              </a:rPr>
              <a:t>Can we identify bias in Diffusion generative models?</a:t>
            </a:r>
          </a:p>
          <a:p>
            <a:pPr algn="just">
              <a:lnSpc>
                <a:spcPct val="150000"/>
              </a:lnSpc>
            </a:pPr>
            <a:r>
              <a:rPr lang="en-IN" dirty="0">
                <a:solidFill>
                  <a:schemeClr val="accent1">
                    <a:lumMod val="50000"/>
                  </a:schemeClr>
                </a:solidFill>
              </a:rPr>
              <a:t>Why is there bias in the models?</a:t>
            </a:r>
          </a:p>
          <a:p>
            <a:pPr lvl="1" algn="just">
              <a:lnSpc>
                <a:spcPct val="150000"/>
              </a:lnSpc>
            </a:pPr>
            <a:r>
              <a:rPr lang="en-IN" dirty="0">
                <a:solidFill>
                  <a:schemeClr val="accent1">
                    <a:lumMod val="50000"/>
                  </a:schemeClr>
                </a:solidFill>
              </a:rPr>
              <a:t>Data bias, Annotator bias, Model bias</a:t>
            </a:r>
          </a:p>
          <a:p>
            <a:pPr algn="just">
              <a:lnSpc>
                <a:spcPct val="150000"/>
              </a:lnSpc>
            </a:pPr>
            <a:r>
              <a:rPr lang="en-IN" dirty="0">
                <a:solidFill>
                  <a:srgbClr val="FF0000"/>
                </a:solidFill>
              </a:rPr>
              <a:t>What is the metric to measure bias in models?</a:t>
            </a:r>
          </a:p>
          <a:p>
            <a:pPr algn="just">
              <a:lnSpc>
                <a:spcPct val="150000"/>
              </a:lnSpc>
            </a:pPr>
            <a:r>
              <a:rPr lang="en-IN" dirty="0">
                <a:solidFill>
                  <a:srgbClr val="FF0000"/>
                </a:solidFill>
              </a:rPr>
              <a:t>Bias mitigation techniques</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Structure of Work</a:t>
            </a:r>
          </a:p>
        </p:txBody>
      </p:sp>
    </p:spTree>
    <p:extLst>
      <p:ext uri="{BB962C8B-B14F-4D97-AF65-F5344CB8AC3E}">
        <p14:creationId xmlns:p14="http://schemas.microsoft.com/office/powerpoint/2010/main" val="3272196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Ex:</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Sources of Bias: Dataset Bias</a:t>
            </a:r>
          </a:p>
        </p:txBody>
      </p:sp>
    </p:spTree>
    <p:extLst>
      <p:ext uri="{BB962C8B-B14F-4D97-AF65-F5344CB8AC3E}">
        <p14:creationId xmlns:p14="http://schemas.microsoft.com/office/powerpoint/2010/main" val="268647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Annotator bias (out group homogeneity)</a:t>
            </a:r>
          </a:p>
          <a:p>
            <a:pPr algn="just">
              <a:lnSpc>
                <a:spcPct val="150000"/>
              </a:lnSpc>
            </a:pPr>
            <a:r>
              <a:rPr lang="en-IN" sz="2400" dirty="0"/>
              <a:t>It occurs when the annotator is more accurate labelling concepts she/he is familiar with</a:t>
            </a:r>
          </a:p>
          <a:p>
            <a:pPr algn="just">
              <a:lnSpc>
                <a:spcPct val="150000"/>
              </a:lnSpc>
            </a:pPr>
            <a:r>
              <a:rPr lang="en-IN" sz="2400" dirty="0"/>
              <a:t>Ex: Identifying races of people</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Sources of Bias: Annotator Bias</a:t>
            </a:r>
          </a:p>
        </p:txBody>
      </p:sp>
    </p:spTree>
    <p:extLst>
      <p:ext uri="{BB962C8B-B14F-4D97-AF65-F5344CB8AC3E}">
        <p14:creationId xmlns:p14="http://schemas.microsoft.com/office/powerpoint/2010/main" val="3719661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The statistical model displays bias when the dataset is balanced</a:t>
            </a:r>
          </a:p>
          <a:p>
            <a:pPr algn="just">
              <a:lnSpc>
                <a:spcPct val="150000"/>
              </a:lnSpc>
            </a:pPr>
            <a:r>
              <a:rPr lang="en-IN" sz="2400" dirty="0"/>
              <a:t>Ex: Usage of Empirical Risk Minimization tends to overwhelm the minority group with data from the majority group</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Sources of Bias: Model Bias</a:t>
            </a:r>
          </a:p>
        </p:txBody>
      </p:sp>
    </p:spTree>
    <p:extLst>
      <p:ext uri="{BB962C8B-B14F-4D97-AF65-F5344CB8AC3E}">
        <p14:creationId xmlns:p14="http://schemas.microsoft.com/office/powerpoint/2010/main" val="2959480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Two datasets</a:t>
            </a:r>
          </a:p>
          <a:p>
            <a:pPr lvl="1" algn="just">
              <a:lnSpc>
                <a:spcPct val="150000"/>
              </a:lnSpc>
            </a:pPr>
            <a:r>
              <a:rPr lang="en-IN" sz="2000" dirty="0" err="1"/>
              <a:t>CelebA</a:t>
            </a:r>
            <a:r>
              <a:rPr lang="en-IN" sz="2000" dirty="0"/>
              <a:t>-HQ: ~</a:t>
            </a:r>
            <a:r>
              <a:rPr lang="en-IN" sz="2000" dirty="0">
                <a:solidFill>
                  <a:srgbClr val="0070C0"/>
                </a:solidFill>
              </a:rPr>
              <a:t>27000</a:t>
            </a:r>
            <a:r>
              <a:rPr lang="en-IN" sz="2000" dirty="0"/>
              <a:t> facial training images of 256x256 dimensions</a:t>
            </a:r>
          </a:p>
          <a:p>
            <a:pPr lvl="1" algn="just">
              <a:lnSpc>
                <a:spcPct val="150000"/>
              </a:lnSpc>
            </a:pPr>
            <a:r>
              <a:rPr lang="en-IN" sz="2000" dirty="0" err="1"/>
              <a:t>Fairface</a:t>
            </a:r>
            <a:r>
              <a:rPr lang="en-IN" sz="2000" dirty="0"/>
              <a:t>: ~</a:t>
            </a:r>
            <a:r>
              <a:rPr lang="en-IN" sz="2000" dirty="0">
                <a:solidFill>
                  <a:srgbClr val="0070C0"/>
                </a:solidFill>
              </a:rPr>
              <a:t>87000</a:t>
            </a:r>
            <a:r>
              <a:rPr lang="en-IN" sz="2000" dirty="0"/>
              <a:t> facial training images of 224x224 dimensions, </a:t>
            </a:r>
            <a:r>
              <a:rPr lang="en-IN" sz="2000" dirty="0">
                <a:solidFill>
                  <a:srgbClr val="0070C0"/>
                </a:solidFill>
              </a:rPr>
              <a:t>balanced dataset</a:t>
            </a:r>
          </a:p>
          <a:p>
            <a:pPr algn="just">
              <a:lnSpc>
                <a:spcPct val="150000"/>
              </a:lnSpc>
            </a:pPr>
            <a:r>
              <a:rPr lang="en-IN" sz="2400" dirty="0"/>
              <a:t>Three models</a:t>
            </a:r>
          </a:p>
          <a:p>
            <a:pPr lvl="1" algn="just">
              <a:lnSpc>
                <a:spcPct val="150000"/>
              </a:lnSpc>
            </a:pPr>
            <a:r>
              <a:rPr lang="en-IN" sz="2000" dirty="0"/>
              <a:t>DDPM/DDIM</a:t>
            </a:r>
          </a:p>
          <a:p>
            <a:pPr lvl="1" algn="just">
              <a:lnSpc>
                <a:spcPct val="150000"/>
              </a:lnSpc>
            </a:pPr>
            <a:r>
              <a:rPr lang="en-IN" sz="2000" dirty="0"/>
              <a:t>Stable Diffusion</a:t>
            </a:r>
          </a:p>
          <a:p>
            <a:pPr lvl="1" algn="just">
              <a:lnSpc>
                <a:spcPct val="150000"/>
              </a:lnSpc>
            </a:pPr>
            <a:r>
              <a:rPr lang="en-IN" sz="2000" dirty="0"/>
              <a:t>DDGAN</a:t>
            </a:r>
          </a:p>
          <a:p>
            <a:pPr lvl="1" algn="just">
              <a:lnSpc>
                <a:spcPct val="150000"/>
              </a:lnSpc>
            </a:pPr>
            <a:endParaRPr lang="en-IN" sz="2000" dirty="0"/>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Dataset &amp; Model Bias Detection</a:t>
            </a:r>
          </a:p>
        </p:txBody>
      </p:sp>
    </p:spTree>
    <p:extLst>
      <p:ext uri="{BB962C8B-B14F-4D97-AF65-F5344CB8AC3E}">
        <p14:creationId xmlns:p14="http://schemas.microsoft.com/office/powerpoint/2010/main" val="2695453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err="1">
                <a:solidFill>
                  <a:schemeClr val="accent5">
                    <a:lumMod val="75000"/>
                  </a:schemeClr>
                </a:solidFill>
              </a:rPr>
              <a:t>CelebA</a:t>
            </a:r>
            <a:r>
              <a:rPr lang="en-US" sz="3200" u="sng" dirty="0">
                <a:solidFill>
                  <a:schemeClr val="accent5">
                    <a:lumMod val="75000"/>
                  </a:schemeClr>
                </a:solidFill>
              </a:rPr>
              <a:t>-HQ – Training dataset (27000 samples)</a:t>
            </a:r>
          </a:p>
        </p:txBody>
      </p:sp>
      <p:graphicFrame>
        <p:nvGraphicFramePr>
          <p:cNvPr id="2" name="Chart 1">
            <a:extLst>
              <a:ext uri="{FF2B5EF4-FFF2-40B4-BE49-F238E27FC236}">
                <a16:creationId xmlns:a16="http://schemas.microsoft.com/office/drawing/2014/main" id="{84A11EB6-F581-D9C8-0251-0518A7BC6151}"/>
              </a:ext>
            </a:extLst>
          </p:cNvPr>
          <p:cNvGraphicFramePr>
            <a:graphicFrameLocks/>
          </p:cNvGraphicFramePr>
          <p:nvPr>
            <p:extLst>
              <p:ext uri="{D42A27DB-BD31-4B8C-83A1-F6EECF244321}">
                <p14:modId xmlns:p14="http://schemas.microsoft.com/office/powerpoint/2010/main" val="3082939812"/>
              </p:ext>
            </p:extLst>
          </p:nvPr>
        </p:nvGraphicFramePr>
        <p:xfrm>
          <a:off x="1040674" y="854741"/>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9DBDE645-54AE-943A-FC93-B07737B39EB4}"/>
              </a:ext>
            </a:extLst>
          </p:cNvPr>
          <p:cNvGraphicFramePr>
            <a:graphicFrameLocks/>
          </p:cNvGraphicFramePr>
          <p:nvPr>
            <p:extLst>
              <p:ext uri="{D42A27DB-BD31-4B8C-83A1-F6EECF244321}">
                <p14:modId xmlns:p14="http://schemas.microsoft.com/office/powerpoint/2010/main" val="3444689407"/>
              </p:ext>
            </p:extLst>
          </p:nvPr>
        </p:nvGraphicFramePr>
        <p:xfrm>
          <a:off x="6326776" y="8547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6644CF82-0F04-1D98-301D-BA68A7C8E60D}"/>
              </a:ext>
            </a:extLst>
          </p:cNvPr>
          <p:cNvGraphicFramePr>
            <a:graphicFrameLocks/>
          </p:cNvGraphicFramePr>
          <p:nvPr>
            <p:extLst>
              <p:ext uri="{D42A27DB-BD31-4B8C-83A1-F6EECF244321}">
                <p14:modId xmlns:p14="http://schemas.microsoft.com/office/powerpoint/2010/main" val="2181964909"/>
              </p:ext>
            </p:extLst>
          </p:nvPr>
        </p:nvGraphicFramePr>
        <p:xfrm>
          <a:off x="3616960" y="3844834"/>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428390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699760" y="2121186"/>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2" name="Chart 1">
            <a:extLst>
              <a:ext uri="{FF2B5EF4-FFF2-40B4-BE49-F238E27FC236}">
                <a16:creationId xmlns:a16="http://schemas.microsoft.com/office/drawing/2014/main" id="{4A246157-E4D8-E397-7EDE-35A36EDA3DAE}"/>
              </a:ext>
            </a:extLst>
          </p:cNvPr>
          <p:cNvGraphicFramePr>
            <a:graphicFrameLocks/>
          </p:cNvGraphicFramePr>
          <p:nvPr>
            <p:extLst>
              <p:ext uri="{D42A27DB-BD31-4B8C-83A1-F6EECF244321}">
                <p14:modId xmlns:p14="http://schemas.microsoft.com/office/powerpoint/2010/main" val="2194695391"/>
              </p:ext>
            </p:extLst>
          </p:nvPr>
        </p:nvGraphicFramePr>
        <p:xfrm>
          <a:off x="6360160" y="3799086"/>
          <a:ext cx="4836160" cy="30022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12B72E8A-EA44-7031-793B-E41A708ED708}"/>
              </a:ext>
            </a:extLst>
          </p:cNvPr>
          <p:cNvGraphicFramePr>
            <a:graphicFrameLocks/>
          </p:cNvGraphicFramePr>
          <p:nvPr>
            <p:extLst>
              <p:ext uri="{D42A27DB-BD31-4B8C-83A1-F6EECF244321}">
                <p14:modId xmlns:p14="http://schemas.microsoft.com/office/powerpoint/2010/main" val="3593740649"/>
              </p:ext>
            </p:extLst>
          </p:nvPr>
        </p:nvGraphicFramePr>
        <p:xfrm>
          <a:off x="782320" y="620046"/>
          <a:ext cx="4836160" cy="300228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14125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err="1">
                <a:solidFill>
                  <a:schemeClr val="accent5">
                    <a:lumMod val="75000"/>
                  </a:schemeClr>
                </a:solidFill>
              </a:rPr>
              <a:t>Fairface</a:t>
            </a:r>
            <a:r>
              <a:rPr lang="en-US" sz="3200" u="sng" dirty="0">
                <a:solidFill>
                  <a:schemeClr val="accent5">
                    <a:lumMod val="75000"/>
                  </a:schemeClr>
                </a:solidFill>
              </a:rPr>
              <a:t> – Training dataset (86744 samples)</a:t>
            </a:r>
          </a:p>
        </p:txBody>
      </p:sp>
      <p:graphicFrame>
        <p:nvGraphicFramePr>
          <p:cNvPr id="7" name="Chart 6">
            <a:extLst>
              <a:ext uri="{FF2B5EF4-FFF2-40B4-BE49-F238E27FC236}">
                <a16:creationId xmlns:a16="http://schemas.microsoft.com/office/drawing/2014/main" id="{A4E02CF3-7672-3529-8EDF-E0594069C58D}"/>
              </a:ext>
            </a:extLst>
          </p:cNvPr>
          <p:cNvGraphicFramePr>
            <a:graphicFrameLocks/>
          </p:cNvGraphicFramePr>
          <p:nvPr>
            <p:extLst>
              <p:ext uri="{D42A27DB-BD31-4B8C-83A1-F6EECF244321}">
                <p14:modId xmlns:p14="http://schemas.microsoft.com/office/powerpoint/2010/main" val="3769450792"/>
              </p:ext>
            </p:extLst>
          </p:nvPr>
        </p:nvGraphicFramePr>
        <p:xfrm>
          <a:off x="3545840" y="3844834"/>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E5358684-4D08-D072-D231-0A59962C2B51}"/>
              </a:ext>
            </a:extLst>
          </p:cNvPr>
          <p:cNvGraphicFramePr>
            <a:graphicFrameLocks/>
          </p:cNvGraphicFramePr>
          <p:nvPr/>
        </p:nvGraphicFramePr>
        <p:xfrm>
          <a:off x="894080" y="8547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Chart 1">
            <a:extLst>
              <a:ext uri="{FF2B5EF4-FFF2-40B4-BE49-F238E27FC236}">
                <a16:creationId xmlns:a16="http://schemas.microsoft.com/office/drawing/2014/main" id="{CED6D29F-2C8B-11C3-BA74-36D4FC3E440E}"/>
              </a:ext>
            </a:extLst>
          </p:cNvPr>
          <p:cNvGraphicFramePr>
            <a:graphicFrameLocks/>
          </p:cNvGraphicFramePr>
          <p:nvPr>
            <p:extLst>
              <p:ext uri="{D42A27DB-BD31-4B8C-83A1-F6EECF244321}">
                <p14:modId xmlns:p14="http://schemas.microsoft.com/office/powerpoint/2010/main" val="3726086866"/>
              </p:ext>
            </p:extLst>
          </p:nvPr>
        </p:nvGraphicFramePr>
        <p:xfrm>
          <a:off x="6096000" y="854741"/>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20240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699760" y="2121186"/>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7" name="Chart 6">
            <a:extLst>
              <a:ext uri="{FF2B5EF4-FFF2-40B4-BE49-F238E27FC236}">
                <a16:creationId xmlns:a16="http://schemas.microsoft.com/office/drawing/2014/main" id="{93F829F9-F601-54D2-4FD0-F2A55085E23C}"/>
              </a:ext>
            </a:extLst>
          </p:cNvPr>
          <p:cNvGraphicFramePr>
            <a:graphicFrameLocks/>
          </p:cNvGraphicFramePr>
          <p:nvPr/>
        </p:nvGraphicFramePr>
        <p:xfrm>
          <a:off x="878840" y="1008476"/>
          <a:ext cx="4820920" cy="296408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BE2F5A50-FF1E-E4A5-C3BD-A48F916D035C}"/>
              </a:ext>
            </a:extLst>
          </p:cNvPr>
          <p:cNvGraphicFramePr>
            <a:graphicFrameLocks/>
          </p:cNvGraphicFramePr>
          <p:nvPr/>
        </p:nvGraphicFramePr>
        <p:xfrm>
          <a:off x="6543040" y="3633518"/>
          <a:ext cx="4820920" cy="296408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78975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fontScale="92500"/>
          </a:bodyPr>
          <a:lstStyle/>
          <a:p>
            <a:pPr algn="just">
              <a:lnSpc>
                <a:spcPct val="150000"/>
              </a:lnSpc>
            </a:pPr>
            <a:r>
              <a:rPr lang="en-IN" sz="2400" dirty="0"/>
              <a:t>The diffusion model trained on each of the dataset, and the samples generated by the model is analysed for the presence of bias across attributes such as race, gender, and age</a:t>
            </a:r>
          </a:p>
          <a:p>
            <a:pPr algn="just">
              <a:lnSpc>
                <a:spcPct val="150000"/>
              </a:lnSpc>
            </a:pPr>
            <a:r>
              <a:rPr lang="en-IN" sz="2400" dirty="0"/>
              <a:t>Training time for </a:t>
            </a:r>
            <a:r>
              <a:rPr lang="en-IN" sz="2400" dirty="0" err="1"/>
              <a:t>CelebA</a:t>
            </a:r>
            <a:r>
              <a:rPr lang="en-IN" sz="2400" dirty="0"/>
              <a:t>-HQ dataset (27000 images of 256x256 dim):</a:t>
            </a:r>
          </a:p>
          <a:p>
            <a:pPr lvl="1" algn="just">
              <a:lnSpc>
                <a:spcPct val="150000"/>
              </a:lnSpc>
            </a:pPr>
            <a:r>
              <a:rPr lang="en-IN" sz="1600" dirty="0"/>
              <a:t>Nvidia A5000 1x24 GB GPU: 30 days for 550 epochs</a:t>
            </a:r>
          </a:p>
          <a:p>
            <a:pPr lvl="1" algn="just">
              <a:lnSpc>
                <a:spcPct val="150000"/>
              </a:lnSpc>
            </a:pPr>
            <a:r>
              <a:rPr lang="en-IN" sz="1600" dirty="0"/>
              <a:t>Nvidia A100 2x80 GB GPU: 12 days for 550 epochs</a:t>
            </a:r>
          </a:p>
          <a:p>
            <a:pPr algn="just">
              <a:lnSpc>
                <a:spcPct val="150000"/>
              </a:lnSpc>
            </a:pPr>
            <a:r>
              <a:rPr lang="en-IN" sz="2400" dirty="0"/>
              <a:t>Training time for </a:t>
            </a:r>
            <a:r>
              <a:rPr lang="en-IN" sz="2400" dirty="0" err="1"/>
              <a:t>Fairface</a:t>
            </a:r>
            <a:r>
              <a:rPr lang="en-IN" sz="2400" dirty="0"/>
              <a:t> dataset (87000 images of 224x224 dim):</a:t>
            </a:r>
          </a:p>
          <a:p>
            <a:pPr lvl="1" algn="just">
              <a:lnSpc>
                <a:spcPct val="150000"/>
              </a:lnSpc>
            </a:pPr>
            <a:r>
              <a:rPr lang="en-IN" sz="1600" dirty="0" err="1"/>
              <a:t>Nvidia</a:t>
            </a:r>
            <a:r>
              <a:rPr lang="en-IN" sz="1600" dirty="0"/>
              <a:t> A100 1x80 GB GPU: 26 days for 500 epochs</a:t>
            </a:r>
          </a:p>
          <a:p>
            <a:pPr lvl="1" algn="just">
              <a:lnSpc>
                <a:spcPct val="150000"/>
              </a:lnSpc>
            </a:pPr>
            <a:r>
              <a:rPr lang="en-IN" sz="1600" dirty="0" err="1"/>
              <a:t>Nvidia</a:t>
            </a:r>
            <a:r>
              <a:rPr lang="en-IN" sz="1600" dirty="0"/>
              <a:t> A100 2x80 GB GPU: 13 days for 500 epochs</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Design</a:t>
            </a:r>
          </a:p>
        </p:txBody>
      </p:sp>
    </p:spTree>
    <p:extLst>
      <p:ext uri="{BB962C8B-B14F-4D97-AF65-F5344CB8AC3E}">
        <p14:creationId xmlns:p14="http://schemas.microsoft.com/office/powerpoint/2010/main" val="1622650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Design</a:t>
            </a:r>
          </a:p>
        </p:txBody>
      </p:sp>
      <p:sp>
        <p:nvSpPr>
          <p:cNvPr id="2" name="Oval 1">
            <a:extLst>
              <a:ext uri="{FF2B5EF4-FFF2-40B4-BE49-F238E27FC236}">
                <a16:creationId xmlns:a16="http://schemas.microsoft.com/office/drawing/2014/main" id="{9B0ED07B-2B61-4815-6EDE-DBCB9C8CB418}"/>
              </a:ext>
            </a:extLst>
          </p:cNvPr>
          <p:cNvSpPr/>
          <p:nvPr/>
        </p:nvSpPr>
        <p:spPr>
          <a:xfrm>
            <a:off x="2695872" y="2411492"/>
            <a:ext cx="772160" cy="772160"/>
          </a:xfrm>
          <a:prstGeom prst="ellipse">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lumMod val="95000"/>
                    <a:lumOff val="5000"/>
                  </a:schemeClr>
                </a:solidFill>
              </a:rPr>
              <a:t>x</a:t>
            </a:r>
            <a:r>
              <a:rPr lang="en-US" baseline="-25000" dirty="0" err="1">
                <a:solidFill>
                  <a:schemeClr val="tx1">
                    <a:lumMod val="95000"/>
                    <a:lumOff val="5000"/>
                  </a:schemeClr>
                </a:solidFill>
              </a:rPr>
              <a:t>t</a:t>
            </a:r>
            <a:endParaRPr lang="en-IN" baseline="-25000" dirty="0">
              <a:solidFill>
                <a:schemeClr val="tx1">
                  <a:lumMod val="95000"/>
                  <a:lumOff val="5000"/>
                </a:schemeClr>
              </a:solidFill>
            </a:endParaRPr>
          </a:p>
        </p:txBody>
      </p:sp>
      <p:sp>
        <p:nvSpPr>
          <p:cNvPr id="3" name="Oval 2">
            <a:extLst>
              <a:ext uri="{FF2B5EF4-FFF2-40B4-BE49-F238E27FC236}">
                <a16:creationId xmlns:a16="http://schemas.microsoft.com/office/drawing/2014/main" id="{78826996-D41E-5610-7CA0-C82858EE2B9E}"/>
              </a:ext>
            </a:extLst>
          </p:cNvPr>
          <p:cNvSpPr/>
          <p:nvPr/>
        </p:nvSpPr>
        <p:spPr>
          <a:xfrm>
            <a:off x="4612640" y="2387600"/>
            <a:ext cx="772160" cy="772160"/>
          </a:xfrm>
          <a:prstGeom prst="ellipse">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x</a:t>
            </a:r>
            <a:r>
              <a:rPr lang="en-US" baseline="-25000" dirty="0">
                <a:solidFill>
                  <a:schemeClr val="tx1">
                    <a:lumMod val="95000"/>
                    <a:lumOff val="5000"/>
                  </a:schemeClr>
                </a:solidFill>
              </a:rPr>
              <a:t>t-1</a:t>
            </a:r>
            <a:endParaRPr lang="en-IN" baseline="-25000" dirty="0">
              <a:solidFill>
                <a:schemeClr val="tx1">
                  <a:lumMod val="95000"/>
                  <a:lumOff val="5000"/>
                </a:schemeClr>
              </a:solidFill>
            </a:endParaRPr>
          </a:p>
        </p:txBody>
      </p:sp>
      <p:sp>
        <p:nvSpPr>
          <p:cNvPr id="8" name="TextBox 7">
            <a:extLst>
              <a:ext uri="{FF2B5EF4-FFF2-40B4-BE49-F238E27FC236}">
                <a16:creationId xmlns:a16="http://schemas.microsoft.com/office/drawing/2014/main" id="{8DB29F4C-723F-0B40-E789-27BE7F4E334E}"/>
              </a:ext>
            </a:extLst>
          </p:cNvPr>
          <p:cNvSpPr txBox="1"/>
          <p:nvPr/>
        </p:nvSpPr>
        <p:spPr>
          <a:xfrm>
            <a:off x="3468032" y="2416294"/>
            <a:ext cx="1310640" cy="369332"/>
          </a:xfrm>
          <a:prstGeom prst="rect">
            <a:avLst/>
          </a:prstGeom>
          <a:noFill/>
        </p:spPr>
        <p:txBody>
          <a:bodyPr wrap="square" rtlCol="0">
            <a:spAutoFit/>
          </a:bodyPr>
          <a:lstStyle/>
          <a:p>
            <a:r>
              <a:rPr lang="en-US" dirty="0" err="1"/>
              <a:t>p</a:t>
            </a:r>
            <a:r>
              <a:rPr lang="en-US" baseline="-25000" dirty="0" err="1"/>
              <a:t>Ɵ</a:t>
            </a:r>
            <a:r>
              <a:rPr lang="en-US" dirty="0"/>
              <a:t>(x</a:t>
            </a:r>
            <a:r>
              <a:rPr lang="en-US" baseline="-25000" dirty="0"/>
              <a:t>t-1</a:t>
            </a:r>
            <a:r>
              <a:rPr lang="en-US" dirty="0"/>
              <a:t>|x</a:t>
            </a:r>
            <a:r>
              <a:rPr lang="en-US" baseline="-25000" dirty="0"/>
              <a:t>t</a:t>
            </a:r>
            <a:r>
              <a:rPr lang="en-US" dirty="0"/>
              <a:t>)</a:t>
            </a:r>
            <a:endParaRPr lang="en-IN" dirty="0"/>
          </a:p>
        </p:txBody>
      </p:sp>
      <p:sp>
        <p:nvSpPr>
          <p:cNvPr id="11" name="Rectangle: Rounded Corners 10">
            <a:extLst>
              <a:ext uri="{FF2B5EF4-FFF2-40B4-BE49-F238E27FC236}">
                <a16:creationId xmlns:a16="http://schemas.microsoft.com/office/drawing/2014/main" id="{6DC5AA75-42D8-FB9B-3C2B-84EB411F89FC}"/>
              </a:ext>
            </a:extLst>
          </p:cNvPr>
          <p:cNvSpPr/>
          <p:nvPr/>
        </p:nvSpPr>
        <p:spPr>
          <a:xfrm>
            <a:off x="2560320" y="2214880"/>
            <a:ext cx="3088640" cy="1879600"/>
          </a:xfrm>
          <a:prstGeom prst="roundRect">
            <a:avLst/>
          </a:prstGeom>
          <a:noFill/>
          <a:ln>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 name="Picture 12">
            <a:extLst>
              <a:ext uri="{FF2B5EF4-FFF2-40B4-BE49-F238E27FC236}">
                <a16:creationId xmlns:a16="http://schemas.microsoft.com/office/drawing/2014/main" id="{A100A492-B028-EDF3-9B36-4FD51FC7473B}"/>
              </a:ext>
            </a:extLst>
          </p:cNvPr>
          <p:cNvPicPr>
            <a:picLocks noChangeAspect="1"/>
          </p:cNvPicPr>
          <p:nvPr/>
        </p:nvPicPr>
        <p:blipFill>
          <a:blip r:embed="rId2"/>
          <a:stretch>
            <a:fillRect/>
          </a:stretch>
        </p:blipFill>
        <p:spPr>
          <a:xfrm>
            <a:off x="5052098" y="3200399"/>
            <a:ext cx="499508" cy="514057"/>
          </a:xfrm>
          <a:prstGeom prst="rect">
            <a:avLst/>
          </a:prstGeom>
        </p:spPr>
      </p:pic>
      <p:pic>
        <p:nvPicPr>
          <p:cNvPr id="15" name="Picture 14">
            <a:extLst>
              <a:ext uri="{FF2B5EF4-FFF2-40B4-BE49-F238E27FC236}">
                <a16:creationId xmlns:a16="http://schemas.microsoft.com/office/drawing/2014/main" id="{70BFB585-77F0-36F9-4488-1E149236ADB3}"/>
              </a:ext>
            </a:extLst>
          </p:cNvPr>
          <p:cNvPicPr>
            <a:picLocks noChangeAspect="1"/>
          </p:cNvPicPr>
          <p:nvPr/>
        </p:nvPicPr>
        <p:blipFill>
          <a:blip r:embed="rId3"/>
          <a:stretch>
            <a:fillRect/>
          </a:stretch>
        </p:blipFill>
        <p:spPr>
          <a:xfrm>
            <a:off x="3144602" y="3200399"/>
            <a:ext cx="509207" cy="514057"/>
          </a:xfrm>
          <a:prstGeom prst="rect">
            <a:avLst/>
          </a:prstGeom>
        </p:spPr>
      </p:pic>
      <p:sp>
        <p:nvSpPr>
          <p:cNvPr id="16" name="TextBox 15">
            <a:extLst>
              <a:ext uri="{FF2B5EF4-FFF2-40B4-BE49-F238E27FC236}">
                <a16:creationId xmlns:a16="http://schemas.microsoft.com/office/drawing/2014/main" id="{00712349-84E1-A14B-6933-EBBA286B8C51}"/>
              </a:ext>
            </a:extLst>
          </p:cNvPr>
          <p:cNvSpPr txBox="1"/>
          <p:nvPr/>
        </p:nvSpPr>
        <p:spPr>
          <a:xfrm>
            <a:off x="3251200" y="3755095"/>
            <a:ext cx="1800898" cy="369332"/>
          </a:xfrm>
          <a:prstGeom prst="rect">
            <a:avLst/>
          </a:prstGeom>
          <a:noFill/>
        </p:spPr>
        <p:txBody>
          <a:bodyPr wrap="square" rtlCol="0">
            <a:spAutoFit/>
          </a:bodyPr>
          <a:lstStyle/>
          <a:p>
            <a:r>
              <a:rPr lang="en-US" dirty="0"/>
              <a:t>Diffusion Models</a:t>
            </a:r>
            <a:endParaRPr lang="en-IN" dirty="0"/>
          </a:p>
        </p:txBody>
      </p:sp>
      <p:sp>
        <p:nvSpPr>
          <p:cNvPr id="17" name="Rectangle 16">
            <a:extLst>
              <a:ext uri="{FF2B5EF4-FFF2-40B4-BE49-F238E27FC236}">
                <a16:creationId xmlns:a16="http://schemas.microsoft.com/office/drawing/2014/main" id="{075BF492-6D76-B309-1737-B05EEBC76A01}"/>
              </a:ext>
            </a:extLst>
          </p:cNvPr>
          <p:cNvSpPr/>
          <p:nvPr/>
        </p:nvSpPr>
        <p:spPr>
          <a:xfrm>
            <a:off x="819169" y="2777252"/>
            <a:ext cx="596543" cy="599440"/>
          </a:xfrm>
          <a:prstGeom prst="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z</a:t>
            </a:r>
            <a:endParaRPr lang="en-IN" dirty="0">
              <a:solidFill>
                <a:schemeClr val="tx1">
                  <a:lumMod val="95000"/>
                  <a:lumOff val="5000"/>
                </a:schemeClr>
              </a:solidFill>
            </a:endParaRPr>
          </a:p>
        </p:txBody>
      </p:sp>
      <p:cxnSp>
        <p:nvCxnSpPr>
          <p:cNvPr id="18" name="Straight Arrow Connector 17">
            <a:extLst>
              <a:ext uri="{FF2B5EF4-FFF2-40B4-BE49-F238E27FC236}">
                <a16:creationId xmlns:a16="http://schemas.microsoft.com/office/drawing/2014/main" id="{F90299AA-27D3-7812-3359-39BC5F38C6DA}"/>
              </a:ext>
            </a:extLst>
          </p:cNvPr>
          <p:cNvCxnSpPr>
            <a:cxnSpLocks/>
            <a:stCxn id="17" idx="3"/>
          </p:cNvCxnSpPr>
          <p:nvPr/>
        </p:nvCxnSpPr>
        <p:spPr>
          <a:xfrm>
            <a:off x="1415712" y="3076972"/>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F7426C83-F3F7-8801-AB2C-DE289B4AC33D}"/>
              </a:ext>
            </a:extLst>
          </p:cNvPr>
          <p:cNvCxnSpPr>
            <a:cxnSpLocks/>
          </p:cNvCxnSpPr>
          <p:nvPr/>
        </p:nvCxnSpPr>
        <p:spPr>
          <a:xfrm>
            <a:off x="5659248" y="3075464"/>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CABE93D4-BD6E-96B3-49F2-EEF23E644B6C}"/>
              </a:ext>
            </a:extLst>
          </p:cNvPr>
          <p:cNvCxnSpPr>
            <a:cxnSpLocks/>
          </p:cNvCxnSpPr>
          <p:nvPr/>
        </p:nvCxnSpPr>
        <p:spPr>
          <a:xfrm>
            <a:off x="3468032" y="2806224"/>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1A1A09AD-311A-C90A-6117-D20A7FDAD2EC}"/>
              </a:ext>
            </a:extLst>
          </p:cNvPr>
          <p:cNvSpPr/>
          <p:nvPr/>
        </p:nvSpPr>
        <p:spPr>
          <a:xfrm>
            <a:off x="6830993" y="2218451"/>
            <a:ext cx="524848" cy="1876027"/>
          </a:xfrm>
          <a:prstGeom prst="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X</a:t>
            </a:r>
            <a:r>
              <a:rPr lang="en-US" baseline="-25000" dirty="0">
                <a:solidFill>
                  <a:schemeClr val="tx1">
                    <a:lumMod val="95000"/>
                    <a:lumOff val="5000"/>
                  </a:schemeClr>
                </a:solidFill>
              </a:rPr>
              <a:t>0</a:t>
            </a:r>
            <a:endParaRPr lang="en-IN" baseline="-25000" dirty="0">
              <a:solidFill>
                <a:schemeClr val="tx1">
                  <a:lumMod val="95000"/>
                  <a:lumOff val="5000"/>
                </a:schemeClr>
              </a:solidFill>
            </a:endParaRPr>
          </a:p>
        </p:txBody>
      </p:sp>
      <p:cxnSp>
        <p:nvCxnSpPr>
          <p:cNvPr id="24" name="Straight Arrow Connector 23">
            <a:extLst>
              <a:ext uri="{FF2B5EF4-FFF2-40B4-BE49-F238E27FC236}">
                <a16:creationId xmlns:a16="http://schemas.microsoft.com/office/drawing/2014/main" id="{2632FEF2-F544-57D9-3DB6-8C5E5394B7B8}"/>
              </a:ext>
            </a:extLst>
          </p:cNvPr>
          <p:cNvCxnSpPr>
            <a:cxnSpLocks/>
          </p:cNvCxnSpPr>
          <p:nvPr/>
        </p:nvCxnSpPr>
        <p:spPr>
          <a:xfrm>
            <a:off x="7386449" y="3075464"/>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Rectangle 24">
            <a:extLst>
              <a:ext uri="{FF2B5EF4-FFF2-40B4-BE49-F238E27FC236}">
                <a16:creationId xmlns:a16="http://schemas.microsoft.com/office/drawing/2014/main" id="{F9114D39-FD3A-46F0-8AA2-247DA8562082}"/>
              </a:ext>
            </a:extLst>
          </p:cNvPr>
          <p:cNvSpPr/>
          <p:nvPr/>
        </p:nvSpPr>
        <p:spPr>
          <a:xfrm>
            <a:off x="8561664" y="2214880"/>
            <a:ext cx="765215" cy="1876027"/>
          </a:xfrm>
          <a:prstGeom prst="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95000"/>
                    <a:lumOff val="5000"/>
                  </a:schemeClr>
                </a:solidFill>
              </a:rPr>
              <a:t>Attribute Classifier</a:t>
            </a:r>
            <a:endParaRPr lang="en-IN" sz="1200" baseline="-25000" dirty="0">
              <a:solidFill>
                <a:schemeClr val="tx1">
                  <a:lumMod val="95000"/>
                  <a:lumOff val="5000"/>
                </a:schemeClr>
              </a:solidFill>
            </a:endParaRPr>
          </a:p>
        </p:txBody>
      </p:sp>
      <p:cxnSp>
        <p:nvCxnSpPr>
          <p:cNvPr id="26" name="Straight Arrow Connector 25">
            <a:extLst>
              <a:ext uri="{FF2B5EF4-FFF2-40B4-BE49-F238E27FC236}">
                <a16:creationId xmlns:a16="http://schemas.microsoft.com/office/drawing/2014/main" id="{BFE6A6D0-41BB-D2CF-3D13-ABD665D20F11}"/>
              </a:ext>
            </a:extLst>
          </p:cNvPr>
          <p:cNvCxnSpPr>
            <a:cxnSpLocks/>
          </p:cNvCxnSpPr>
          <p:nvPr/>
        </p:nvCxnSpPr>
        <p:spPr>
          <a:xfrm>
            <a:off x="9326879" y="2557304"/>
            <a:ext cx="7415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BDCCEE8A-F272-1973-378F-D0CE427F8FC7}"/>
              </a:ext>
            </a:extLst>
          </p:cNvPr>
          <p:cNvCxnSpPr>
            <a:cxnSpLocks/>
          </p:cNvCxnSpPr>
          <p:nvPr/>
        </p:nvCxnSpPr>
        <p:spPr>
          <a:xfrm>
            <a:off x="9326879" y="3075464"/>
            <a:ext cx="7415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96F93BB7-6CCE-3063-4149-39BB97527317}"/>
              </a:ext>
            </a:extLst>
          </p:cNvPr>
          <p:cNvCxnSpPr>
            <a:cxnSpLocks/>
          </p:cNvCxnSpPr>
          <p:nvPr/>
        </p:nvCxnSpPr>
        <p:spPr>
          <a:xfrm>
            <a:off x="9326879" y="3611880"/>
            <a:ext cx="7415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94081DCD-7D71-2719-6CEB-0C0FCCF8E469}"/>
              </a:ext>
            </a:extLst>
          </p:cNvPr>
          <p:cNvSpPr txBox="1"/>
          <p:nvPr/>
        </p:nvSpPr>
        <p:spPr>
          <a:xfrm>
            <a:off x="10041422" y="2292333"/>
            <a:ext cx="1286978" cy="379745"/>
          </a:xfrm>
          <a:prstGeom prst="rect">
            <a:avLst/>
          </a:prstGeom>
          <a:noFill/>
        </p:spPr>
        <p:txBody>
          <a:bodyPr wrap="square" rtlCol="0">
            <a:spAutoFit/>
          </a:bodyPr>
          <a:lstStyle/>
          <a:p>
            <a:r>
              <a:rPr lang="en-US" dirty="0"/>
              <a:t>race/race4</a:t>
            </a:r>
            <a:endParaRPr lang="en-IN" dirty="0"/>
          </a:p>
        </p:txBody>
      </p:sp>
      <p:sp>
        <p:nvSpPr>
          <p:cNvPr id="31" name="TextBox 30">
            <a:extLst>
              <a:ext uri="{FF2B5EF4-FFF2-40B4-BE49-F238E27FC236}">
                <a16:creationId xmlns:a16="http://schemas.microsoft.com/office/drawing/2014/main" id="{C19AA151-072D-0857-055C-B0F4AF53B8F1}"/>
              </a:ext>
            </a:extLst>
          </p:cNvPr>
          <p:cNvSpPr txBox="1"/>
          <p:nvPr/>
        </p:nvSpPr>
        <p:spPr>
          <a:xfrm>
            <a:off x="10041422" y="2874151"/>
            <a:ext cx="1286978" cy="379745"/>
          </a:xfrm>
          <a:prstGeom prst="rect">
            <a:avLst/>
          </a:prstGeom>
          <a:noFill/>
        </p:spPr>
        <p:txBody>
          <a:bodyPr wrap="square" rtlCol="0">
            <a:spAutoFit/>
          </a:bodyPr>
          <a:lstStyle/>
          <a:p>
            <a:r>
              <a:rPr lang="en-US" dirty="0"/>
              <a:t>gender</a:t>
            </a:r>
            <a:endParaRPr lang="en-IN" dirty="0"/>
          </a:p>
        </p:txBody>
      </p:sp>
      <p:sp>
        <p:nvSpPr>
          <p:cNvPr id="32" name="TextBox 31">
            <a:extLst>
              <a:ext uri="{FF2B5EF4-FFF2-40B4-BE49-F238E27FC236}">
                <a16:creationId xmlns:a16="http://schemas.microsoft.com/office/drawing/2014/main" id="{EAD9C11D-F6ED-55C5-A3CC-9734FFFD7E3F}"/>
              </a:ext>
            </a:extLst>
          </p:cNvPr>
          <p:cNvSpPr txBox="1"/>
          <p:nvPr/>
        </p:nvSpPr>
        <p:spPr>
          <a:xfrm>
            <a:off x="10068430" y="3422007"/>
            <a:ext cx="1286978" cy="379745"/>
          </a:xfrm>
          <a:prstGeom prst="rect">
            <a:avLst/>
          </a:prstGeom>
          <a:noFill/>
        </p:spPr>
        <p:txBody>
          <a:bodyPr wrap="square" rtlCol="0">
            <a:spAutoFit/>
          </a:bodyPr>
          <a:lstStyle/>
          <a:p>
            <a:r>
              <a:rPr lang="en-US" dirty="0"/>
              <a:t>age</a:t>
            </a:r>
            <a:endParaRPr lang="en-IN" dirty="0"/>
          </a:p>
        </p:txBody>
      </p:sp>
    </p:spTree>
    <p:extLst>
      <p:ext uri="{BB962C8B-B14F-4D97-AF65-F5344CB8AC3E}">
        <p14:creationId xmlns:p14="http://schemas.microsoft.com/office/powerpoint/2010/main" val="2031130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a:t>Analysis on DDPM model</a:t>
            </a:r>
          </a:p>
        </p:txBody>
      </p:sp>
    </p:spTree>
    <p:extLst>
      <p:ext uri="{BB962C8B-B14F-4D97-AF65-F5344CB8AC3E}">
        <p14:creationId xmlns:p14="http://schemas.microsoft.com/office/powerpoint/2010/main" val="3171048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9A0A84-01FB-D577-F7E5-335C40AF4058}"/>
              </a:ext>
            </a:extLst>
          </p:cNvPr>
          <p:cNvSpPr txBox="1"/>
          <p:nvPr/>
        </p:nvSpPr>
        <p:spPr>
          <a:xfrm>
            <a:off x="583473" y="269966"/>
            <a:ext cx="10948127" cy="584775"/>
          </a:xfrm>
          <a:prstGeom prst="rect">
            <a:avLst/>
          </a:prstGeom>
          <a:noFill/>
        </p:spPr>
        <p:txBody>
          <a:bodyPr wrap="square" rtlCol="0">
            <a:spAutoFit/>
          </a:bodyPr>
          <a:lstStyle/>
          <a:p>
            <a:r>
              <a:rPr lang="en-US" sz="3200" u="sng" dirty="0">
                <a:solidFill>
                  <a:schemeClr val="accent5">
                    <a:lumMod val="75000"/>
                  </a:schemeClr>
                </a:solidFill>
              </a:rPr>
              <a:t>DDPM Architecture</a:t>
            </a:r>
          </a:p>
        </p:txBody>
      </p:sp>
    </p:spTree>
    <p:extLst>
      <p:ext uri="{BB962C8B-B14F-4D97-AF65-F5344CB8AC3E}">
        <p14:creationId xmlns:p14="http://schemas.microsoft.com/office/powerpoint/2010/main" val="2008402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10287727" cy="584775"/>
          </a:xfrm>
          <a:prstGeom prst="rect">
            <a:avLst/>
          </a:prstGeom>
          <a:noFill/>
        </p:spPr>
        <p:txBody>
          <a:bodyPr wrap="square" rtlCol="0">
            <a:spAutoFit/>
          </a:bodyPr>
          <a:lstStyle/>
          <a:p>
            <a:r>
              <a:rPr lang="en-US" sz="3200" u="sng" dirty="0">
                <a:solidFill>
                  <a:schemeClr val="accent5">
                    <a:lumMod val="75000"/>
                  </a:schemeClr>
                </a:solidFill>
              </a:rPr>
              <a:t>DDPM: Generated output (2716 samples) on </a:t>
            </a:r>
            <a:r>
              <a:rPr lang="en-US" sz="3200" u="sng" dirty="0" err="1">
                <a:solidFill>
                  <a:schemeClr val="accent5">
                    <a:lumMod val="75000"/>
                  </a:schemeClr>
                </a:solidFill>
              </a:rPr>
              <a:t>CelebA</a:t>
            </a:r>
            <a:r>
              <a:rPr lang="en-US" sz="3200" u="sng" dirty="0">
                <a:solidFill>
                  <a:schemeClr val="accent5">
                    <a:lumMod val="75000"/>
                  </a:schemeClr>
                </a:solidFill>
              </a:rPr>
              <a:t>-HQ</a:t>
            </a:r>
          </a:p>
        </p:txBody>
      </p:sp>
      <p:graphicFrame>
        <p:nvGraphicFramePr>
          <p:cNvPr id="3" name="Chart 2">
            <a:extLst>
              <a:ext uri="{FF2B5EF4-FFF2-40B4-BE49-F238E27FC236}">
                <a16:creationId xmlns:a16="http://schemas.microsoft.com/office/drawing/2014/main" id="{406C4068-5A85-B1A2-B363-51E69FA0BC94}"/>
              </a:ext>
            </a:extLst>
          </p:cNvPr>
          <p:cNvGraphicFramePr>
            <a:graphicFrameLocks/>
          </p:cNvGraphicFramePr>
          <p:nvPr>
            <p:extLst>
              <p:ext uri="{D42A27DB-BD31-4B8C-83A1-F6EECF244321}">
                <p14:modId xmlns:p14="http://schemas.microsoft.com/office/powerpoint/2010/main" val="1614902174"/>
              </p:ext>
            </p:extLst>
          </p:nvPr>
        </p:nvGraphicFramePr>
        <p:xfrm>
          <a:off x="1158240" y="854741"/>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FCC3F241-C070-300B-1D61-AA92713A65F6}"/>
              </a:ext>
            </a:extLst>
          </p:cNvPr>
          <p:cNvGraphicFramePr>
            <a:graphicFrameLocks/>
          </p:cNvGraphicFramePr>
          <p:nvPr>
            <p:extLst>
              <p:ext uri="{D42A27DB-BD31-4B8C-83A1-F6EECF244321}">
                <p14:modId xmlns:p14="http://schemas.microsoft.com/office/powerpoint/2010/main" val="324988229"/>
              </p:ext>
            </p:extLst>
          </p:nvPr>
        </p:nvGraphicFramePr>
        <p:xfrm>
          <a:off x="6299200" y="8547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303D1CE3-B584-4610-1F8A-C506B2CC8484}"/>
              </a:ext>
            </a:extLst>
          </p:cNvPr>
          <p:cNvGraphicFramePr>
            <a:graphicFrameLocks/>
          </p:cNvGraphicFramePr>
          <p:nvPr>
            <p:extLst>
              <p:ext uri="{D42A27DB-BD31-4B8C-83A1-F6EECF244321}">
                <p14:modId xmlns:p14="http://schemas.microsoft.com/office/powerpoint/2010/main" val="3433960908"/>
              </p:ext>
            </p:extLst>
          </p:nvPr>
        </p:nvGraphicFramePr>
        <p:xfrm>
          <a:off x="3810000" y="3844834"/>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592857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699760" y="2121186"/>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2" name="Chart 1">
            <a:extLst>
              <a:ext uri="{FF2B5EF4-FFF2-40B4-BE49-F238E27FC236}">
                <a16:creationId xmlns:a16="http://schemas.microsoft.com/office/drawing/2014/main" id="{CDA9408D-3244-1F23-FA2F-161B1B77DE66}"/>
              </a:ext>
            </a:extLst>
          </p:cNvPr>
          <p:cNvGraphicFramePr>
            <a:graphicFrameLocks/>
          </p:cNvGraphicFramePr>
          <p:nvPr>
            <p:extLst>
              <p:ext uri="{D42A27DB-BD31-4B8C-83A1-F6EECF244321}">
                <p14:modId xmlns:p14="http://schemas.microsoft.com/office/powerpoint/2010/main" val="478920779"/>
              </p:ext>
            </p:extLst>
          </p:nvPr>
        </p:nvGraphicFramePr>
        <p:xfrm>
          <a:off x="6492240" y="3608872"/>
          <a:ext cx="4859020" cy="301337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6760B92D-AC1F-4C42-AC39-30607E426B23}"/>
              </a:ext>
            </a:extLst>
          </p:cNvPr>
          <p:cNvGraphicFramePr>
            <a:graphicFrameLocks/>
          </p:cNvGraphicFramePr>
          <p:nvPr>
            <p:extLst>
              <p:ext uri="{D42A27DB-BD31-4B8C-83A1-F6EECF244321}">
                <p14:modId xmlns:p14="http://schemas.microsoft.com/office/powerpoint/2010/main" val="3124912235"/>
              </p:ext>
            </p:extLst>
          </p:nvPr>
        </p:nvGraphicFramePr>
        <p:xfrm>
          <a:off x="840740" y="614498"/>
          <a:ext cx="4859020" cy="301337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76434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D45EEA-DEE2-D357-3BB2-3A464BAD3121}"/>
              </a:ext>
            </a:extLst>
          </p:cNvPr>
          <p:cNvSpPr txBox="1"/>
          <p:nvPr/>
        </p:nvSpPr>
        <p:spPr>
          <a:xfrm>
            <a:off x="583473" y="269966"/>
            <a:ext cx="11293567" cy="584775"/>
          </a:xfrm>
          <a:prstGeom prst="rect">
            <a:avLst/>
          </a:prstGeom>
          <a:noFill/>
        </p:spPr>
        <p:txBody>
          <a:bodyPr wrap="square" rtlCol="0">
            <a:spAutoFit/>
          </a:bodyPr>
          <a:lstStyle/>
          <a:p>
            <a:r>
              <a:rPr lang="en-US" sz="3200" u="sng" dirty="0">
                <a:solidFill>
                  <a:schemeClr val="accent5">
                    <a:lumMod val="75000"/>
                  </a:schemeClr>
                </a:solidFill>
              </a:rPr>
              <a:t>DDPM: (75 epoch) – Generated output (3000 samples) on </a:t>
            </a:r>
            <a:r>
              <a:rPr lang="en-US" sz="3200" u="sng" dirty="0" err="1">
                <a:solidFill>
                  <a:schemeClr val="accent5">
                    <a:lumMod val="75000"/>
                  </a:schemeClr>
                </a:solidFill>
              </a:rPr>
              <a:t>Fairface</a:t>
            </a:r>
            <a:endParaRPr lang="en-US" sz="3200" u="sng" dirty="0">
              <a:solidFill>
                <a:schemeClr val="accent5">
                  <a:lumMod val="75000"/>
                </a:schemeClr>
              </a:solidFill>
            </a:endParaRPr>
          </a:p>
        </p:txBody>
      </p:sp>
      <p:graphicFrame>
        <p:nvGraphicFramePr>
          <p:cNvPr id="7" name="Chart 6">
            <a:extLst>
              <a:ext uri="{FF2B5EF4-FFF2-40B4-BE49-F238E27FC236}">
                <a16:creationId xmlns:a16="http://schemas.microsoft.com/office/drawing/2014/main" id="{1C8F7D12-AD3A-EAC3-8294-A5C75E18F905}"/>
              </a:ext>
            </a:extLst>
          </p:cNvPr>
          <p:cNvGraphicFramePr>
            <a:graphicFrameLocks/>
          </p:cNvGraphicFramePr>
          <p:nvPr>
            <p:extLst>
              <p:ext uri="{D42A27DB-BD31-4B8C-83A1-F6EECF244321}">
                <p14:modId xmlns:p14="http://schemas.microsoft.com/office/powerpoint/2010/main" val="2377073832"/>
              </p:ext>
            </p:extLst>
          </p:nvPr>
        </p:nvGraphicFramePr>
        <p:xfrm>
          <a:off x="1158240" y="98044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167D3BF7-6DC5-1C54-B845-D89F7EE75E93}"/>
              </a:ext>
            </a:extLst>
          </p:cNvPr>
          <p:cNvGraphicFramePr>
            <a:graphicFrameLocks/>
          </p:cNvGraphicFramePr>
          <p:nvPr>
            <p:extLst>
              <p:ext uri="{D42A27DB-BD31-4B8C-83A1-F6EECF244321}">
                <p14:modId xmlns:p14="http://schemas.microsoft.com/office/powerpoint/2010/main" val="4018604009"/>
              </p:ext>
            </p:extLst>
          </p:nvPr>
        </p:nvGraphicFramePr>
        <p:xfrm>
          <a:off x="6299200" y="98044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73ED5533-8035-4150-2804-FA15B1616680}"/>
              </a:ext>
            </a:extLst>
          </p:cNvPr>
          <p:cNvGraphicFramePr>
            <a:graphicFrameLocks/>
          </p:cNvGraphicFramePr>
          <p:nvPr>
            <p:extLst>
              <p:ext uri="{D42A27DB-BD31-4B8C-83A1-F6EECF244321}">
                <p14:modId xmlns:p14="http://schemas.microsoft.com/office/powerpoint/2010/main" val="2527257085"/>
              </p:ext>
            </p:extLst>
          </p:nvPr>
        </p:nvGraphicFramePr>
        <p:xfrm>
          <a:off x="3810000" y="393700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35882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699760" y="2121186"/>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4" name="Chart 3">
            <a:extLst>
              <a:ext uri="{FF2B5EF4-FFF2-40B4-BE49-F238E27FC236}">
                <a16:creationId xmlns:a16="http://schemas.microsoft.com/office/drawing/2014/main" id="{7DC75EAF-4940-4359-6F4C-FE1E3EEDDA55}"/>
              </a:ext>
            </a:extLst>
          </p:cNvPr>
          <p:cNvGraphicFramePr>
            <a:graphicFrameLocks/>
          </p:cNvGraphicFramePr>
          <p:nvPr>
            <p:extLst>
              <p:ext uri="{D42A27DB-BD31-4B8C-83A1-F6EECF244321}">
                <p14:modId xmlns:p14="http://schemas.microsoft.com/office/powerpoint/2010/main" val="1008070120"/>
              </p:ext>
            </p:extLst>
          </p:nvPr>
        </p:nvGraphicFramePr>
        <p:xfrm>
          <a:off x="6330950" y="3781215"/>
          <a:ext cx="4897120" cy="303802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4C8B5FAF-CDCA-B97E-F61F-3DBF80A205E6}"/>
              </a:ext>
            </a:extLst>
          </p:cNvPr>
          <p:cNvGraphicFramePr>
            <a:graphicFrameLocks/>
          </p:cNvGraphicFramePr>
          <p:nvPr>
            <p:extLst>
              <p:ext uri="{D42A27DB-BD31-4B8C-83A1-F6EECF244321}">
                <p14:modId xmlns:p14="http://schemas.microsoft.com/office/powerpoint/2010/main" val="3518012996"/>
              </p:ext>
            </p:extLst>
          </p:nvPr>
        </p:nvGraphicFramePr>
        <p:xfrm>
          <a:off x="802640" y="602175"/>
          <a:ext cx="4897120" cy="303802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54816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a:t>Analysis on Stable Diffusion model</a:t>
            </a:r>
          </a:p>
        </p:txBody>
      </p:sp>
    </p:spTree>
    <p:extLst>
      <p:ext uri="{BB962C8B-B14F-4D97-AF65-F5344CB8AC3E}">
        <p14:creationId xmlns:p14="http://schemas.microsoft.com/office/powerpoint/2010/main" val="88209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9A0A84-01FB-D577-F7E5-335C40AF4058}"/>
              </a:ext>
            </a:extLst>
          </p:cNvPr>
          <p:cNvSpPr txBox="1"/>
          <p:nvPr/>
        </p:nvSpPr>
        <p:spPr>
          <a:xfrm>
            <a:off x="583473" y="269966"/>
            <a:ext cx="10948127" cy="584775"/>
          </a:xfrm>
          <a:prstGeom prst="rect">
            <a:avLst/>
          </a:prstGeom>
          <a:noFill/>
        </p:spPr>
        <p:txBody>
          <a:bodyPr wrap="square" rtlCol="0">
            <a:spAutoFit/>
          </a:bodyPr>
          <a:lstStyle/>
          <a:p>
            <a:r>
              <a:rPr lang="en-US" sz="3200" u="sng" dirty="0">
                <a:solidFill>
                  <a:schemeClr val="accent5">
                    <a:lumMod val="75000"/>
                  </a:schemeClr>
                </a:solidFill>
              </a:rPr>
              <a:t>Stable-Diffusion Architecture</a:t>
            </a:r>
          </a:p>
        </p:txBody>
      </p:sp>
    </p:spTree>
    <p:extLst>
      <p:ext uri="{BB962C8B-B14F-4D97-AF65-F5344CB8AC3E}">
        <p14:creationId xmlns:p14="http://schemas.microsoft.com/office/powerpoint/2010/main" val="1378165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10287727" cy="584775"/>
          </a:xfrm>
          <a:prstGeom prst="rect">
            <a:avLst/>
          </a:prstGeom>
          <a:noFill/>
        </p:spPr>
        <p:txBody>
          <a:bodyPr wrap="square" rtlCol="0">
            <a:spAutoFit/>
          </a:bodyPr>
          <a:lstStyle/>
          <a:p>
            <a:r>
              <a:rPr lang="en-US" sz="3200" u="sng" dirty="0">
                <a:solidFill>
                  <a:schemeClr val="accent5">
                    <a:lumMod val="75000"/>
                  </a:schemeClr>
                </a:solidFill>
              </a:rPr>
              <a:t>SD: Generated output (3000 samples) on </a:t>
            </a:r>
            <a:r>
              <a:rPr lang="en-US" sz="3200" u="sng" dirty="0" err="1">
                <a:solidFill>
                  <a:schemeClr val="accent5">
                    <a:lumMod val="75000"/>
                  </a:schemeClr>
                </a:solidFill>
              </a:rPr>
              <a:t>CelebA</a:t>
            </a:r>
            <a:r>
              <a:rPr lang="en-US" sz="3200" u="sng" dirty="0">
                <a:solidFill>
                  <a:schemeClr val="accent5">
                    <a:lumMod val="75000"/>
                  </a:schemeClr>
                </a:solidFill>
              </a:rPr>
              <a:t>-HQ</a:t>
            </a:r>
          </a:p>
        </p:txBody>
      </p:sp>
      <p:graphicFrame>
        <p:nvGraphicFramePr>
          <p:cNvPr id="7" name="Chart 6">
            <a:extLst>
              <a:ext uri="{FF2B5EF4-FFF2-40B4-BE49-F238E27FC236}">
                <a16:creationId xmlns:a16="http://schemas.microsoft.com/office/drawing/2014/main" id="{9B341E22-7FF9-BA4C-3887-A8987ADCBC37}"/>
              </a:ext>
            </a:extLst>
          </p:cNvPr>
          <p:cNvGraphicFramePr>
            <a:graphicFrameLocks/>
          </p:cNvGraphicFramePr>
          <p:nvPr>
            <p:extLst>
              <p:ext uri="{D42A27DB-BD31-4B8C-83A1-F6EECF244321}">
                <p14:modId xmlns:p14="http://schemas.microsoft.com/office/powerpoint/2010/main" val="3833589721"/>
              </p:ext>
            </p:extLst>
          </p:nvPr>
        </p:nvGraphicFramePr>
        <p:xfrm>
          <a:off x="3810000" y="3987074"/>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6F266A75-F8F2-605D-4350-EBDD584D9575}"/>
              </a:ext>
            </a:extLst>
          </p:cNvPr>
          <p:cNvGraphicFramePr>
            <a:graphicFrameLocks/>
          </p:cNvGraphicFramePr>
          <p:nvPr>
            <p:extLst>
              <p:ext uri="{D42A27DB-BD31-4B8C-83A1-F6EECF244321}">
                <p14:modId xmlns:p14="http://schemas.microsoft.com/office/powerpoint/2010/main" val="2464236885"/>
              </p:ext>
            </p:extLst>
          </p:nvPr>
        </p:nvGraphicFramePr>
        <p:xfrm>
          <a:off x="6096000" y="978187"/>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8086A178-DBAB-9047-4A6A-2FDDA31D6A9F}"/>
              </a:ext>
            </a:extLst>
          </p:cNvPr>
          <p:cNvGraphicFramePr>
            <a:graphicFrameLocks/>
          </p:cNvGraphicFramePr>
          <p:nvPr>
            <p:extLst>
              <p:ext uri="{D42A27DB-BD31-4B8C-83A1-F6EECF244321}">
                <p14:modId xmlns:p14="http://schemas.microsoft.com/office/powerpoint/2010/main" val="1318329029"/>
              </p:ext>
            </p:extLst>
          </p:nvPr>
        </p:nvGraphicFramePr>
        <p:xfrm>
          <a:off x="1158240" y="978187"/>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495248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791200" y="1964833"/>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2" name="Chart 1">
            <a:extLst>
              <a:ext uri="{FF2B5EF4-FFF2-40B4-BE49-F238E27FC236}">
                <a16:creationId xmlns:a16="http://schemas.microsoft.com/office/drawing/2014/main" id="{1EA86762-28FB-06FD-8891-1887F7FE8C27}"/>
              </a:ext>
            </a:extLst>
          </p:cNvPr>
          <p:cNvGraphicFramePr>
            <a:graphicFrameLocks/>
          </p:cNvGraphicFramePr>
          <p:nvPr>
            <p:extLst>
              <p:ext uri="{D42A27DB-BD31-4B8C-83A1-F6EECF244321}">
                <p14:modId xmlns:p14="http://schemas.microsoft.com/office/powerpoint/2010/main" val="746607357"/>
              </p:ext>
            </p:extLst>
          </p:nvPr>
        </p:nvGraphicFramePr>
        <p:xfrm>
          <a:off x="711200" y="436880"/>
          <a:ext cx="4898390" cy="305590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9720BEFE-407D-C5DD-1F16-29D1E4507CFC}"/>
              </a:ext>
            </a:extLst>
          </p:cNvPr>
          <p:cNvGraphicFramePr>
            <a:graphicFrameLocks/>
          </p:cNvGraphicFramePr>
          <p:nvPr>
            <p:extLst>
              <p:ext uri="{D42A27DB-BD31-4B8C-83A1-F6EECF244321}">
                <p14:modId xmlns:p14="http://schemas.microsoft.com/office/powerpoint/2010/main" val="4072918993"/>
              </p:ext>
            </p:extLst>
          </p:nvPr>
        </p:nvGraphicFramePr>
        <p:xfrm>
          <a:off x="6378575" y="3605760"/>
          <a:ext cx="4898390" cy="305590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549864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D45EEA-DEE2-D357-3BB2-3A464BAD3121}"/>
              </a:ext>
            </a:extLst>
          </p:cNvPr>
          <p:cNvSpPr txBox="1"/>
          <p:nvPr/>
        </p:nvSpPr>
        <p:spPr>
          <a:xfrm>
            <a:off x="583473" y="269966"/>
            <a:ext cx="10287727" cy="584775"/>
          </a:xfrm>
          <a:prstGeom prst="rect">
            <a:avLst/>
          </a:prstGeom>
          <a:noFill/>
        </p:spPr>
        <p:txBody>
          <a:bodyPr wrap="square" rtlCol="0">
            <a:spAutoFit/>
          </a:bodyPr>
          <a:lstStyle/>
          <a:p>
            <a:r>
              <a:rPr lang="en-US" sz="3200" u="sng" dirty="0">
                <a:solidFill>
                  <a:schemeClr val="accent5">
                    <a:lumMod val="75000"/>
                  </a:schemeClr>
                </a:solidFill>
              </a:rPr>
              <a:t>SD: Generated output (xx samples) on </a:t>
            </a:r>
            <a:r>
              <a:rPr lang="en-US" sz="3200" u="sng" dirty="0" err="1">
                <a:solidFill>
                  <a:schemeClr val="accent5">
                    <a:lumMod val="75000"/>
                  </a:schemeClr>
                </a:solidFill>
              </a:rPr>
              <a:t>Fairface</a:t>
            </a:r>
            <a:endParaRPr lang="en-US" sz="3200" u="sng" dirty="0">
              <a:solidFill>
                <a:schemeClr val="accent5">
                  <a:lumMod val="75000"/>
                </a:schemeClr>
              </a:solidFill>
            </a:endParaRPr>
          </a:p>
        </p:txBody>
      </p:sp>
    </p:spTree>
    <p:extLst>
      <p:ext uri="{BB962C8B-B14F-4D97-AF65-F5344CB8AC3E}">
        <p14:creationId xmlns:p14="http://schemas.microsoft.com/office/powerpoint/2010/main" val="16562138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699760" y="2121186"/>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spTree>
    <p:extLst>
      <p:ext uri="{BB962C8B-B14F-4D97-AF65-F5344CB8AC3E}">
        <p14:creationId xmlns:p14="http://schemas.microsoft.com/office/powerpoint/2010/main" val="11131094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a:t>Analysis on DDGAN model</a:t>
            </a:r>
          </a:p>
        </p:txBody>
      </p:sp>
    </p:spTree>
    <p:extLst>
      <p:ext uri="{BB962C8B-B14F-4D97-AF65-F5344CB8AC3E}">
        <p14:creationId xmlns:p14="http://schemas.microsoft.com/office/powerpoint/2010/main" val="25702466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9A0A84-01FB-D577-F7E5-335C40AF4058}"/>
              </a:ext>
            </a:extLst>
          </p:cNvPr>
          <p:cNvSpPr txBox="1"/>
          <p:nvPr/>
        </p:nvSpPr>
        <p:spPr>
          <a:xfrm>
            <a:off x="583473" y="269966"/>
            <a:ext cx="10948127" cy="584775"/>
          </a:xfrm>
          <a:prstGeom prst="rect">
            <a:avLst/>
          </a:prstGeom>
          <a:noFill/>
        </p:spPr>
        <p:txBody>
          <a:bodyPr wrap="square" rtlCol="0">
            <a:spAutoFit/>
          </a:bodyPr>
          <a:lstStyle/>
          <a:p>
            <a:r>
              <a:rPr lang="en-US" sz="3200" u="sng" dirty="0" err="1">
                <a:solidFill>
                  <a:schemeClr val="accent5">
                    <a:lumMod val="75000"/>
                  </a:schemeClr>
                </a:solidFill>
              </a:rPr>
              <a:t>DiffusionGAN</a:t>
            </a:r>
            <a:r>
              <a:rPr lang="en-US" sz="3200" u="sng" dirty="0">
                <a:solidFill>
                  <a:schemeClr val="accent5">
                    <a:lumMod val="75000"/>
                  </a:schemeClr>
                </a:solidFill>
              </a:rPr>
              <a:t> Architecture</a:t>
            </a:r>
          </a:p>
        </p:txBody>
      </p:sp>
    </p:spTree>
    <p:extLst>
      <p:ext uri="{BB962C8B-B14F-4D97-AF65-F5344CB8AC3E}">
        <p14:creationId xmlns:p14="http://schemas.microsoft.com/office/powerpoint/2010/main" val="22728525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p:cNvGraphicFramePr>
          <p:nvPr>
            <p:extLst>
              <p:ext uri="{D42A27DB-BD31-4B8C-83A1-F6EECF244321}">
                <p14:modId xmlns:p14="http://schemas.microsoft.com/office/powerpoint/2010/main" val="3420265444"/>
              </p:ext>
            </p:extLst>
          </p:nvPr>
        </p:nvGraphicFramePr>
        <p:xfrm>
          <a:off x="1152437" y="907869"/>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p:cNvGraphicFramePr>
            <a:graphicFrameLocks/>
          </p:cNvGraphicFramePr>
          <p:nvPr>
            <p:extLst>
              <p:ext uri="{D42A27DB-BD31-4B8C-83A1-F6EECF244321}">
                <p14:modId xmlns:p14="http://schemas.microsoft.com/office/powerpoint/2010/main" val="2377054613"/>
              </p:ext>
            </p:extLst>
          </p:nvPr>
        </p:nvGraphicFramePr>
        <p:xfrm>
          <a:off x="6142443" y="907869"/>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p:cNvGraphicFramePr>
            <a:graphicFrameLocks/>
          </p:cNvGraphicFramePr>
          <p:nvPr>
            <p:extLst>
              <p:ext uri="{D42A27DB-BD31-4B8C-83A1-F6EECF244321}">
                <p14:modId xmlns:p14="http://schemas.microsoft.com/office/powerpoint/2010/main" val="3221617811"/>
              </p:ext>
            </p:extLst>
          </p:nvPr>
        </p:nvGraphicFramePr>
        <p:xfrm>
          <a:off x="3771536" y="3926114"/>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p:cNvSpPr txBox="1"/>
          <p:nvPr/>
        </p:nvSpPr>
        <p:spPr>
          <a:xfrm>
            <a:off x="583473" y="269966"/>
            <a:ext cx="10948127" cy="584775"/>
          </a:xfrm>
          <a:prstGeom prst="rect">
            <a:avLst/>
          </a:prstGeom>
          <a:noFill/>
        </p:spPr>
        <p:txBody>
          <a:bodyPr wrap="square" rtlCol="0">
            <a:spAutoFit/>
          </a:bodyPr>
          <a:lstStyle/>
          <a:p>
            <a:r>
              <a:rPr lang="en-US" sz="3200" u="sng" dirty="0" err="1">
                <a:solidFill>
                  <a:schemeClr val="accent5">
                    <a:lumMod val="75000"/>
                  </a:schemeClr>
                </a:solidFill>
              </a:rPr>
              <a:t>DiffusionGAN</a:t>
            </a:r>
            <a:r>
              <a:rPr lang="en-US" sz="3200" u="sng" dirty="0">
                <a:solidFill>
                  <a:schemeClr val="accent5">
                    <a:lumMod val="75000"/>
                  </a:schemeClr>
                </a:solidFill>
              </a:rPr>
              <a:t>: Generated output (3000 samples) on </a:t>
            </a:r>
            <a:r>
              <a:rPr lang="en-US" sz="3200" u="sng" dirty="0" err="1">
                <a:solidFill>
                  <a:schemeClr val="accent5">
                    <a:lumMod val="75000"/>
                  </a:schemeClr>
                </a:solidFill>
              </a:rPr>
              <a:t>CelebA</a:t>
            </a:r>
            <a:r>
              <a:rPr lang="en-US" sz="3200" u="sng" dirty="0">
                <a:solidFill>
                  <a:schemeClr val="accent5">
                    <a:lumMod val="75000"/>
                  </a:schemeClr>
                </a:solidFill>
              </a:rPr>
              <a:t>-HQ</a:t>
            </a:r>
          </a:p>
        </p:txBody>
      </p:sp>
    </p:spTree>
    <p:extLst>
      <p:ext uri="{BB962C8B-B14F-4D97-AF65-F5344CB8AC3E}">
        <p14:creationId xmlns:p14="http://schemas.microsoft.com/office/powerpoint/2010/main" val="15165209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791200" y="1964833"/>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4" name="Chart 3">
            <a:extLst>
              <a:ext uri="{FF2B5EF4-FFF2-40B4-BE49-F238E27FC236}">
                <a16:creationId xmlns:a16="http://schemas.microsoft.com/office/drawing/2014/main" id="{70779B8D-8BE8-0A0F-3F7C-4CE88BC18ED7}"/>
              </a:ext>
            </a:extLst>
          </p:cNvPr>
          <p:cNvGraphicFramePr>
            <a:graphicFrameLocks/>
          </p:cNvGraphicFramePr>
          <p:nvPr>
            <p:extLst>
              <p:ext uri="{D42A27DB-BD31-4B8C-83A1-F6EECF244321}">
                <p14:modId xmlns:p14="http://schemas.microsoft.com/office/powerpoint/2010/main" val="932012540"/>
              </p:ext>
            </p:extLst>
          </p:nvPr>
        </p:nvGraphicFramePr>
        <p:xfrm>
          <a:off x="782320" y="414445"/>
          <a:ext cx="4932680" cy="310077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D2922F86-DC10-9370-F21A-871688E80DA7}"/>
              </a:ext>
            </a:extLst>
          </p:cNvPr>
          <p:cNvGraphicFramePr>
            <a:graphicFrameLocks/>
          </p:cNvGraphicFramePr>
          <p:nvPr>
            <p:extLst>
              <p:ext uri="{D42A27DB-BD31-4B8C-83A1-F6EECF244321}">
                <p14:modId xmlns:p14="http://schemas.microsoft.com/office/powerpoint/2010/main" val="594099280"/>
              </p:ext>
            </p:extLst>
          </p:nvPr>
        </p:nvGraphicFramePr>
        <p:xfrm>
          <a:off x="6405880" y="3565172"/>
          <a:ext cx="4932680" cy="310077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974775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376CD0B0-4E17-E907-E28D-7A7A1C0284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127" y="618442"/>
            <a:ext cx="10238705" cy="1638193"/>
          </a:xfrm>
          <a:prstGeom prst="rect">
            <a:avLst/>
          </a:prstGeom>
        </p:spPr>
      </p:pic>
      <p:pic>
        <p:nvPicPr>
          <p:cNvPr id="25" name="Picture 24">
            <a:extLst>
              <a:ext uri="{FF2B5EF4-FFF2-40B4-BE49-F238E27FC236}">
                <a16:creationId xmlns:a16="http://schemas.microsoft.com/office/drawing/2014/main" id="{CB273903-46F7-BD31-B8DF-1098220728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7126" y="2348657"/>
            <a:ext cx="10238705" cy="1638193"/>
          </a:xfrm>
          <a:prstGeom prst="rect">
            <a:avLst/>
          </a:prstGeom>
        </p:spPr>
      </p:pic>
      <p:pic>
        <p:nvPicPr>
          <p:cNvPr id="29" name="Picture 28">
            <a:extLst>
              <a:ext uri="{FF2B5EF4-FFF2-40B4-BE49-F238E27FC236}">
                <a16:creationId xmlns:a16="http://schemas.microsoft.com/office/drawing/2014/main" id="{D4B8F34F-2518-E00F-58BE-1E21C86D2D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7125" y="4078872"/>
            <a:ext cx="10238705" cy="1638193"/>
          </a:xfrm>
          <a:prstGeom prst="rect">
            <a:avLst/>
          </a:prstGeom>
        </p:spPr>
      </p:pic>
      <p:sp>
        <p:nvSpPr>
          <p:cNvPr id="2" name="TextBox 1">
            <a:extLst>
              <a:ext uri="{FF2B5EF4-FFF2-40B4-BE49-F238E27FC236}">
                <a16:creationId xmlns:a16="http://schemas.microsoft.com/office/drawing/2014/main" id="{3E9D79FD-A769-160B-BDE9-9AC8DA62A8AE}"/>
              </a:ext>
            </a:extLst>
          </p:cNvPr>
          <p:cNvSpPr txBox="1"/>
          <p:nvPr/>
        </p:nvSpPr>
        <p:spPr>
          <a:xfrm>
            <a:off x="2641597" y="6096000"/>
            <a:ext cx="6908800" cy="646331"/>
          </a:xfrm>
          <a:prstGeom prst="rect">
            <a:avLst/>
          </a:prstGeom>
          <a:noFill/>
        </p:spPr>
        <p:txBody>
          <a:bodyPr wrap="square" rtlCol="0">
            <a:spAutoFit/>
          </a:bodyPr>
          <a:lstStyle/>
          <a:p>
            <a:r>
              <a:rPr lang="en-IN" b="1" dirty="0"/>
              <a:t>Fig:</a:t>
            </a:r>
            <a:r>
              <a:rPr lang="en-IN" dirty="0"/>
              <a:t> </a:t>
            </a:r>
            <a:r>
              <a:rPr lang="en-IN" i="1" dirty="0"/>
              <a:t>Left column:</a:t>
            </a:r>
            <a:r>
              <a:rPr lang="en-IN" dirty="0"/>
              <a:t> Generated samples from the DDGAN model, </a:t>
            </a:r>
          </a:p>
          <a:p>
            <a:r>
              <a:rPr lang="en-IN" i="1" dirty="0"/>
              <a:t>Right columns</a:t>
            </a:r>
            <a:r>
              <a:rPr lang="en-IN" dirty="0"/>
              <a:t>: Top-5 nearest neighbour matches from the training set</a:t>
            </a:r>
          </a:p>
        </p:txBody>
      </p:sp>
      <p:grpSp>
        <p:nvGrpSpPr>
          <p:cNvPr id="10" name="Group 9">
            <a:extLst>
              <a:ext uri="{FF2B5EF4-FFF2-40B4-BE49-F238E27FC236}">
                <a16:creationId xmlns:a16="http://schemas.microsoft.com/office/drawing/2014/main" id="{32AE2ED0-15EB-CC4C-74CB-CDDC2A8CB1FE}"/>
              </a:ext>
            </a:extLst>
          </p:cNvPr>
          <p:cNvGrpSpPr/>
          <p:nvPr/>
        </p:nvGrpSpPr>
        <p:grpSpPr>
          <a:xfrm>
            <a:off x="976645" y="81280"/>
            <a:ext cx="9884395" cy="5709920"/>
            <a:chOff x="976645" y="81280"/>
            <a:chExt cx="9884395" cy="5709920"/>
          </a:xfrm>
        </p:grpSpPr>
        <p:cxnSp>
          <p:nvCxnSpPr>
            <p:cNvPr id="4" name="Straight Connector 3">
              <a:extLst>
                <a:ext uri="{FF2B5EF4-FFF2-40B4-BE49-F238E27FC236}">
                  <a16:creationId xmlns:a16="http://schemas.microsoft.com/office/drawing/2014/main" id="{513E4754-8034-5689-64CC-528BABDE58AB}"/>
                </a:ext>
              </a:extLst>
            </p:cNvPr>
            <p:cNvCxnSpPr/>
            <p:nvPr/>
          </p:nvCxnSpPr>
          <p:spPr>
            <a:xfrm>
              <a:off x="2804160" y="81280"/>
              <a:ext cx="0" cy="570992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7A57828-BCD7-335F-85BB-51EFB9942530}"/>
                </a:ext>
              </a:extLst>
            </p:cNvPr>
            <p:cNvCxnSpPr>
              <a:cxnSpLocks/>
            </p:cNvCxnSpPr>
            <p:nvPr/>
          </p:nvCxnSpPr>
          <p:spPr>
            <a:xfrm>
              <a:off x="1137920" y="487680"/>
              <a:ext cx="9723120"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D057EB8-706F-381B-18A7-C5D2A33C8B64}"/>
                </a:ext>
              </a:extLst>
            </p:cNvPr>
            <p:cNvSpPr txBox="1"/>
            <p:nvPr/>
          </p:nvSpPr>
          <p:spPr>
            <a:xfrm>
              <a:off x="976645" y="118348"/>
              <a:ext cx="1872885" cy="369332"/>
            </a:xfrm>
            <a:prstGeom prst="rect">
              <a:avLst/>
            </a:prstGeom>
            <a:noFill/>
          </p:spPr>
          <p:txBody>
            <a:bodyPr wrap="none" rtlCol="0">
              <a:spAutoFit/>
            </a:bodyPr>
            <a:lstStyle/>
            <a:p>
              <a:r>
                <a:rPr lang="en-US" dirty="0"/>
                <a:t>Generated output</a:t>
              </a:r>
              <a:endParaRPr lang="en-IN" dirty="0"/>
            </a:p>
          </p:txBody>
        </p:sp>
        <p:sp>
          <p:nvSpPr>
            <p:cNvPr id="9" name="TextBox 8">
              <a:extLst>
                <a:ext uri="{FF2B5EF4-FFF2-40B4-BE49-F238E27FC236}">
                  <a16:creationId xmlns:a16="http://schemas.microsoft.com/office/drawing/2014/main" id="{CA204AE0-4E9F-504D-C287-0601159D7B94}"/>
                </a:ext>
              </a:extLst>
            </p:cNvPr>
            <p:cNvSpPr txBox="1"/>
            <p:nvPr/>
          </p:nvSpPr>
          <p:spPr>
            <a:xfrm>
              <a:off x="4798965" y="129738"/>
              <a:ext cx="1675908" cy="369332"/>
            </a:xfrm>
            <a:prstGeom prst="rect">
              <a:avLst/>
            </a:prstGeom>
            <a:noFill/>
          </p:spPr>
          <p:txBody>
            <a:bodyPr wrap="none" rtlCol="0">
              <a:spAutoFit/>
            </a:bodyPr>
            <a:lstStyle/>
            <a:p>
              <a:r>
                <a:rPr lang="en-US" dirty="0"/>
                <a:t>Training dataset</a:t>
              </a:r>
              <a:endParaRPr lang="en-IN" dirty="0"/>
            </a:p>
          </p:txBody>
        </p:sp>
      </p:grpSp>
    </p:spTree>
    <p:extLst>
      <p:ext uri="{BB962C8B-B14F-4D97-AF65-F5344CB8AC3E}">
        <p14:creationId xmlns:p14="http://schemas.microsoft.com/office/powerpoint/2010/main" val="7050892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409B9D2E-C7BF-B13C-5E07-4A8ADD4EFE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2757" y="543911"/>
            <a:ext cx="10065525" cy="1610484"/>
          </a:xfrm>
          <a:prstGeom prst="rect">
            <a:avLst/>
          </a:prstGeom>
        </p:spPr>
      </p:pic>
      <p:pic>
        <p:nvPicPr>
          <p:cNvPr id="21" name="Picture 20">
            <a:extLst>
              <a:ext uri="{FF2B5EF4-FFF2-40B4-BE49-F238E27FC236}">
                <a16:creationId xmlns:a16="http://schemas.microsoft.com/office/drawing/2014/main" id="{2546FF08-55F1-ADBA-162D-516AFBFC01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756" y="2154395"/>
            <a:ext cx="10065525" cy="1610484"/>
          </a:xfrm>
          <a:prstGeom prst="rect">
            <a:avLst/>
          </a:prstGeom>
        </p:spPr>
      </p:pic>
      <p:pic>
        <p:nvPicPr>
          <p:cNvPr id="27" name="Picture 26">
            <a:extLst>
              <a:ext uri="{FF2B5EF4-FFF2-40B4-BE49-F238E27FC236}">
                <a16:creationId xmlns:a16="http://schemas.microsoft.com/office/drawing/2014/main" id="{AAA37BD6-B888-CA1A-7FED-ED6536F64E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756" y="3764879"/>
            <a:ext cx="10065525" cy="1610484"/>
          </a:xfrm>
          <a:prstGeom prst="rect">
            <a:avLst/>
          </a:prstGeom>
        </p:spPr>
      </p:pic>
      <p:sp>
        <p:nvSpPr>
          <p:cNvPr id="2" name="TextBox 1">
            <a:extLst>
              <a:ext uri="{FF2B5EF4-FFF2-40B4-BE49-F238E27FC236}">
                <a16:creationId xmlns:a16="http://schemas.microsoft.com/office/drawing/2014/main" id="{D34349A5-D54E-7891-C998-2D3AD4335A88}"/>
              </a:ext>
            </a:extLst>
          </p:cNvPr>
          <p:cNvSpPr txBox="1"/>
          <p:nvPr/>
        </p:nvSpPr>
        <p:spPr>
          <a:xfrm>
            <a:off x="2611117" y="5953760"/>
            <a:ext cx="6908800" cy="646331"/>
          </a:xfrm>
          <a:prstGeom prst="rect">
            <a:avLst/>
          </a:prstGeom>
          <a:noFill/>
        </p:spPr>
        <p:txBody>
          <a:bodyPr wrap="square" rtlCol="0">
            <a:spAutoFit/>
          </a:bodyPr>
          <a:lstStyle/>
          <a:p>
            <a:r>
              <a:rPr lang="en-IN" b="1" dirty="0"/>
              <a:t>Fig:</a:t>
            </a:r>
            <a:r>
              <a:rPr lang="en-IN" dirty="0"/>
              <a:t> </a:t>
            </a:r>
            <a:r>
              <a:rPr lang="en-IN" i="1" dirty="0"/>
              <a:t>Left column:</a:t>
            </a:r>
            <a:r>
              <a:rPr lang="en-IN" dirty="0"/>
              <a:t> Generated samples from the DDGAN model, </a:t>
            </a:r>
          </a:p>
          <a:p>
            <a:r>
              <a:rPr lang="en-IN" i="1" dirty="0"/>
              <a:t>Right columns</a:t>
            </a:r>
            <a:r>
              <a:rPr lang="en-IN" dirty="0"/>
              <a:t>: Top-5 nearest neighbour matches from the training set</a:t>
            </a:r>
          </a:p>
        </p:txBody>
      </p:sp>
      <p:grpSp>
        <p:nvGrpSpPr>
          <p:cNvPr id="3" name="Group 2">
            <a:extLst>
              <a:ext uri="{FF2B5EF4-FFF2-40B4-BE49-F238E27FC236}">
                <a16:creationId xmlns:a16="http://schemas.microsoft.com/office/drawing/2014/main" id="{61F15B93-2393-71CF-DB0B-D4705CFD5EFF}"/>
              </a:ext>
            </a:extLst>
          </p:cNvPr>
          <p:cNvGrpSpPr/>
          <p:nvPr/>
        </p:nvGrpSpPr>
        <p:grpSpPr>
          <a:xfrm>
            <a:off x="976645" y="118348"/>
            <a:ext cx="9884395" cy="5713492"/>
            <a:chOff x="976645" y="118348"/>
            <a:chExt cx="9884395" cy="5713492"/>
          </a:xfrm>
        </p:grpSpPr>
        <p:cxnSp>
          <p:nvCxnSpPr>
            <p:cNvPr id="4" name="Straight Connector 3">
              <a:extLst>
                <a:ext uri="{FF2B5EF4-FFF2-40B4-BE49-F238E27FC236}">
                  <a16:creationId xmlns:a16="http://schemas.microsoft.com/office/drawing/2014/main" id="{168FDAFD-55D3-ED79-6A0E-596B43545E47}"/>
                </a:ext>
              </a:extLst>
            </p:cNvPr>
            <p:cNvCxnSpPr>
              <a:cxnSpLocks/>
            </p:cNvCxnSpPr>
            <p:nvPr/>
          </p:nvCxnSpPr>
          <p:spPr>
            <a:xfrm>
              <a:off x="2804160" y="121920"/>
              <a:ext cx="0" cy="570992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41A3AE6-FD2D-1EAE-98CC-C3D6DD3EAC04}"/>
                </a:ext>
              </a:extLst>
            </p:cNvPr>
            <p:cNvCxnSpPr>
              <a:cxnSpLocks/>
            </p:cNvCxnSpPr>
            <p:nvPr/>
          </p:nvCxnSpPr>
          <p:spPr>
            <a:xfrm>
              <a:off x="1137920" y="487680"/>
              <a:ext cx="972312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633B4EE-F7E9-C810-742F-B54E03D0DB3D}"/>
                </a:ext>
              </a:extLst>
            </p:cNvPr>
            <p:cNvSpPr txBox="1"/>
            <p:nvPr/>
          </p:nvSpPr>
          <p:spPr>
            <a:xfrm>
              <a:off x="976645" y="118348"/>
              <a:ext cx="1872885" cy="369332"/>
            </a:xfrm>
            <a:prstGeom prst="rect">
              <a:avLst/>
            </a:prstGeom>
            <a:noFill/>
          </p:spPr>
          <p:txBody>
            <a:bodyPr wrap="none" rtlCol="0">
              <a:spAutoFit/>
            </a:bodyPr>
            <a:lstStyle/>
            <a:p>
              <a:r>
                <a:rPr lang="en-US" dirty="0"/>
                <a:t>Generated output</a:t>
              </a:r>
              <a:endParaRPr lang="en-IN" dirty="0"/>
            </a:p>
          </p:txBody>
        </p:sp>
        <p:sp>
          <p:nvSpPr>
            <p:cNvPr id="7" name="TextBox 6">
              <a:extLst>
                <a:ext uri="{FF2B5EF4-FFF2-40B4-BE49-F238E27FC236}">
                  <a16:creationId xmlns:a16="http://schemas.microsoft.com/office/drawing/2014/main" id="{D1B22791-41E3-5299-C33B-90136FCD9426}"/>
                </a:ext>
              </a:extLst>
            </p:cNvPr>
            <p:cNvSpPr txBox="1"/>
            <p:nvPr/>
          </p:nvSpPr>
          <p:spPr>
            <a:xfrm>
              <a:off x="4798965" y="129738"/>
              <a:ext cx="1675908" cy="369332"/>
            </a:xfrm>
            <a:prstGeom prst="rect">
              <a:avLst/>
            </a:prstGeom>
            <a:noFill/>
          </p:spPr>
          <p:txBody>
            <a:bodyPr wrap="none" rtlCol="0">
              <a:spAutoFit/>
            </a:bodyPr>
            <a:lstStyle/>
            <a:p>
              <a:r>
                <a:rPr lang="en-US" dirty="0"/>
                <a:t>Training dataset</a:t>
              </a:r>
              <a:endParaRPr lang="en-IN" dirty="0"/>
            </a:p>
          </p:txBody>
        </p:sp>
      </p:grpSp>
    </p:spTree>
    <p:extLst>
      <p:ext uri="{BB962C8B-B14F-4D97-AF65-F5344CB8AC3E}">
        <p14:creationId xmlns:p14="http://schemas.microsoft.com/office/powerpoint/2010/main" val="19763016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DDFB722E-A391-180C-1FB1-4632307129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447" y="2415647"/>
            <a:ext cx="10238705" cy="1638193"/>
          </a:xfrm>
          <a:prstGeom prst="rect">
            <a:avLst/>
          </a:prstGeom>
        </p:spPr>
      </p:pic>
      <p:pic>
        <p:nvPicPr>
          <p:cNvPr id="2" name="Picture 1">
            <a:extLst>
              <a:ext uri="{FF2B5EF4-FFF2-40B4-BE49-F238E27FC236}">
                <a16:creationId xmlns:a16="http://schemas.microsoft.com/office/drawing/2014/main" id="{9AD66942-5D6F-3977-29EF-CBE1DDC6F3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444" y="667896"/>
            <a:ext cx="10065525" cy="1610484"/>
          </a:xfrm>
          <a:prstGeom prst="rect">
            <a:avLst/>
          </a:prstGeom>
        </p:spPr>
      </p:pic>
      <p:sp>
        <p:nvSpPr>
          <p:cNvPr id="3" name="TextBox 2">
            <a:extLst>
              <a:ext uri="{FF2B5EF4-FFF2-40B4-BE49-F238E27FC236}">
                <a16:creationId xmlns:a16="http://schemas.microsoft.com/office/drawing/2014/main" id="{C6F87637-03C9-CBB2-DC47-147DA08D9227}"/>
              </a:ext>
            </a:extLst>
          </p:cNvPr>
          <p:cNvSpPr txBox="1"/>
          <p:nvPr/>
        </p:nvSpPr>
        <p:spPr>
          <a:xfrm>
            <a:off x="2946397" y="5212080"/>
            <a:ext cx="6908800" cy="646331"/>
          </a:xfrm>
          <a:prstGeom prst="rect">
            <a:avLst/>
          </a:prstGeom>
          <a:noFill/>
        </p:spPr>
        <p:txBody>
          <a:bodyPr wrap="square" rtlCol="0">
            <a:spAutoFit/>
          </a:bodyPr>
          <a:lstStyle/>
          <a:p>
            <a:r>
              <a:rPr lang="en-IN" b="1" dirty="0"/>
              <a:t>Fig:</a:t>
            </a:r>
            <a:r>
              <a:rPr lang="en-IN" dirty="0"/>
              <a:t> </a:t>
            </a:r>
            <a:r>
              <a:rPr lang="en-IN" i="1" dirty="0"/>
              <a:t>Left column:</a:t>
            </a:r>
            <a:r>
              <a:rPr lang="en-IN" dirty="0"/>
              <a:t> Generated samples from the DDGAN model, </a:t>
            </a:r>
          </a:p>
          <a:p>
            <a:r>
              <a:rPr lang="en-IN" i="1" dirty="0"/>
              <a:t>Right columns</a:t>
            </a:r>
            <a:r>
              <a:rPr lang="en-IN" dirty="0"/>
              <a:t>: Top-5 nearest neighbour matches from the training set</a:t>
            </a:r>
          </a:p>
        </p:txBody>
      </p:sp>
      <p:grpSp>
        <p:nvGrpSpPr>
          <p:cNvPr id="4" name="Group 3">
            <a:extLst>
              <a:ext uri="{FF2B5EF4-FFF2-40B4-BE49-F238E27FC236}">
                <a16:creationId xmlns:a16="http://schemas.microsoft.com/office/drawing/2014/main" id="{A7B569A6-D297-9C57-9FBB-8604635ACF80}"/>
              </a:ext>
            </a:extLst>
          </p:cNvPr>
          <p:cNvGrpSpPr/>
          <p:nvPr/>
        </p:nvGrpSpPr>
        <p:grpSpPr>
          <a:xfrm>
            <a:off x="976645" y="71120"/>
            <a:ext cx="9884395" cy="5709920"/>
            <a:chOff x="976645" y="71120"/>
            <a:chExt cx="9884395" cy="5709920"/>
          </a:xfrm>
        </p:grpSpPr>
        <p:cxnSp>
          <p:nvCxnSpPr>
            <p:cNvPr id="5" name="Straight Connector 4">
              <a:extLst>
                <a:ext uri="{FF2B5EF4-FFF2-40B4-BE49-F238E27FC236}">
                  <a16:creationId xmlns:a16="http://schemas.microsoft.com/office/drawing/2014/main" id="{5FB0D847-B712-7450-FF3E-803F72514CA1}"/>
                </a:ext>
              </a:extLst>
            </p:cNvPr>
            <p:cNvCxnSpPr/>
            <p:nvPr/>
          </p:nvCxnSpPr>
          <p:spPr>
            <a:xfrm>
              <a:off x="2804160" y="71120"/>
              <a:ext cx="0" cy="570992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76E2CAD-0EB6-D399-D663-D9E763BB970E}"/>
                </a:ext>
              </a:extLst>
            </p:cNvPr>
            <p:cNvCxnSpPr>
              <a:cxnSpLocks/>
            </p:cNvCxnSpPr>
            <p:nvPr/>
          </p:nvCxnSpPr>
          <p:spPr>
            <a:xfrm>
              <a:off x="1137920" y="487680"/>
              <a:ext cx="972312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A95AC3A-169A-80D3-FEFF-6DED9856F4D7}"/>
                </a:ext>
              </a:extLst>
            </p:cNvPr>
            <p:cNvSpPr txBox="1"/>
            <p:nvPr/>
          </p:nvSpPr>
          <p:spPr>
            <a:xfrm>
              <a:off x="976645" y="118348"/>
              <a:ext cx="1872885" cy="369332"/>
            </a:xfrm>
            <a:prstGeom prst="rect">
              <a:avLst/>
            </a:prstGeom>
            <a:noFill/>
          </p:spPr>
          <p:txBody>
            <a:bodyPr wrap="none" rtlCol="0">
              <a:spAutoFit/>
            </a:bodyPr>
            <a:lstStyle/>
            <a:p>
              <a:r>
                <a:rPr lang="en-US" dirty="0"/>
                <a:t>Generated output</a:t>
              </a:r>
              <a:endParaRPr lang="en-IN" dirty="0"/>
            </a:p>
          </p:txBody>
        </p:sp>
        <p:sp>
          <p:nvSpPr>
            <p:cNvPr id="8" name="TextBox 7">
              <a:extLst>
                <a:ext uri="{FF2B5EF4-FFF2-40B4-BE49-F238E27FC236}">
                  <a16:creationId xmlns:a16="http://schemas.microsoft.com/office/drawing/2014/main" id="{78702A6C-5FB9-E119-2927-7A5759EE477F}"/>
                </a:ext>
              </a:extLst>
            </p:cNvPr>
            <p:cNvSpPr txBox="1"/>
            <p:nvPr/>
          </p:nvSpPr>
          <p:spPr>
            <a:xfrm>
              <a:off x="4798965" y="129738"/>
              <a:ext cx="1675908" cy="369332"/>
            </a:xfrm>
            <a:prstGeom prst="rect">
              <a:avLst/>
            </a:prstGeom>
            <a:noFill/>
          </p:spPr>
          <p:txBody>
            <a:bodyPr wrap="none" rtlCol="0">
              <a:spAutoFit/>
            </a:bodyPr>
            <a:lstStyle/>
            <a:p>
              <a:r>
                <a:rPr lang="en-US" dirty="0"/>
                <a:t>Training dataset</a:t>
              </a:r>
              <a:endParaRPr lang="en-IN" dirty="0"/>
            </a:p>
          </p:txBody>
        </p:sp>
      </p:grpSp>
    </p:spTree>
    <p:extLst>
      <p:ext uri="{BB962C8B-B14F-4D97-AF65-F5344CB8AC3E}">
        <p14:creationId xmlns:p14="http://schemas.microsoft.com/office/powerpoint/2010/main" val="39619495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2" y="269966"/>
            <a:ext cx="11374848" cy="1077218"/>
          </a:xfrm>
          <a:prstGeom prst="rect">
            <a:avLst/>
          </a:prstGeom>
          <a:noFill/>
        </p:spPr>
        <p:txBody>
          <a:bodyPr wrap="square" rtlCol="0">
            <a:spAutoFit/>
          </a:bodyPr>
          <a:lstStyle/>
          <a:p>
            <a:r>
              <a:rPr lang="en-US" sz="3200" u="sng" dirty="0" err="1">
                <a:solidFill>
                  <a:schemeClr val="accent5">
                    <a:lumMod val="75000"/>
                  </a:schemeClr>
                </a:solidFill>
              </a:rPr>
              <a:t>DiffusionGAN</a:t>
            </a:r>
            <a:r>
              <a:rPr lang="en-US" sz="3200" u="sng" dirty="0">
                <a:solidFill>
                  <a:schemeClr val="accent5">
                    <a:lumMod val="75000"/>
                  </a:schemeClr>
                </a:solidFill>
              </a:rPr>
              <a:t>: (110 epoch) – Generated output (3000 samples) on </a:t>
            </a:r>
            <a:r>
              <a:rPr lang="en-US" sz="3200" u="sng" dirty="0" err="1">
                <a:solidFill>
                  <a:schemeClr val="accent5">
                    <a:lumMod val="75000"/>
                  </a:schemeClr>
                </a:solidFill>
              </a:rPr>
              <a:t>Fairface</a:t>
            </a:r>
            <a:endParaRPr lang="en-US" sz="3200" u="sng" dirty="0">
              <a:solidFill>
                <a:schemeClr val="accent5">
                  <a:lumMod val="75000"/>
                </a:schemeClr>
              </a:solidFill>
            </a:endParaRPr>
          </a:p>
        </p:txBody>
      </p:sp>
      <p:graphicFrame>
        <p:nvGraphicFramePr>
          <p:cNvPr id="3" name="Chart 2"/>
          <p:cNvGraphicFramePr>
            <a:graphicFrameLocks/>
          </p:cNvGraphicFramePr>
          <p:nvPr>
            <p:extLst>
              <p:ext uri="{D42A27DB-BD31-4B8C-83A1-F6EECF244321}">
                <p14:modId xmlns:p14="http://schemas.microsoft.com/office/powerpoint/2010/main" val="1263602658"/>
              </p:ext>
            </p:extLst>
          </p:nvPr>
        </p:nvGraphicFramePr>
        <p:xfrm>
          <a:off x="3591914" y="3905794"/>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p:cNvGraphicFramePr>
            <a:graphicFrameLocks/>
          </p:cNvGraphicFramePr>
          <p:nvPr>
            <p:extLst>
              <p:ext uri="{D42A27DB-BD31-4B8C-83A1-F6EECF244321}">
                <p14:modId xmlns:p14="http://schemas.microsoft.com/office/powerpoint/2010/main" val="3826644945"/>
              </p:ext>
            </p:extLst>
          </p:nvPr>
        </p:nvGraphicFramePr>
        <p:xfrm>
          <a:off x="6096000" y="99887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p:cNvGraphicFramePr>
            <a:graphicFrameLocks/>
          </p:cNvGraphicFramePr>
          <p:nvPr/>
        </p:nvGraphicFramePr>
        <p:xfrm>
          <a:off x="1183759" y="99887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645434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791200" y="1964833"/>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2" name="Chart 1">
            <a:extLst>
              <a:ext uri="{FF2B5EF4-FFF2-40B4-BE49-F238E27FC236}">
                <a16:creationId xmlns:a16="http://schemas.microsoft.com/office/drawing/2014/main" id="{D7D3F9E1-3E85-98A3-CE04-663F991384A5}"/>
              </a:ext>
            </a:extLst>
          </p:cNvPr>
          <p:cNvGraphicFramePr>
            <a:graphicFrameLocks/>
          </p:cNvGraphicFramePr>
          <p:nvPr>
            <p:extLst>
              <p:ext uri="{D42A27DB-BD31-4B8C-83A1-F6EECF244321}">
                <p14:modId xmlns:p14="http://schemas.microsoft.com/office/powerpoint/2010/main" val="3064845232"/>
              </p:ext>
            </p:extLst>
          </p:nvPr>
        </p:nvGraphicFramePr>
        <p:xfrm>
          <a:off x="772160" y="536035"/>
          <a:ext cx="5019040" cy="322692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CBB83E64-8FBB-F977-E8E9-AA582D9F6C85}"/>
              </a:ext>
            </a:extLst>
          </p:cNvPr>
          <p:cNvGraphicFramePr>
            <a:graphicFrameLocks/>
          </p:cNvGraphicFramePr>
          <p:nvPr>
            <p:extLst>
              <p:ext uri="{D42A27DB-BD31-4B8C-83A1-F6EECF244321}">
                <p14:modId xmlns:p14="http://schemas.microsoft.com/office/powerpoint/2010/main" val="3695196777"/>
              </p:ext>
            </p:extLst>
          </p:nvPr>
        </p:nvGraphicFramePr>
        <p:xfrm>
          <a:off x="6314440" y="3502096"/>
          <a:ext cx="5019040" cy="322692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511138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err="1"/>
              <a:t>CelebA</a:t>
            </a:r>
            <a:r>
              <a:rPr lang="en-IN" dirty="0"/>
              <a:t>-HQ dataset</a:t>
            </a:r>
          </a:p>
        </p:txBody>
      </p:sp>
    </p:spTree>
    <p:extLst>
      <p:ext uri="{BB962C8B-B14F-4D97-AF65-F5344CB8AC3E}">
        <p14:creationId xmlns:p14="http://schemas.microsoft.com/office/powerpoint/2010/main" val="40319811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Race</a:t>
            </a:r>
          </a:p>
        </p:txBody>
      </p:sp>
      <p:sp>
        <p:nvSpPr>
          <p:cNvPr id="10" name="TextBox 9">
            <a:extLst>
              <a:ext uri="{FF2B5EF4-FFF2-40B4-BE49-F238E27FC236}">
                <a16:creationId xmlns:a16="http://schemas.microsoft.com/office/drawing/2014/main" id="{67C95C17-8519-C442-B6D2-2AB931828790}"/>
              </a:ext>
            </a:extLst>
          </p:cNvPr>
          <p:cNvSpPr txBox="1"/>
          <p:nvPr/>
        </p:nvSpPr>
        <p:spPr>
          <a:xfrm>
            <a:off x="6627948" y="624540"/>
            <a:ext cx="2722880" cy="369332"/>
          </a:xfrm>
          <a:prstGeom prst="rect">
            <a:avLst/>
          </a:prstGeom>
          <a:noFill/>
        </p:spPr>
        <p:txBody>
          <a:bodyPr wrap="square" rtlCol="0">
            <a:spAutoFit/>
          </a:bodyPr>
          <a:lstStyle/>
          <a:p>
            <a:r>
              <a:rPr lang="en-IN" dirty="0"/>
              <a:t>Generated Data - DDGAN</a:t>
            </a:r>
          </a:p>
        </p:txBody>
      </p:sp>
      <p:sp>
        <p:nvSpPr>
          <p:cNvPr id="11" name="TextBox 10">
            <a:extLst>
              <a:ext uri="{FF2B5EF4-FFF2-40B4-BE49-F238E27FC236}">
                <a16:creationId xmlns:a16="http://schemas.microsoft.com/office/drawing/2014/main" id="{2AB1F630-3908-A1D9-D31A-14E612F3B706}"/>
              </a:ext>
            </a:extLst>
          </p:cNvPr>
          <p:cNvSpPr txBox="1"/>
          <p:nvPr/>
        </p:nvSpPr>
        <p:spPr>
          <a:xfrm>
            <a:off x="3606800" y="609730"/>
            <a:ext cx="1259840" cy="369332"/>
          </a:xfrm>
          <a:prstGeom prst="rect">
            <a:avLst/>
          </a:prstGeom>
          <a:noFill/>
        </p:spPr>
        <p:txBody>
          <a:bodyPr wrap="square" rtlCol="0">
            <a:spAutoFit/>
          </a:bodyPr>
          <a:lstStyle/>
          <a:p>
            <a:r>
              <a:rPr lang="en-IN" dirty="0"/>
              <a:t>Train Data</a:t>
            </a:r>
          </a:p>
        </p:txBody>
      </p:sp>
      <p:graphicFrame>
        <p:nvGraphicFramePr>
          <p:cNvPr id="2" name="Chart 1">
            <a:extLst>
              <a:ext uri="{FF2B5EF4-FFF2-40B4-BE49-F238E27FC236}">
                <a16:creationId xmlns:a16="http://schemas.microsoft.com/office/drawing/2014/main" id="{7ADA39BA-15ED-6B66-2B95-BAAD1D42C13C}"/>
              </a:ext>
            </a:extLst>
          </p:cNvPr>
          <p:cNvGraphicFramePr>
            <a:graphicFrameLocks/>
          </p:cNvGraphicFramePr>
          <p:nvPr>
            <p:extLst>
              <p:ext uri="{D42A27DB-BD31-4B8C-83A1-F6EECF244321}">
                <p14:modId xmlns:p14="http://schemas.microsoft.com/office/powerpoint/2010/main" val="4289536008"/>
              </p:ext>
            </p:extLst>
          </p:nvPr>
        </p:nvGraphicFramePr>
        <p:xfrm>
          <a:off x="5625736" y="84836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50C56331-AB8E-71C3-20AC-03D4E655005E}"/>
              </a:ext>
            </a:extLst>
          </p:cNvPr>
          <p:cNvGraphicFramePr>
            <a:graphicFrameLocks/>
          </p:cNvGraphicFramePr>
          <p:nvPr>
            <p:extLst>
              <p:ext uri="{D42A27DB-BD31-4B8C-83A1-F6EECF244321}">
                <p14:modId xmlns:p14="http://schemas.microsoft.com/office/powerpoint/2010/main" val="2870639515"/>
              </p:ext>
            </p:extLst>
          </p:nvPr>
        </p:nvGraphicFramePr>
        <p:xfrm>
          <a:off x="2265680" y="891568"/>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5B8A6534-15CB-E85E-5566-5B5AFCFFB9EE}"/>
              </a:ext>
            </a:extLst>
          </p:cNvPr>
          <p:cNvSpPr txBox="1"/>
          <p:nvPr/>
        </p:nvSpPr>
        <p:spPr>
          <a:xfrm>
            <a:off x="2875280" y="3934488"/>
            <a:ext cx="2722880" cy="369332"/>
          </a:xfrm>
          <a:prstGeom prst="rect">
            <a:avLst/>
          </a:prstGeom>
          <a:noFill/>
        </p:spPr>
        <p:txBody>
          <a:bodyPr wrap="square" rtlCol="0">
            <a:spAutoFit/>
          </a:bodyPr>
          <a:lstStyle/>
          <a:p>
            <a:r>
              <a:rPr lang="en-IN" dirty="0"/>
              <a:t>Generated Data - DDPM</a:t>
            </a:r>
          </a:p>
        </p:txBody>
      </p:sp>
      <p:sp>
        <p:nvSpPr>
          <p:cNvPr id="7" name="TextBox 6">
            <a:extLst>
              <a:ext uri="{FF2B5EF4-FFF2-40B4-BE49-F238E27FC236}">
                <a16:creationId xmlns:a16="http://schemas.microsoft.com/office/drawing/2014/main" id="{7F078B71-4A0F-B8F9-B7D8-F852339BDAEC}"/>
              </a:ext>
            </a:extLst>
          </p:cNvPr>
          <p:cNvSpPr txBox="1"/>
          <p:nvPr/>
        </p:nvSpPr>
        <p:spPr>
          <a:xfrm>
            <a:off x="6370322" y="3863368"/>
            <a:ext cx="3566160" cy="369332"/>
          </a:xfrm>
          <a:prstGeom prst="rect">
            <a:avLst/>
          </a:prstGeom>
          <a:noFill/>
        </p:spPr>
        <p:txBody>
          <a:bodyPr wrap="square" rtlCol="0">
            <a:spAutoFit/>
          </a:bodyPr>
          <a:lstStyle/>
          <a:p>
            <a:r>
              <a:rPr lang="en-IN" dirty="0"/>
              <a:t>Generated Data – Stable Diffusion</a:t>
            </a:r>
          </a:p>
        </p:txBody>
      </p:sp>
      <p:graphicFrame>
        <p:nvGraphicFramePr>
          <p:cNvPr id="8" name="Chart 7">
            <a:extLst>
              <a:ext uri="{FF2B5EF4-FFF2-40B4-BE49-F238E27FC236}">
                <a16:creationId xmlns:a16="http://schemas.microsoft.com/office/drawing/2014/main" id="{F1BA8E32-35C0-0436-3926-21FF8A42B6D9}"/>
              </a:ext>
            </a:extLst>
          </p:cNvPr>
          <p:cNvGraphicFramePr>
            <a:graphicFrameLocks/>
          </p:cNvGraphicFramePr>
          <p:nvPr>
            <p:extLst>
              <p:ext uri="{D42A27DB-BD31-4B8C-83A1-F6EECF244321}">
                <p14:modId xmlns:p14="http://schemas.microsoft.com/office/powerpoint/2010/main" val="2227324921"/>
              </p:ext>
            </p:extLst>
          </p:nvPr>
        </p:nvGraphicFramePr>
        <p:xfrm>
          <a:off x="1950720" y="4147848"/>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Chart 3">
            <a:extLst>
              <a:ext uri="{FF2B5EF4-FFF2-40B4-BE49-F238E27FC236}">
                <a16:creationId xmlns:a16="http://schemas.microsoft.com/office/drawing/2014/main" id="{2C431F06-E299-0546-FBF1-ABDF103FE4B9}"/>
              </a:ext>
            </a:extLst>
          </p:cNvPr>
          <p:cNvGraphicFramePr>
            <a:graphicFrameLocks/>
          </p:cNvGraphicFramePr>
          <p:nvPr>
            <p:extLst>
              <p:ext uri="{D42A27DB-BD31-4B8C-83A1-F6EECF244321}">
                <p14:modId xmlns:p14="http://schemas.microsoft.com/office/powerpoint/2010/main" val="4269125533"/>
              </p:ext>
            </p:extLst>
          </p:nvPr>
        </p:nvGraphicFramePr>
        <p:xfrm>
          <a:off x="5703388" y="4139474"/>
          <a:ext cx="4572000"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Box 8"/>
          <p:cNvSpPr txBox="1"/>
          <p:nvPr/>
        </p:nvSpPr>
        <p:spPr>
          <a:xfrm>
            <a:off x="9350828" y="5070566"/>
            <a:ext cx="2722156" cy="1600438"/>
          </a:xfrm>
          <a:prstGeom prst="rect">
            <a:avLst/>
          </a:prstGeom>
          <a:noFill/>
        </p:spPr>
        <p:txBody>
          <a:bodyPr wrap="square" rtlCol="0">
            <a:spAutoFit/>
          </a:bodyPr>
          <a:lstStyle/>
          <a:p>
            <a:pPr marL="285750" indent="-285750">
              <a:buFont typeface="Arial" panose="020B0604020202020204" pitchFamily="34" charset="0"/>
              <a:buChar char="•"/>
            </a:pPr>
            <a:r>
              <a:rPr lang="en-IN" sz="1400" dirty="0">
                <a:solidFill>
                  <a:srgbClr val="00B050"/>
                </a:solidFill>
              </a:rPr>
              <a:t>Train data has 72% White, and 13% Asian</a:t>
            </a:r>
          </a:p>
          <a:p>
            <a:pPr marL="285750" indent="-285750">
              <a:buFont typeface="Arial" panose="020B0604020202020204" pitchFamily="34" charset="0"/>
              <a:buChar char="•"/>
            </a:pPr>
            <a:r>
              <a:rPr lang="en-IN" sz="1400" dirty="0">
                <a:solidFill>
                  <a:srgbClr val="00B050"/>
                </a:solidFill>
              </a:rPr>
              <a:t>Stable diffusion generates more White images</a:t>
            </a:r>
          </a:p>
          <a:p>
            <a:pPr marL="742950" lvl="1" indent="-285750">
              <a:buFont typeface="Arial" panose="020B0604020202020204" pitchFamily="34" charset="0"/>
              <a:buChar char="•"/>
            </a:pPr>
            <a:r>
              <a:rPr lang="en-IN" sz="1400" dirty="0">
                <a:solidFill>
                  <a:srgbClr val="00B050"/>
                </a:solidFill>
              </a:rPr>
              <a:t>More bias</a:t>
            </a:r>
          </a:p>
          <a:p>
            <a:pPr marL="285750" indent="-285750">
              <a:buFont typeface="Arial" panose="020B0604020202020204" pitchFamily="34" charset="0"/>
              <a:buChar char="•"/>
            </a:pPr>
            <a:r>
              <a:rPr lang="en-IN" sz="1400" dirty="0">
                <a:solidFill>
                  <a:srgbClr val="00B050"/>
                </a:solidFill>
              </a:rPr>
              <a:t>DDPM and DDGAN attempt to generate similar distribution</a:t>
            </a:r>
          </a:p>
        </p:txBody>
      </p:sp>
    </p:spTree>
    <p:extLst>
      <p:ext uri="{BB962C8B-B14F-4D97-AF65-F5344CB8AC3E}">
        <p14:creationId xmlns:p14="http://schemas.microsoft.com/office/powerpoint/2010/main" val="26926572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a:t>
            </a:r>
          </a:p>
        </p:txBody>
      </p:sp>
      <p:graphicFrame>
        <p:nvGraphicFramePr>
          <p:cNvPr id="5" name="Chart 4">
            <a:extLst>
              <a:ext uri="{FF2B5EF4-FFF2-40B4-BE49-F238E27FC236}">
                <a16:creationId xmlns:a16="http://schemas.microsoft.com/office/drawing/2014/main" id="{99C47A2A-F298-ED44-4D21-D7CAF423B677}"/>
              </a:ext>
            </a:extLst>
          </p:cNvPr>
          <p:cNvGraphicFramePr>
            <a:graphicFrameLocks/>
          </p:cNvGraphicFramePr>
          <p:nvPr>
            <p:extLst>
              <p:ext uri="{D42A27DB-BD31-4B8C-83A1-F6EECF244321}">
                <p14:modId xmlns:p14="http://schemas.microsoft.com/office/powerpoint/2010/main" val="1147178897"/>
              </p:ext>
            </p:extLst>
          </p:nvPr>
        </p:nvGraphicFramePr>
        <p:xfrm>
          <a:off x="5440680" y="92680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8781BA4F-8532-AF84-9997-11CF47ED9035}"/>
              </a:ext>
            </a:extLst>
          </p:cNvPr>
          <p:cNvGraphicFramePr>
            <a:graphicFrameLocks/>
          </p:cNvGraphicFramePr>
          <p:nvPr>
            <p:extLst>
              <p:ext uri="{D42A27DB-BD31-4B8C-83A1-F6EECF244321}">
                <p14:modId xmlns:p14="http://schemas.microsoft.com/office/powerpoint/2010/main" val="3677336493"/>
              </p:ext>
            </p:extLst>
          </p:nvPr>
        </p:nvGraphicFramePr>
        <p:xfrm>
          <a:off x="2014220" y="944292"/>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3F2C10B2-028A-4D1A-F82A-8D5978E68F6B}"/>
              </a:ext>
            </a:extLst>
          </p:cNvPr>
          <p:cNvSpPr txBox="1"/>
          <p:nvPr/>
        </p:nvSpPr>
        <p:spPr>
          <a:xfrm>
            <a:off x="6426200" y="827417"/>
            <a:ext cx="2722880" cy="369332"/>
          </a:xfrm>
          <a:prstGeom prst="rect">
            <a:avLst/>
          </a:prstGeom>
          <a:noFill/>
        </p:spPr>
        <p:txBody>
          <a:bodyPr wrap="square" rtlCol="0">
            <a:spAutoFit/>
          </a:bodyPr>
          <a:lstStyle/>
          <a:p>
            <a:r>
              <a:rPr lang="en-IN" dirty="0"/>
              <a:t>Generated Data - DDGAN</a:t>
            </a:r>
          </a:p>
        </p:txBody>
      </p:sp>
      <p:sp>
        <p:nvSpPr>
          <p:cNvPr id="12" name="TextBox 11">
            <a:extLst>
              <a:ext uri="{FF2B5EF4-FFF2-40B4-BE49-F238E27FC236}">
                <a16:creationId xmlns:a16="http://schemas.microsoft.com/office/drawing/2014/main" id="{BE797174-599A-B1C6-18FA-0A00D923735B}"/>
              </a:ext>
            </a:extLst>
          </p:cNvPr>
          <p:cNvSpPr txBox="1"/>
          <p:nvPr/>
        </p:nvSpPr>
        <p:spPr>
          <a:xfrm>
            <a:off x="3377565" y="827417"/>
            <a:ext cx="1205230" cy="369332"/>
          </a:xfrm>
          <a:prstGeom prst="rect">
            <a:avLst/>
          </a:prstGeom>
          <a:noFill/>
        </p:spPr>
        <p:txBody>
          <a:bodyPr wrap="square" rtlCol="0">
            <a:spAutoFit/>
          </a:bodyPr>
          <a:lstStyle/>
          <a:p>
            <a:r>
              <a:rPr lang="en-IN" dirty="0"/>
              <a:t>Train Data</a:t>
            </a:r>
          </a:p>
        </p:txBody>
      </p:sp>
      <p:sp>
        <p:nvSpPr>
          <p:cNvPr id="2" name="TextBox 1">
            <a:extLst>
              <a:ext uri="{FF2B5EF4-FFF2-40B4-BE49-F238E27FC236}">
                <a16:creationId xmlns:a16="http://schemas.microsoft.com/office/drawing/2014/main" id="{09BF2F56-9552-31B4-EE51-DAB05D957B4F}"/>
              </a:ext>
            </a:extLst>
          </p:cNvPr>
          <p:cNvSpPr txBox="1"/>
          <p:nvPr/>
        </p:nvSpPr>
        <p:spPr>
          <a:xfrm>
            <a:off x="2618740" y="4036424"/>
            <a:ext cx="2722880" cy="369332"/>
          </a:xfrm>
          <a:prstGeom prst="rect">
            <a:avLst/>
          </a:prstGeom>
          <a:noFill/>
        </p:spPr>
        <p:txBody>
          <a:bodyPr wrap="square" rtlCol="0">
            <a:spAutoFit/>
          </a:bodyPr>
          <a:lstStyle/>
          <a:p>
            <a:r>
              <a:rPr lang="en-IN" dirty="0"/>
              <a:t>Generated Data - DDPM</a:t>
            </a:r>
          </a:p>
        </p:txBody>
      </p:sp>
      <p:sp>
        <p:nvSpPr>
          <p:cNvPr id="4" name="TextBox 3">
            <a:extLst>
              <a:ext uri="{FF2B5EF4-FFF2-40B4-BE49-F238E27FC236}">
                <a16:creationId xmlns:a16="http://schemas.microsoft.com/office/drawing/2014/main" id="{D3ACB1B0-ECFF-86D5-6851-34E62CBE4C63}"/>
              </a:ext>
            </a:extLst>
          </p:cNvPr>
          <p:cNvSpPr txBox="1"/>
          <p:nvPr/>
        </p:nvSpPr>
        <p:spPr>
          <a:xfrm>
            <a:off x="6324596" y="4036424"/>
            <a:ext cx="3566160" cy="369332"/>
          </a:xfrm>
          <a:prstGeom prst="rect">
            <a:avLst/>
          </a:prstGeom>
          <a:noFill/>
        </p:spPr>
        <p:txBody>
          <a:bodyPr wrap="square" rtlCol="0">
            <a:spAutoFit/>
          </a:bodyPr>
          <a:lstStyle/>
          <a:p>
            <a:r>
              <a:rPr lang="en-IN" dirty="0"/>
              <a:t>Generated Data – Stable Diffusion</a:t>
            </a:r>
          </a:p>
        </p:txBody>
      </p:sp>
      <p:graphicFrame>
        <p:nvGraphicFramePr>
          <p:cNvPr id="8" name="Chart 7">
            <a:extLst>
              <a:ext uri="{FF2B5EF4-FFF2-40B4-BE49-F238E27FC236}">
                <a16:creationId xmlns:a16="http://schemas.microsoft.com/office/drawing/2014/main" id="{F6C58264-89CA-9CA4-6D26-14BF5D0CF3A7}"/>
              </a:ext>
            </a:extLst>
          </p:cNvPr>
          <p:cNvGraphicFramePr>
            <a:graphicFrameLocks/>
          </p:cNvGraphicFramePr>
          <p:nvPr>
            <p:extLst>
              <p:ext uri="{D42A27DB-BD31-4B8C-83A1-F6EECF244321}">
                <p14:modId xmlns:p14="http://schemas.microsoft.com/office/powerpoint/2010/main" val="765537251"/>
              </p:ext>
            </p:extLst>
          </p:nvPr>
        </p:nvGraphicFramePr>
        <p:xfrm>
          <a:off x="1694180" y="4221090"/>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 name="Chart 2">
            <a:extLst>
              <a:ext uri="{FF2B5EF4-FFF2-40B4-BE49-F238E27FC236}">
                <a16:creationId xmlns:a16="http://schemas.microsoft.com/office/drawing/2014/main" id="{BBEB8032-E1B7-CE01-3763-78390C08B58F}"/>
              </a:ext>
            </a:extLst>
          </p:cNvPr>
          <p:cNvGraphicFramePr>
            <a:graphicFrameLocks/>
          </p:cNvGraphicFramePr>
          <p:nvPr>
            <p:extLst>
              <p:ext uri="{D42A27DB-BD31-4B8C-83A1-F6EECF244321}">
                <p14:modId xmlns:p14="http://schemas.microsoft.com/office/powerpoint/2010/main" val="2450384313"/>
              </p:ext>
            </p:extLst>
          </p:nvPr>
        </p:nvGraphicFramePr>
        <p:xfrm>
          <a:off x="5501640" y="4221090"/>
          <a:ext cx="4572000"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p:cNvSpPr txBox="1"/>
          <p:nvPr/>
        </p:nvSpPr>
        <p:spPr>
          <a:xfrm>
            <a:off x="9350828" y="5070566"/>
            <a:ext cx="2722156" cy="738664"/>
          </a:xfrm>
          <a:prstGeom prst="rect">
            <a:avLst/>
          </a:prstGeom>
          <a:noFill/>
        </p:spPr>
        <p:txBody>
          <a:bodyPr wrap="square" rtlCol="0">
            <a:spAutoFit/>
          </a:bodyPr>
          <a:lstStyle/>
          <a:p>
            <a:pPr marL="285750" indent="-285750">
              <a:buFont typeface="Arial" panose="020B0604020202020204" pitchFamily="34" charset="0"/>
              <a:buChar char="•"/>
            </a:pPr>
            <a:r>
              <a:rPr lang="en-IN" sz="1400" dirty="0">
                <a:solidFill>
                  <a:srgbClr val="00B050"/>
                </a:solidFill>
              </a:rPr>
              <a:t>Train data has 2/3</a:t>
            </a:r>
            <a:r>
              <a:rPr lang="en-IN" sz="1400" baseline="30000" dirty="0">
                <a:solidFill>
                  <a:srgbClr val="00B050"/>
                </a:solidFill>
              </a:rPr>
              <a:t>rd</a:t>
            </a:r>
            <a:r>
              <a:rPr lang="en-IN" sz="1400" dirty="0">
                <a:solidFill>
                  <a:srgbClr val="00B050"/>
                </a:solidFill>
              </a:rPr>
              <a:t> female</a:t>
            </a:r>
          </a:p>
          <a:p>
            <a:pPr marL="285750" indent="-285750">
              <a:buFont typeface="Arial" panose="020B0604020202020204" pitchFamily="34" charset="0"/>
              <a:buChar char="•"/>
            </a:pPr>
            <a:r>
              <a:rPr lang="en-IN" sz="1400" dirty="0">
                <a:solidFill>
                  <a:srgbClr val="00B050"/>
                </a:solidFill>
              </a:rPr>
              <a:t>All models maintains almost the same bias</a:t>
            </a:r>
          </a:p>
        </p:txBody>
      </p:sp>
    </p:spTree>
    <p:extLst>
      <p:ext uri="{BB962C8B-B14F-4D97-AF65-F5344CB8AC3E}">
        <p14:creationId xmlns:p14="http://schemas.microsoft.com/office/powerpoint/2010/main" val="4124509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Age</a:t>
            </a:r>
          </a:p>
        </p:txBody>
      </p:sp>
      <p:graphicFrame>
        <p:nvGraphicFramePr>
          <p:cNvPr id="4" name="Chart 3">
            <a:extLst>
              <a:ext uri="{FF2B5EF4-FFF2-40B4-BE49-F238E27FC236}">
                <a16:creationId xmlns:a16="http://schemas.microsoft.com/office/drawing/2014/main" id="{A52229EA-0F56-7771-F61D-AA4477DB09EC}"/>
              </a:ext>
            </a:extLst>
          </p:cNvPr>
          <p:cNvGraphicFramePr>
            <a:graphicFrameLocks/>
          </p:cNvGraphicFramePr>
          <p:nvPr>
            <p:extLst>
              <p:ext uri="{D42A27DB-BD31-4B8C-83A1-F6EECF244321}">
                <p14:modId xmlns:p14="http://schemas.microsoft.com/office/powerpoint/2010/main" val="557787889"/>
              </p:ext>
            </p:extLst>
          </p:nvPr>
        </p:nvGraphicFramePr>
        <p:xfrm>
          <a:off x="5811520" y="98395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E5D1D8DA-E7A3-EC41-0250-C7BD300B2554}"/>
              </a:ext>
            </a:extLst>
          </p:cNvPr>
          <p:cNvGraphicFramePr>
            <a:graphicFrameLocks/>
          </p:cNvGraphicFramePr>
          <p:nvPr>
            <p:extLst>
              <p:ext uri="{D42A27DB-BD31-4B8C-83A1-F6EECF244321}">
                <p14:modId xmlns:p14="http://schemas.microsoft.com/office/powerpoint/2010/main" val="747637682"/>
              </p:ext>
            </p:extLst>
          </p:nvPr>
        </p:nvGraphicFramePr>
        <p:xfrm>
          <a:off x="2275840" y="885872"/>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DA0F25E0-BD63-F91F-80F4-2163A75B0588}"/>
              </a:ext>
            </a:extLst>
          </p:cNvPr>
          <p:cNvSpPr txBox="1"/>
          <p:nvPr/>
        </p:nvSpPr>
        <p:spPr>
          <a:xfrm>
            <a:off x="6736080" y="516540"/>
            <a:ext cx="2722880" cy="369332"/>
          </a:xfrm>
          <a:prstGeom prst="rect">
            <a:avLst/>
          </a:prstGeom>
          <a:noFill/>
        </p:spPr>
        <p:txBody>
          <a:bodyPr wrap="square" rtlCol="0">
            <a:spAutoFit/>
          </a:bodyPr>
          <a:lstStyle/>
          <a:p>
            <a:r>
              <a:rPr lang="en-IN" dirty="0"/>
              <a:t>Generated Data - DDGAN</a:t>
            </a:r>
          </a:p>
        </p:txBody>
      </p:sp>
      <p:sp>
        <p:nvSpPr>
          <p:cNvPr id="8" name="TextBox 7">
            <a:extLst>
              <a:ext uri="{FF2B5EF4-FFF2-40B4-BE49-F238E27FC236}">
                <a16:creationId xmlns:a16="http://schemas.microsoft.com/office/drawing/2014/main" id="{507293F9-18DC-4462-47EB-2E2BBD2E93FC}"/>
              </a:ext>
            </a:extLst>
          </p:cNvPr>
          <p:cNvSpPr txBox="1"/>
          <p:nvPr/>
        </p:nvSpPr>
        <p:spPr>
          <a:xfrm>
            <a:off x="3622040" y="520986"/>
            <a:ext cx="1188720" cy="369332"/>
          </a:xfrm>
          <a:prstGeom prst="rect">
            <a:avLst/>
          </a:prstGeom>
          <a:noFill/>
        </p:spPr>
        <p:txBody>
          <a:bodyPr wrap="square" rtlCol="0">
            <a:spAutoFit/>
          </a:bodyPr>
          <a:lstStyle/>
          <a:p>
            <a:r>
              <a:rPr lang="en-IN" dirty="0"/>
              <a:t>Train Data</a:t>
            </a:r>
          </a:p>
        </p:txBody>
      </p:sp>
      <p:sp>
        <p:nvSpPr>
          <p:cNvPr id="2" name="TextBox 1">
            <a:extLst>
              <a:ext uri="{FF2B5EF4-FFF2-40B4-BE49-F238E27FC236}">
                <a16:creationId xmlns:a16="http://schemas.microsoft.com/office/drawing/2014/main" id="{C9E9ACBE-671C-1C8B-E2E3-CD0D1E835A38}"/>
              </a:ext>
            </a:extLst>
          </p:cNvPr>
          <p:cNvSpPr txBox="1"/>
          <p:nvPr/>
        </p:nvSpPr>
        <p:spPr>
          <a:xfrm>
            <a:off x="2854960" y="3742191"/>
            <a:ext cx="2722880" cy="369332"/>
          </a:xfrm>
          <a:prstGeom prst="rect">
            <a:avLst/>
          </a:prstGeom>
          <a:noFill/>
        </p:spPr>
        <p:txBody>
          <a:bodyPr wrap="square" rtlCol="0">
            <a:spAutoFit/>
          </a:bodyPr>
          <a:lstStyle/>
          <a:p>
            <a:r>
              <a:rPr lang="en-IN" dirty="0"/>
              <a:t>Generated Data - DDPM</a:t>
            </a:r>
          </a:p>
        </p:txBody>
      </p:sp>
      <p:graphicFrame>
        <p:nvGraphicFramePr>
          <p:cNvPr id="9" name="Chart 8">
            <a:extLst>
              <a:ext uri="{FF2B5EF4-FFF2-40B4-BE49-F238E27FC236}">
                <a16:creationId xmlns:a16="http://schemas.microsoft.com/office/drawing/2014/main" id="{37BA96A7-7B00-D537-04E9-65B6AEC55F7E}"/>
              </a:ext>
            </a:extLst>
          </p:cNvPr>
          <p:cNvGraphicFramePr>
            <a:graphicFrameLocks/>
          </p:cNvGraphicFramePr>
          <p:nvPr>
            <p:extLst>
              <p:ext uri="{D42A27DB-BD31-4B8C-83A1-F6EECF244321}">
                <p14:modId xmlns:p14="http://schemas.microsoft.com/office/powerpoint/2010/main" val="2994351599"/>
              </p:ext>
            </p:extLst>
          </p:nvPr>
        </p:nvGraphicFramePr>
        <p:xfrm>
          <a:off x="2016758" y="4062082"/>
          <a:ext cx="4572000" cy="2812814"/>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a:extLst>
              <a:ext uri="{FF2B5EF4-FFF2-40B4-BE49-F238E27FC236}">
                <a16:creationId xmlns:a16="http://schemas.microsoft.com/office/drawing/2014/main" id="{1B5B8554-1F98-2F8C-0FAA-D9EF0693B23F}"/>
              </a:ext>
            </a:extLst>
          </p:cNvPr>
          <p:cNvSpPr txBox="1"/>
          <p:nvPr/>
        </p:nvSpPr>
        <p:spPr>
          <a:xfrm>
            <a:off x="6426202" y="3692750"/>
            <a:ext cx="3566160" cy="369332"/>
          </a:xfrm>
          <a:prstGeom prst="rect">
            <a:avLst/>
          </a:prstGeom>
          <a:noFill/>
        </p:spPr>
        <p:txBody>
          <a:bodyPr wrap="square" rtlCol="0">
            <a:spAutoFit/>
          </a:bodyPr>
          <a:lstStyle/>
          <a:p>
            <a:r>
              <a:rPr lang="en-IN" dirty="0"/>
              <a:t>Generated Data – Stable Diffusion</a:t>
            </a:r>
          </a:p>
        </p:txBody>
      </p:sp>
      <p:graphicFrame>
        <p:nvGraphicFramePr>
          <p:cNvPr id="3" name="Chart 2">
            <a:extLst>
              <a:ext uri="{FF2B5EF4-FFF2-40B4-BE49-F238E27FC236}">
                <a16:creationId xmlns:a16="http://schemas.microsoft.com/office/drawing/2014/main" id="{E167F9F6-974A-275C-095E-6DBD84FF49AF}"/>
              </a:ext>
            </a:extLst>
          </p:cNvPr>
          <p:cNvGraphicFramePr>
            <a:graphicFrameLocks/>
          </p:cNvGraphicFramePr>
          <p:nvPr>
            <p:extLst>
              <p:ext uri="{D42A27DB-BD31-4B8C-83A1-F6EECF244321}">
                <p14:modId xmlns:p14="http://schemas.microsoft.com/office/powerpoint/2010/main" val="3953502439"/>
              </p:ext>
            </p:extLst>
          </p:nvPr>
        </p:nvGraphicFramePr>
        <p:xfrm>
          <a:off x="5811520" y="4121536"/>
          <a:ext cx="4572000"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Box 10"/>
          <p:cNvSpPr txBox="1"/>
          <p:nvPr/>
        </p:nvSpPr>
        <p:spPr>
          <a:xfrm>
            <a:off x="9350828" y="5070566"/>
            <a:ext cx="2722156" cy="1815882"/>
          </a:xfrm>
          <a:prstGeom prst="rect">
            <a:avLst/>
          </a:prstGeom>
          <a:noFill/>
        </p:spPr>
        <p:txBody>
          <a:bodyPr wrap="square" rtlCol="0">
            <a:spAutoFit/>
          </a:bodyPr>
          <a:lstStyle/>
          <a:p>
            <a:pPr marL="285750" indent="-285750">
              <a:buFont typeface="Arial" panose="020B0604020202020204" pitchFamily="34" charset="0"/>
              <a:buChar char="•"/>
            </a:pPr>
            <a:r>
              <a:rPr lang="en-IN" sz="1400" dirty="0">
                <a:solidFill>
                  <a:srgbClr val="00B050"/>
                </a:solidFill>
              </a:rPr>
              <a:t>Train data has 2/3</a:t>
            </a:r>
            <a:r>
              <a:rPr lang="en-IN" sz="1400" baseline="30000" dirty="0">
                <a:solidFill>
                  <a:srgbClr val="00B050"/>
                </a:solidFill>
              </a:rPr>
              <a:t>rd</a:t>
            </a:r>
            <a:r>
              <a:rPr lang="en-IN" sz="1400" dirty="0">
                <a:solidFill>
                  <a:srgbClr val="00B050"/>
                </a:solidFill>
              </a:rPr>
              <a:t> young people</a:t>
            </a:r>
          </a:p>
          <a:p>
            <a:pPr marL="285750" indent="-285750">
              <a:buFont typeface="Arial" panose="020B0604020202020204" pitchFamily="34" charset="0"/>
              <a:buChar char="•"/>
            </a:pPr>
            <a:r>
              <a:rPr lang="en-IN" sz="1400" dirty="0">
                <a:solidFill>
                  <a:srgbClr val="00B050"/>
                </a:solidFill>
              </a:rPr>
              <a:t>All models maintains the same bias</a:t>
            </a:r>
          </a:p>
          <a:p>
            <a:pPr marL="285750" indent="-285750">
              <a:buFont typeface="Arial" panose="020B0604020202020204" pitchFamily="34" charset="0"/>
              <a:buChar char="•"/>
            </a:pPr>
            <a:r>
              <a:rPr lang="en-IN" sz="1400" dirty="0">
                <a:solidFill>
                  <a:srgbClr val="00B050"/>
                </a:solidFill>
              </a:rPr>
              <a:t>Diffusion models trained on </a:t>
            </a:r>
            <a:r>
              <a:rPr lang="en-IN" sz="1400" dirty="0" err="1">
                <a:solidFill>
                  <a:srgbClr val="00B050"/>
                </a:solidFill>
              </a:rPr>
              <a:t>CelebA</a:t>
            </a:r>
            <a:r>
              <a:rPr lang="en-IN" sz="1400" dirty="0">
                <a:solidFill>
                  <a:srgbClr val="00B050"/>
                </a:solidFill>
              </a:rPr>
              <a:t>-HQ faces are biased to generate Young white female faces</a:t>
            </a:r>
          </a:p>
        </p:txBody>
      </p:sp>
    </p:spTree>
    <p:extLst>
      <p:ext uri="{BB962C8B-B14F-4D97-AF65-F5344CB8AC3E}">
        <p14:creationId xmlns:p14="http://schemas.microsoft.com/office/powerpoint/2010/main" val="28649061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Racial imbalance in Gender</a:t>
            </a:r>
          </a:p>
        </p:txBody>
      </p:sp>
      <p:graphicFrame>
        <p:nvGraphicFramePr>
          <p:cNvPr id="11" name="Chart 10">
            <a:extLst>
              <a:ext uri="{FF2B5EF4-FFF2-40B4-BE49-F238E27FC236}">
                <a16:creationId xmlns:a16="http://schemas.microsoft.com/office/drawing/2014/main" id="{375F34B9-3AA8-8AFD-2ECC-110ED5DB28E4}"/>
              </a:ext>
            </a:extLst>
          </p:cNvPr>
          <p:cNvGraphicFramePr>
            <a:graphicFrameLocks/>
          </p:cNvGraphicFramePr>
          <p:nvPr>
            <p:extLst>
              <p:ext uri="{D42A27DB-BD31-4B8C-83A1-F6EECF244321}">
                <p14:modId xmlns:p14="http://schemas.microsoft.com/office/powerpoint/2010/main" val="1756091445"/>
              </p:ext>
            </p:extLst>
          </p:nvPr>
        </p:nvGraphicFramePr>
        <p:xfrm>
          <a:off x="1440391" y="1090513"/>
          <a:ext cx="4140000" cy="2520000"/>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152251DE-6A8F-C52A-0DD7-28910A9002F8}"/>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13" name="TextBox 12">
            <a:extLst>
              <a:ext uri="{FF2B5EF4-FFF2-40B4-BE49-F238E27FC236}">
                <a16:creationId xmlns:a16="http://schemas.microsoft.com/office/drawing/2014/main" id="{2DB2FF21-7A4E-5B87-A1AC-D7B53011CA6C}"/>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14" name="TextBox 13">
            <a:extLst>
              <a:ext uri="{FF2B5EF4-FFF2-40B4-BE49-F238E27FC236}">
                <a16:creationId xmlns:a16="http://schemas.microsoft.com/office/drawing/2014/main" id="{B71EDE5C-8A2C-F395-B6D3-B9C379880489}"/>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15" name="TextBox 14">
            <a:extLst>
              <a:ext uri="{FF2B5EF4-FFF2-40B4-BE49-F238E27FC236}">
                <a16:creationId xmlns:a16="http://schemas.microsoft.com/office/drawing/2014/main" id="{A85F3EC8-52E1-8761-EF86-21A4D94CF26D}"/>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graphicFrame>
        <p:nvGraphicFramePr>
          <p:cNvPr id="16" name="Chart 15">
            <a:extLst>
              <a:ext uri="{FF2B5EF4-FFF2-40B4-BE49-F238E27FC236}">
                <a16:creationId xmlns:a16="http://schemas.microsoft.com/office/drawing/2014/main" id="{8F4BAF9D-7E3B-6396-064C-0402F29F09D8}"/>
              </a:ext>
            </a:extLst>
          </p:cNvPr>
          <p:cNvGraphicFramePr>
            <a:graphicFrameLocks/>
          </p:cNvGraphicFramePr>
          <p:nvPr>
            <p:extLst>
              <p:ext uri="{D42A27DB-BD31-4B8C-83A1-F6EECF244321}">
                <p14:modId xmlns:p14="http://schemas.microsoft.com/office/powerpoint/2010/main" val="1882692523"/>
              </p:ext>
            </p:extLst>
          </p:nvPr>
        </p:nvGraphicFramePr>
        <p:xfrm>
          <a:off x="6192770" y="4215617"/>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Chart 17">
            <a:extLst>
              <a:ext uri="{FF2B5EF4-FFF2-40B4-BE49-F238E27FC236}">
                <a16:creationId xmlns:a16="http://schemas.microsoft.com/office/drawing/2014/main" id="{CC872549-022B-7271-2E14-E22A0614B293}"/>
              </a:ext>
            </a:extLst>
          </p:cNvPr>
          <p:cNvGraphicFramePr>
            <a:graphicFrameLocks/>
          </p:cNvGraphicFramePr>
          <p:nvPr>
            <p:extLst>
              <p:ext uri="{D42A27DB-BD31-4B8C-83A1-F6EECF244321}">
                <p14:modId xmlns:p14="http://schemas.microsoft.com/office/powerpoint/2010/main" val="991731285"/>
              </p:ext>
            </p:extLst>
          </p:nvPr>
        </p:nvGraphicFramePr>
        <p:xfrm>
          <a:off x="6192770" y="1106374"/>
          <a:ext cx="4140000" cy="252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1" name="Chart 20">
            <a:extLst>
              <a:ext uri="{FF2B5EF4-FFF2-40B4-BE49-F238E27FC236}">
                <a16:creationId xmlns:a16="http://schemas.microsoft.com/office/drawing/2014/main" id="{2A909057-274E-54B1-D0C5-42FB189E998B}"/>
              </a:ext>
            </a:extLst>
          </p:cNvPr>
          <p:cNvGraphicFramePr>
            <a:graphicFrameLocks/>
          </p:cNvGraphicFramePr>
          <p:nvPr>
            <p:extLst>
              <p:ext uri="{D42A27DB-BD31-4B8C-83A1-F6EECF244321}">
                <p14:modId xmlns:p14="http://schemas.microsoft.com/office/powerpoint/2010/main" val="1297208891"/>
              </p:ext>
            </p:extLst>
          </p:nvPr>
        </p:nvGraphicFramePr>
        <p:xfrm>
          <a:off x="1440391" y="4215617"/>
          <a:ext cx="4140000" cy="2520000"/>
        </p:xfrm>
        <a:graphic>
          <a:graphicData uri="http://schemas.openxmlformats.org/drawingml/2006/chart">
            <c:chart xmlns:c="http://schemas.openxmlformats.org/drawingml/2006/chart" xmlns:r="http://schemas.openxmlformats.org/officeDocument/2006/relationships" r:id="rId5"/>
          </a:graphicData>
        </a:graphic>
      </p:graphicFrame>
      <p:sp>
        <p:nvSpPr>
          <p:cNvPr id="17" name="TextBox 16"/>
          <p:cNvSpPr txBox="1"/>
          <p:nvPr/>
        </p:nvSpPr>
        <p:spPr>
          <a:xfrm>
            <a:off x="10332769" y="562353"/>
            <a:ext cx="1859231" cy="3970318"/>
          </a:xfrm>
          <a:prstGeom prst="rect">
            <a:avLst/>
          </a:prstGeom>
          <a:noFill/>
        </p:spPr>
        <p:txBody>
          <a:bodyPr wrap="square" rtlCol="0">
            <a:spAutoFit/>
          </a:bodyPr>
          <a:lstStyle/>
          <a:p>
            <a:pPr marL="285750" indent="-285750">
              <a:buFont typeface="Arial" panose="020B0604020202020204" pitchFamily="34" charset="0"/>
              <a:buChar char="•"/>
            </a:pPr>
            <a:r>
              <a:rPr lang="en-IN" sz="1400" dirty="0">
                <a:solidFill>
                  <a:srgbClr val="00B050"/>
                </a:solidFill>
              </a:rPr>
              <a:t>In training data, even across gender (male &amp; female), White faces are more predominant</a:t>
            </a:r>
          </a:p>
          <a:p>
            <a:pPr marL="285750" indent="-285750">
              <a:buFont typeface="Arial" panose="020B0604020202020204" pitchFamily="34" charset="0"/>
              <a:buChar char="•"/>
            </a:pPr>
            <a:r>
              <a:rPr lang="en-IN" sz="1400" dirty="0">
                <a:solidFill>
                  <a:srgbClr val="00B050"/>
                </a:solidFill>
              </a:rPr>
              <a:t>All models almost maintains the same bias across races in gender as of the training data</a:t>
            </a:r>
          </a:p>
          <a:p>
            <a:pPr marL="285750" indent="-285750">
              <a:buFont typeface="Arial" panose="020B0604020202020204" pitchFamily="34" charset="0"/>
              <a:buChar char="•"/>
            </a:pPr>
            <a:r>
              <a:rPr lang="en-IN" sz="1400" dirty="0">
                <a:solidFill>
                  <a:srgbClr val="00B050"/>
                </a:solidFill>
              </a:rPr>
              <a:t>DDGAN &amp; DDPM generates more Asian female faces</a:t>
            </a:r>
          </a:p>
          <a:p>
            <a:pPr marL="285750" indent="-285750">
              <a:buFont typeface="Arial" panose="020B0604020202020204" pitchFamily="34" charset="0"/>
              <a:buChar char="•"/>
            </a:pPr>
            <a:r>
              <a:rPr lang="en-IN" sz="1400" dirty="0">
                <a:solidFill>
                  <a:srgbClr val="00B050"/>
                </a:solidFill>
              </a:rPr>
              <a:t>Stable Diffusion generates more Female </a:t>
            </a:r>
            <a:r>
              <a:rPr lang="en-IN" sz="1400">
                <a:solidFill>
                  <a:srgbClr val="00B050"/>
                </a:solidFill>
              </a:rPr>
              <a:t>white faces</a:t>
            </a:r>
            <a:endParaRPr lang="en-IN" sz="1400" dirty="0">
              <a:solidFill>
                <a:srgbClr val="00B050"/>
              </a:solidFill>
            </a:endParaRPr>
          </a:p>
        </p:txBody>
      </p:sp>
    </p:spTree>
    <p:extLst>
      <p:ext uri="{BB962C8B-B14F-4D97-AF65-F5344CB8AC3E}">
        <p14:creationId xmlns:p14="http://schemas.microsoft.com/office/powerpoint/2010/main" val="36027972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 imbalance in Race</a:t>
            </a:r>
          </a:p>
        </p:txBody>
      </p:sp>
      <p:graphicFrame>
        <p:nvGraphicFramePr>
          <p:cNvPr id="2" name="Chart 1">
            <a:extLst>
              <a:ext uri="{FF2B5EF4-FFF2-40B4-BE49-F238E27FC236}">
                <a16:creationId xmlns:a16="http://schemas.microsoft.com/office/drawing/2014/main" id="{4D2F23CE-EA43-5227-EC3A-F519B41C4D39}"/>
              </a:ext>
            </a:extLst>
          </p:cNvPr>
          <p:cNvGraphicFramePr>
            <a:graphicFrameLocks/>
          </p:cNvGraphicFramePr>
          <p:nvPr>
            <p:extLst>
              <p:ext uri="{D42A27DB-BD31-4B8C-83A1-F6EECF244321}">
                <p14:modId xmlns:p14="http://schemas.microsoft.com/office/powerpoint/2010/main" val="1499768606"/>
              </p:ext>
            </p:extLst>
          </p:nvPr>
        </p:nvGraphicFramePr>
        <p:xfrm>
          <a:off x="1440930" y="1123818"/>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7" name="Chart 16">
            <a:extLst>
              <a:ext uri="{FF2B5EF4-FFF2-40B4-BE49-F238E27FC236}">
                <a16:creationId xmlns:a16="http://schemas.microsoft.com/office/drawing/2014/main" id="{21BDB136-9406-27A2-8A8A-9E86CFCB411E}"/>
              </a:ext>
            </a:extLst>
          </p:cNvPr>
          <p:cNvGraphicFramePr>
            <a:graphicFrameLocks/>
          </p:cNvGraphicFramePr>
          <p:nvPr>
            <p:extLst>
              <p:ext uri="{D42A27DB-BD31-4B8C-83A1-F6EECF244321}">
                <p14:modId xmlns:p14="http://schemas.microsoft.com/office/powerpoint/2010/main" val="716918589"/>
              </p:ext>
            </p:extLst>
          </p:nvPr>
        </p:nvGraphicFramePr>
        <p:xfrm>
          <a:off x="6216709" y="4215617"/>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Chart 18">
            <a:extLst>
              <a:ext uri="{FF2B5EF4-FFF2-40B4-BE49-F238E27FC236}">
                <a16:creationId xmlns:a16="http://schemas.microsoft.com/office/drawing/2014/main" id="{B51DDEB5-1045-89DF-A261-B3E7B9D2004C}"/>
              </a:ext>
            </a:extLst>
          </p:cNvPr>
          <p:cNvGraphicFramePr>
            <a:graphicFrameLocks/>
          </p:cNvGraphicFramePr>
          <p:nvPr>
            <p:extLst>
              <p:ext uri="{D42A27DB-BD31-4B8C-83A1-F6EECF244321}">
                <p14:modId xmlns:p14="http://schemas.microsoft.com/office/powerpoint/2010/main" val="3076868422"/>
              </p:ext>
            </p:extLst>
          </p:nvPr>
        </p:nvGraphicFramePr>
        <p:xfrm>
          <a:off x="6216709" y="1123818"/>
          <a:ext cx="4140000" cy="252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 name="Chart 19">
            <a:extLst>
              <a:ext uri="{FF2B5EF4-FFF2-40B4-BE49-F238E27FC236}">
                <a16:creationId xmlns:a16="http://schemas.microsoft.com/office/drawing/2014/main" id="{FCECAB3F-561C-BDDF-0DAD-EC2A98F5DEDE}"/>
              </a:ext>
            </a:extLst>
          </p:cNvPr>
          <p:cNvGraphicFramePr>
            <a:graphicFrameLocks/>
          </p:cNvGraphicFramePr>
          <p:nvPr>
            <p:extLst>
              <p:ext uri="{D42A27DB-BD31-4B8C-83A1-F6EECF244321}">
                <p14:modId xmlns:p14="http://schemas.microsoft.com/office/powerpoint/2010/main" val="3887513116"/>
              </p:ext>
            </p:extLst>
          </p:nvPr>
        </p:nvGraphicFramePr>
        <p:xfrm>
          <a:off x="1440930" y="4215617"/>
          <a:ext cx="4140000" cy="2520000"/>
        </p:xfrm>
        <a:graphic>
          <a:graphicData uri="http://schemas.openxmlformats.org/drawingml/2006/chart">
            <c:chart xmlns:c="http://schemas.openxmlformats.org/drawingml/2006/chart" xmlns:r="http://schemas.openxmlformats.org/officeDocument/2006/relationships" r:id="rId5"/>
          </a:graphicData>
        </a:graphic>
      </p:graphicFrame>
      <p:sp>
        <p:nvSpPr>
          <p:cNvPr id="3" name="TextBox 2">
            <a:extLst>
              <a:ext uri="{FF2B5EF4-FFF2-40B4-BE49-F238E27FC236}">
                <a16:creationId xmlns:a16="http://schemas.microsoft.com/office/drawing/2014/main" id="{6F93DBB2-EE44-74E0-0864-E5B433F494C6}"/>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4" name="TextBox 3">
            <a:extLst>
              <a:ext uri="{FF2B5EF4-FFF2-40B4-BE49-F238E27FC236}">
                <a16:creationId xmlns:a16="http://schemas.microsoft.com/office/drawing/2014/main" id="{8B083378-37FA-D3D1-55C0-84E17C1ECC27}"/>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5" name="TextBox 4">
            <a:extLst>
              <a:ext uri="{FF2B5EF4-FFF2-40B4-BE49-F238E27FC236}">
                <a16:creationId xmlns:a16="http://schemas.microsoft.com/office/drawing/2014/main" id="{63BC4A10-DF38-365D-39EE-75EE0A433ACC}"/>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7" name="TextBox 6">
            <a:extLst>
              <a:ext uri="{FF2B5EF4-FFF2-40B4-BE49-F238E27FC236}">
                <a16:creationId xmlns:a16="http://schemas.microsoft.com/office/drawing/2014/main" id="{6454BA89-1E73-EA2B-0EA7-FD904CF73EBC}"/>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sp>
        <p:nvSpPr>
          <p:cNvPr id="11" name="TextBox 10"/>
          <p:cNvSpPr txBox="1"/>
          <p:nvPr/>
        </p:nvSpPr>
        <p:spPr>
          <a:xfrm>
            <a:off x="10332769" y="562353"/>
            <a:ext cx="1859231" cy="307777"/>
          </a:xfrm>
          <a:prstGeom prst="rect">
            <a:avLst/>
          </a:prstGeom>
          <a:noFill/>
        </p:spPr>
        <p:txBody>
          <a:bodyPr wrap="square" rtlCol="0">
            <a:spAutoFit/>
          </a:bodyPr>
          <a:lstStyle/>
          <a:p>
            <a:pPr marL="285750" indent="-285750">
              <a:buFont typeface="Arial" panose="020B0604020202020204" pitchFamily="34" charset="0"/>
              <a:buChar char="•"/>
            </a:pPr>
            <a:r>
              <a:rPr lang="en-IN" sz="1400" dirty="0">
                <a:solidFill>
                  <a:srgbClr val="00B050"/>
                </a:solidFill>
              </a:rPr>
              <a:t>a</a:t>
            </a:r>
          </a:p>
        </p:txBody>
      </p:sp>
    </p:spTree>
    <p:extLst>
      <p:ext uri="{BB962C8B-B14F-4D97-AF65-F5344CB8AC3E}">
        <p14:creationId xmlns:p14="http://schemas.microsoft.com/office/powerpoint/2010/main" val="7375866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err="1"/>
              <a:t>Fairface</a:t>
            </a:r>
            <a:r>
              <a:rPr lang="en-IN" dirty="0"/>
              <a:t> dataset</a:t>
            </a:r>
          </a:p>
        </p:txBody>
      </p:sp>
    </p:spTree>
    <p:extLst>
      <p:ext uri="{BB962C8B-B14F-4D97-AF65-F5344CB8AC3E}">
        <p14:creationId xmlns:p14="http://schemas.microsoft.com/office/powerpoint/2010/main" val="9303696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Race</a:t>
            </a:r>
          </a:p>
        </p:txBody>
      </p:sp>
      <p:graphicFrame>
        <p:nvGraphicFramePr>
          <p:cNvPr id="3" name="Chart 2">
            <a:extLst>
              <a:ext uri="{FF2B5EF4-FFF2-40B4-BE49-F238E27FC236}">
                <a16:creationId xmlns:a16="http://schemas.microsoft.com/office/drawing/2014/main" id="{AFCF22D5-60FF-4E1B-37F0-CB068F82D16F}"/>
              </a:ext>
            </a:extLst>
          </p:cNvPr>
          <p:cNvGraphicFramePr>
            <a:graphicFrameLocks/>
          </p:cNvGraphicFramePr>
          <p:nvPr>
            <p:extLst>
              <p:ext uri="{D42A27DB-BD31-4B8C-83A1-F6EECF244321}">
                <p14:modId xmlns:p14="http://schemas.microsoft.com/office/powerpoint/2010/main" val="3810574363"/>
              </p:ext>
            </p:extLst>
          </p:nvPr>
        </p:nvGraphicFramePr>
        <p:xfrm>
          <a:off x="2184400" y="9144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p:cNvGraphicFramePr>
            <a:graphicFrameLocks/>
          </p:cNvGraphicFramePr>
          <p:nvPr>
            <p:extLst>
              <p:ext uri="{D42A27DB-BD31-4B8C-83A1-F6EECF244321}">
                <p14:modId xmlns:p14="http://schemas.microsoft.com/office/powerpoint/2010/main" val="574004889"/>
              </p:ext>
            </p:extLst>
          </p:nvPr>
        </p:nvGraphicFramePr>
        <p:xfrm>
          <a:off x="5781040" y="834421"/>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A8D1C767-C315-8355-C1A0-28D903CDB5D3}"/>
              </a:ext>
            </a:extLst>
          </p:cNvPr>
          <p:cNvSpPr txBox="1"/>
          <p:nvPr/>
        </p:nvSpPr>
        <p:spPr>
          <a:xfrm>
            <a:off x="6627948" y="624540"/>
            <a:ext cx="2722880" cy="369332"/>
          </a:xfrm>
          <a:prstGeom prst="rect">
            <a:avLst/>
          </a:prstGeom>
          <a:noFill/>
        </p:spPr>
        <p:txBody>
          <a:bodyPr wrap="square" rtlCol="0">
            <a:spAutoFit/>
          </a:bodyPr>
          <a:lstStyle/>
          <a:p>
            <a:r>
              <a:rPr lang="en-IN" dirty="0"/>
              <a:t>Generated Data - DDGAN</a:t>
            </a:r>
          </a:p>
        </p:txBody>
      </p:sp>
      <p:sp>
        <p:nvSpPr>
          <p:cNvPr id="4" name="TextBox 3">
            <a:extLst>
              <a:ext uri="{FF2B5EF4-FFF2-40B4-BE49-F238E27FC236}">
                <a16:creationId xmlns:a16="http://schemas.microsoft.com/office/drawing/2014/main" id="{4B12E2EC-0DB2-4F6E-8291-F42301E4B392}"/>
              </a:ext>
            </a:extLst>
          </p:cNvPr>
          <p:cNvSpPr txBox="1"/>
          <p:nvPr/>
        </p:nvSpPr>
        <p:spPr>
          <a:xfrm>
            <a:off x="3606800" y="609730"/>
            <a:ext cx="1259840" cy="369332"/>
          </a:xfrm>
          <a:prstGeom prst="rect">
            <a:avLst/>
          </a:prstGeom>
          <a:noFill/>
        </p:spPr>
        <p:txBody>
          <a:bodyPr wrap="square" rtlCol="0">
            <a:spAutoFit/>
          </a:bodyPr>
          <a:lstStyle/>
          <a:p>
            <a:r>
              <a:rPr lang="en-IN" dirty="0"/>
              <a:t>Train Data</a:t>
            </a:r>
          </a:p>
        </p:txBody>
      </p:sp>
      <p:sp>
        <p:nvSpPr>
          <p:cNvPr id="5" name="TextBox 4">
            <a:extLst>
              <a:ext uri="{FF2B5EF4-FFF2-40B4-BE49-F238E27FC236}">
                <a16:creationId xmlns:a16="http://schemas.microsoft.com/office/drawing/2014/main" id="{1BFDDB0B-860B-8625-D320-37E01ED40754}"/>
              </a:ext>
            </a:extLst>
          </p:cNvPr>
          <p:cNvSpPr txBox="1"/>
          <p:nvPr/>
        </p:nvSpPr>
        <p:spPr>
          <a:xfrm>
            <a:off x="2875280" y="386336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04BA6A61-6639-88E9-1B73-523A166AC0A8}"/>
              </a:ext>
            </a:extLst>
          </p:cNvPr>
          <p:cNvSpPr txBox="1"/>
          <p:nvPr/>
        </p:nvSpPr>
        <p:spPr>
          <a:xfrm>
            <a:off x="6370322" y="3863368"/>
            <a:ext cx="3566160" cy="369332"/>
          </a:xfrm>
          <a:prstGeom prst="rect">
            <a:avLst/>
          </a:prstGeom>
          <a:noFill/>
        </p:spPr>
        <p:txBody>
          <a:bodyPr wrap="square" rtlCol="0">
            <a:spAutoFit/>
          </a:bodyPr>
          <a:lstStyle/>
          <a:p>
            <a:r>
              <a:rPr lang="en-IN" dirty="0"/>
              <a:t>Generated Data – Stable Diffusion</a:t>
            </a:r>
          </a:p>
        </p:txBody>
      </p:sp>
      <p:graphicFrame>
        <p:nvGraphicFramePr>
          <p:cNvPr id="11" name="Chart 10">
            <a:extLst>
              <a:ext uri="{FF2B5EF4-FFF2-40B4-BE49-F238E27FC236}">
                <a16:creationId xmlns:a16="http://schemas.microsoft.com/office/drawing/2014/main" id="{F7FC9DA5-81CE-DB49-599C-2CC8EDD797C1}"/>
              </a:ext>
            </a:extLst>
          </p:cNvPr>
          <p:cNvGraphicFramePr>
            <a:graphicFrameLocks/>
          </p:cNvGraphicFramePr>
          <p:nvPr>
            <p:extLst>
              <p:ext uri="{D42A27DB-BD31-4B8C-83A1-F6EECF244321}">
                <p14:modId xmlns:p14="http://schemas.microsoft.com/office/powerpoint/2010/main" val="4142300739"/>
              </p:ext>
            </p:extLst>
          </p:nvPr>
        </p:nvGraphicFramePr>
        <p:xfrm>
          <a:off x="1930400" y="4070956"/>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127889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a:t>
            </a:r>
          </a:p>
        </p:txBody>
      </p:sp>
      <p:graphicFrame>
        <p:nvGraphicFramePr>
          <p:cNvPr id="5" name="Chart 4">
            <a:extLst>
              <a:ext uri="{FF2B5EF4-FFF2-40B4-BE49-F238E27FC236}">
                <a16:creationId xmlns:a16="http://schemas.microsoft.com/office/drawing/2014/main" id="{88B88DA9-602E-2E6D-B5D4-0BB2FD7CDA7D}"/>
              </a:ext>
            </a:extLst>
          </p:cNvPr>
          <p:cNvGraphicFramePr>
            <a:graphicFrameLocks/>
          </p:cNvGraphicFramePr>
          <p:nvPr>
            <p:extLst>
              <p:ext uri="{D42A27DB-BD31-4B8C-83A1-F6EECF244321}">
                <p14:modId xmlns:p14="http://schemas.microsoft.com/office/powerpoint/2010/main" val="3877449509"/>
              </p:ext>
            </p:extLst>
          </p:nvPr>
        </p:nvGraphicFramePr>
        <p:xfrm>
          <a:off x="2129244" y="956341"/>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a:graphicFrameLocks/>
          </p:cNvGraphicFramePr>
          <p:nvPr>
            <p:extLst>
              <p:ext uri="{D42A27DB-BD31-4B8C-83A1-F6EECF244321}">
                <p14:modId xmlns:p14="http://schemas.microsoft.com/office/powerpoint/2010/main" val="3453427688"/>
              </p:ext>
            </p:extLst>
          </p:nvPr>
        </p:nvGraphicFramePr>
        <p:xfrm>
          <a:off x="5770880" y="956341"/>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CDB1AA91-9D05-7D9D-A129-A793E48A19D3}"/>
              </a:ext>
            </a:extLst>
          </p:cNvPr>
          <p:cNvSpPr txBox="1"/>
          <p:nvPr/>
        </p:nvSpPr>
        <p:spPr>
          <a:xfrm>
            <a:off x="6638108" y="817580"/>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190C95D3-A300-2D36-236B-FE923009B242}"/>
              </a:ext>
            </a:extLst>
          </p:cNvPr>
          <p:cNvSpPr txBox="1"/>
          <p:nvPr/>
        </p:nvSpPr>
        <p:spPr>
          <a:xfrm>
            <a:off x="3616960" y="802770"/>
            <a:ext cx="1259840" cy="369332"/>
          </a:xfrm>
          <a:prstGeom prst="rect">
            <a:avLst/>
          </a:prstGeom>
          <a:noFill/>
        </p:spPr>
        <p:txBody>
          <a:bodyPr wrap="square" rtlCol="0">
            <a:spAutoFit/>
          </a:bodyPr>
          <a:lstStyle/>
          <a:p>
            <a:r>
              <a:rPr lang="en-IN" dirty="0"/>
              <a:t>Train Data</a:t>
            </a:r>
          </a:p>
        </p:txBody>
      </p:sp>
      <p:sp>
        <p:nvSpPr>
          <p:cNvPr id="9" name="TextBox 8">
            <a:extLst>
              <a:ext uri="{FF2B5EF4-FFF2-40B4-BE49-F238E27FC236}">
                <a16:creationId xmlns:a16="http://schemas.microsoft.com/office/drawing/2014/main" id="{A1FD54E0-5EAB-32C4-D26F-80313DB29E6E}"/>
              </a:ext>
            </a:extLst>
          </p:cNvPr>
          <p:cNvSpPr txBox="1"/>
          <p:nvPr/>
        </p:nvSpPr>
        <p:spPr>
          <a:xfrm>
            <a:off x="2976880" y="369064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751F1AA7-FC77-B88D-424C-B1229B3ABB9C}"/>
              </a:ext>
            </a:extLst>
          </p:cNvPr>
          <p:cNvSpPr txBox="1"/>
          <p:nvPr/>
        </p:nvSpPr>
        <p:spPr>
          <a:xfrm>
            <a:off x="6370322" y="3690648"/>
            <a:ext cx="3566160" cy="369332"/>
          </a:xfrm>
          <a:prstGeom prst="rect">
            <a:avLst/>
          </a:prstGeom>
          <a:noFill/>
        </p:spPr>
        <p:txBody>
          <a:bodyPr wrap="square" rtlCol="0">
            <a:spAutoFit/>
          </a:bodyPr>
          <a:lstStyle/>
          <a:p>
            <a:r>
              <a:rPr lang="en-IN" dirty="0"/>
              <a:t>Generated Data – Stable Diffusion</a:t>
            </a:r>
          </a:p>
        </p:txBody>
      </p:sp>
      <p:graphicFrame>
        <p:nvGraphicFramePr>
          <p:cNvPr id="11" name="Chart 10">
            <a:extLst>
              <a:ext uri="{FF2B5EF4-FFF2-40B4-BE49-F238E27FC236}">
                <a16:creationId xmlns:a16="http://schemas.microsoft.com/office/drawing/2014/main" id="{6B8B626B-93AC-255F-17EC-EC7246FDBA6C}"/>
              </a:ext>
            </a:extLst>
          </p:cNvPr>
          <p:cNvGraphicFramePr>
            <a:graphicFrameLocks/>
          </p:cNvGraphicFramePr>
          <p:nvPr>
            <p:extLst>
              <p:ext uri="{D42A27DB-BD31-4B8C-83A1-F6EECF244321}">
                <p14:modId xmlns:p14="http://schemas.microsoft.com/office/powerpoint/2010/main" val="509196809"/>
              </p:ext>
            </p:extLst>
          </p:nvPr>
        </p:nvGraphicFramePr>
        <p:xfrm>
          <a:off x="1798322" y="405998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978546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Age</a:t>
            </a:r>
          </a:p>
        </p:txBody>
      </p:sp>
      <p:graphicFrame>
        <p:nvGraphicFramePr>
          <p:cNvPr id="4" name="Chart 3">
            <a:extLst>
              <a:ext uri="{FF2B5EF4-FFF2-40B4-BE49-F238E27FC236}">
                <a16:creationId xmlns:a16="http://schemas.microsoft.com/office/drawing/2014/main" id="{04D4D283-FD59-2BDE-7AAC-2652E7AF583D}"/>
              </a:ext>
            </a:extLst>
          </p:cNvPr>
          <p:cNvGraphicFramePr>
            <a:graphicFrameLocks/>
          </p:cNvGraphicFramePr>
          <p:nvPr>
            <p:extLst>
              <p:ext uri="{D42A27DB-BD31-4B8C-83A1-F6EECF244321}">
                <p14:modId xmlns:p14="http://schemas.microsoft.com/office/powerpoint/2010/main" val="1601717441"/>
              </p:ext>
            </p:extLst>
          </p:nvPr>
        </p:nvGraphicFramePr>
        <p:xfrm>
          <a:off x="2092960" y="1102527"/>
          <a:ext cx="4805680" cy="27076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a:graphicFrameLocks/>
          </p:cNvGraphicFramePr>
          <p:nvPr>
            <p:extLst>
              <p:ext uri="{D42A27DB-BD31-4B8C-83A1-F6EECF244321}">
                <p14:modId xmlns:p14="http://schemas.microsoft.com/office/powerpoint/2010/main" val="870028609"/>
              </p:ext>
            </p:extLst>
          </p:nvPr>
        </p:nvGraphicFramePr>
        <p:xfrm>
          <a:off x="5703388" y="1084747"/>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6067D91F-1DF0-7A9F-2D77-3379ACE9C45D}"/>
              </a:ext>
            </a:extLst>
          </p:cNvPr>
          <p:cNvSpPr txBox="1"/>
          <p:nvPr/>
        </p:nvSpPr>
        <p:spPr>
          <a:xfrm>
            <a:off x="6627948" y="624540"/>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FDCCD43C-C22D-EE3A-FAEF-969F0DD3B8DA}"/>
              </a:ext>
            </a:extLst>
          </p:cNvPr>
          <p:cNvSpPr txBox="1"/>
          <p:nvPr/>
        </p:nvSpPr>
        <p:spPr>
          <a:xfrm>
            <a:off x="3606800" y="609730"/>
            <a:ext cx="1259840" cy="369332"/>
          </a:xfrm>
          <a:prstGeom prst="rect">
            <a:avLst/>
          </a:prstGeom>
          <a:noFill/>
        </p:spPr>
        <p:txBody>
          <a:bodyPr wrap="square" rtlCol="0">
            <a:spAutoFit/>
          </a:bodyPr>
          <a:lstStyle/>
          <a:p>
            <a:r>
              <a:rPr lang="en-IN" dirty="0"/>
              <a:t>Train Data</a:t>
            </a:r>
          </a:p>
        </p:txBody>
      </p:sp>
      <p:sp>
        <p:nvSpPr>
          <p:cNvPr id="9" name="TextBox 8">
            <a:extLst>
              <a:ext uri="{FF2B5EF4-FFF2-40B4-BE49-F238E27FC236}">
                <a16:creationId xmlns:a16="http://schemas.microsoft.com/office/drawing/2014/main" id="{B8F726E2-5ACE-EF19-1C3B-7915021417F6}"/>
              </a:ext>
            </a:extLst>
          </p:cNvPr>
          <p:cNvSpPr txBox="1"/>
          <p:nvPr/>
        </p:nvSpPr>
        <p:spPr>
          <a:xfrm>
            <a:off x="2875280" y="381256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0D632060-2462-8181-8B7E-040DFD86C6E4}"/>
              </a:ext>
            </a:extLst>
          </p:cNvPr>
          <p:cNvSpPr txBox="1"/>
          <p:nvPr/>
        </p:nvSpPr>
        <p:spPr>
          <a:xfrm>
            <a:off x="6370322" y="3812568"/>
            <a:ext cx="3566160" cy="369332"/>
          </a:xfrm>
          <a:prstGeom prst="rect">
            <a:avLst/>
          </a:prstGeom>
          <a:noFill/>
        </p:spPr>
        <p:txBody>
          <a:bodyPr wrap="square" rtlCol="0">
            <a:spAutoFit/>
          </a:bodyPr>
          <a:lstStyle/>
          <a:p>
            <a:r>
              <a:rPr lang="en-IN" dirty="0"/>
              <a:t>Generated Data – Stable Diffusion</a:t>
            </a:r>
          </a:p>
        </p:txBody>
      </p:sp>
      <p:graphicFrame>
        <p:nvGraphicFramePr>
          <p:cNvPr id="11" name="Chart 10">
            <a:extLst>
              <a:ext uri="{FF2B5EF4-FFF2-40B4-BE49-F238E27FC236}">
                <a16:creationId xmlns:a16="http://schemas.microsoft.com/office/drawing/2014/main" id="{860E5FC9-8BF4-244D-5DCE-2D64DA164DB1}"/>
              </a:ext>
            </a:extLst>
          </p:cNvPr>
          <p:cNvGraphicFramePr>
            <a:graphicFrameLocks/>
          </p:cNvGraphicFramePr>
          <p:nvPr>
            <p:extLst>
              <p:ext uri="{D42A27DB-BD31-4B8C-83A1-F6EECF244321}">
                <p14:modId xmlns:p14="http://schemas.microsoft.com/office/powerpoint/2010/main" val="3647540996"/>
              </p:ext>
            </p:extLst>
          </p:nvPr>
        </p:nvGraphicFramePr>
        <p:xfrm>
          <a:off x="1950720" y="412496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984578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Perspective: Racial imbalance in Gender</a:t>
            </a:r>
          </a:p>
        </p:txBody>
      </p:sp>
      <p:sp>
        <p:nvSpPr>
          <p:cNvPr id="2" name="TextBox 1">
            <a:extLst>
              <a:ext uri="{FF2B5EF4-FFF2-40B4-BE49-F238E27FC236}">
                <a16:creationId xmlns:a16="http://schemas.microsoft.com/office/drawing/2014/main" id="{4A3BBF1E-035C-9C46-EE8A-D797C78C53DB}"/>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2C7C4C4A-49C5-5BF7-25C6-A83D28B14206}"/>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4" name="TextBox 3">
            <a:extLst>
              <a:ext uri="{FF2B5EF4-FFF2-40B4-BE49-F238E27FC236}">
                <a16:creationId xmlns:a16="http://schemas.microsoft.com/office/drawing/2014/main" id="{AD880FCC-1202-A4B3-CBEF-BC3B37E50691}"/>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5" name="TextBox 4">
            <a:extLst>
              <a:ext uri="{FF2B5EF4-FFF2-40B4-BE49-F238E27FC236}">
                <a16:creationId xmlns:a16="http://schemas.microsoft.com/office/drawing/2014/main" id="{B208D258-E8AF-127C-9235-52547B0453B3}"/>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graphicFrame>
        <p:nvGraphicFramePr>
          <p:cNvPr id="7" name="Chart 6">
            <a:extLst>
              <a:ext uri="{FF2B5EF4-FFF2-40B4-BE49-F238E27FC236}">
                <a16:creationId xmlns:a16="http://schemas.microsoft.com/office/drawing/2014/main" id="{C3EEE630-0C85-78DE-7CA1-3D4FCEF6B007}"/>
              </a:ext>
            </a:extLst>
          </p:cNvPr>
          <p:cNvGraphicFramePr>
            <a:graphicFrameLocks/>
          </p:cNvGraphicFramePr>
          <p:nvPr>
            <p:extLst>
              <p:ext uri="{D42A27DB-BD31-4B8C-83A1-F6EECF244321}">
                <p14:modId xmlns:p14="http://schemas.microsoft.com/office/powerpoint/2010/main" val="628741518"/>
              </p:ext>
            </p:extLst>
          </p:nvPr>
        </p:nvGraphicFramePr>
        <p:xfrm>
          <a:off x="1482659" y="1220917"/>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a:extLst>
              <a:ext uri="{FF2B5EF4-FFF2-40B4-BE49-F238E27FC236}">
                <a16:creationId xmlns:a16="http://schemas.microsoft.com/office/drawing/2014/main" id="{A5A8D794-CB58-AEA6-C871-C8983461F67B}"/>
              </a:ext>
            </a:extLst>
          </p:cNvPr>
          <p:cNvGraphicFramePr>
            <a:graphicFrameLocks/>
          </p:cNvGraphicFramePr>
          <p:nvPr>
            <p:extLst>
              <p:ext uri="{D42A27DB-BD31-4B8C-83A1-F6EECF244321}">
                <p14:modId xmlns:p14="http://schemas.microsoft.com/office/powerpoint/2010/main" val="1709920411"/>
              </p:ext>
            </p:extLst>
          </p:nvPr>
        </p:nvGraphicFramePr>
        <p:xfrm>
          <a:off x="1482659" y="4179065"/>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1E828A3F-06ED-365F-4D43-301C733F6AAB}"/>
              </a:ext>
            </a:extLst>
          </p:cNvPr>
          <p:cNvGraphicFramePr>
            <a:graphicFrameLocks/>
          </p:cNvGraphicFramePr>
          <p:nvPr>
            <p:extLst>
              <p:ext uri="{D42A27DB-BD31-4B8C-83A1-F6EECF244321}">
                <p14:modId xmlns:p14="http://schemas.microsoft.com/office/powerpoint/2010/main" val="537999984"/>
              </p:ext>
            </p:extLst>
          </p:nvPr>
        </p:nvGraphicFramePr>
        <p:xfrm>
          <a:off x="6255856" y="1220917"/>
          <a:ext cx="4140000" cy="2520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0944751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 imbalance in Race</a:t>
            </a:r>
          </a:p>
        </p:txBody>
      </p:sp>
      <p:sp>
        <p:nvSpPr>
          <p:cNvPr id="2" name="TextBox 1">
            <a:extLst>
              <a:ext uri="{FF2B5EF4-FFF2-40B4-BE49-F238E27FC236}">
                <a16:creationId xmlns:a16="http://schemas.microsoft.com/office/drawing/2014/main" id="{CC05ACBE-20FC-D7F7-EFDD-EBBA930C2092}"/>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40349295-1BFD-CD63-6BB8-110873BA30E0}"/>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4" name="TextBox 3">
            <a:extLst>
              <a:ext uri="{FF2B5EF4-FFF2-40B4-BE49-F238E27FC236}">
                <a16:creationId xmlns:a16="http://schemas.microsoft.com/office/drawing/2014/main" id="{FB21F0D0-A889-DBCA-E65E-F3B9589EA544}"/>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5" name="TextBox 4">
            <a:extLst>
              <a:ext uri="{FF2B5EF4-FFF2-40B4-BE49-F238E27FC236}">
                <a16:creationId xmlns:a16="http://schemas.microsoft.com/office/drawing/2014/main" id="{1B92D8D0-88A0-7ED2-ECB0-754C2C070F46}"/>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graphicFrame>
        <p:nvGraphicFramePr>
          <p:cNvPr id="8" name="Chart 7">
            <a:extLst>
              <a:ext uri="{FF2B5EF4-FFF2-40B4-BE49-F238E27FC236}">
                <a16:creationId xmlns:a16="http://schemas.microsoft.com/office/drawing/2014/main" id="{B26EABA3-F85F-116A-4659-494B00BBDC71}"/>
              </a:ext>
            </a:extLst>
          </p:cNvPr>
          <p:cNvGraphicFramePr>
            <a:graphicFrameLocks/>
          </p:cNvGraphicFramePr>
          <p:nvPr>
            <p:extLst>
              <p:ext uri="{D42A27DB-BD31-4B8C-83A1-F6EECF244321}">
                <p14:modId xmlns:p14="http://schemas.microsoft.com/office/powerpoint/2010/main" val="21369974"/>
              </p:ext>
            </p:extLst>
          </p:nvPr>
        </p:nvGraphicFramePr>
        <p:xfrm>
          <a:off x="1557821" y="1169116"/>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4058FC3D-5CD3-2ABE-D346-5DF033DF0ACE}"/>
              </a:ext>
            </a:extLst>
          </p:cNvPr>
          <p:cNvGraphicFramePr>
            <a:graphicFrameLocks/>
          </p:cNvGraphicFramePr>
          <p:nvPr>
            <p:extLst>
              <p:ext uri="{D42A27DB-BD31-4B8C-83A1-F6EECF244321}">
                <p14:modId xmlns:p14="http://schemas.microsoft.com/office/powerpoint/2010/main" val="4029395189"/>
              </p:ext>
            </p:extLst>
          </p:nvPr>
        </p:nvGraphicFramePr>
        <p:xfrm>
          <a:off x="1557821" y="4152114"/>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43A5E035-C63C-7486-0D29-4CEB542771DD}"/>
              </a:ext>
            </a:extLst>
          </p:cNvPr>
          <p:cNvGraphicFramePr>
            <a:graphicFrameLocks/>
          </p:cNvGraphicFramePr>
          <p:nvPr>
            <p:extLst>
              <p:ext uri="{D42A27DB-BD31-4B8C-83A1-F6EECF244321}">
                <p14:modId xmlns:p14="http://schemas.microsoft.com/office/powerpoint/2010/main" val="3603535249"/>
              </p:ext>
            </p:extLst>
          </p:nvPr>
        </p:nvGraphicFramePr>
        <p:xfrm>
          <a:off x="6180156" y="1171073"/>
          <a:ext cx="4140000" cy="2520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512503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2738BA0-154D-1263-9074-0EBD975AC9DA}"/>
              </a:ext>
            </a:extLst>
          </p:cNvPr>
          <p:cNvSpPr txBox="1">
            <a:spLocks/>
          </p:cNvSpPr>
          <p:nvPr/>
        </p:nvSpPr>
        <p:spPr>
          <a:xfrm>
            <a:off x="831850" y="1709738"/>
            <a:ext cx="10515600" cy="28527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Appendix</a:t>
            </a:r>
          </a:p>
        </p:txBody>
      </p:sp>
    </p:spTree>
    <p:extLst>
      <p:ext uri="{BB962C8B-B14F-4D97-AF65-F5344CB8AC3E}">
        <p14:creationId xmlns:p14="http://schemas.microsoft.com/office/powerpoint/2010/main" val="39820725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err="1">
                <a:solidFill>
                  <a:schemeClr val="accent5">
                    <a:lumMod val="75000"/>
                  </a:schemeClr>
                </a:solidFill>
              </a:rPr>
              <a:t>CelebA</a:t>
            </a:r>
            <a:r>
              <a:rPr lang="en-US" sz="3200" u="sng" dirty="0">
                <a:solidFill>
                  <a:schemeClr val="accent5">
                    <a:lumMod val="75000"/>
                  </a:schemeClr>
                </a:solidFill>
              </a:rPr>
              <a:t>-HQ – Training dataset (27000 samples)</a:t>
            </a:r>
          </a:p>
        </p:txBody>
      </p:sp>
      <p:graphicFrame>
        <p:nvGraphicFramePr>
          <p:cNvPr id="2" name="Chart 1">
            <a:extLst>
              <a:ext uri="{FF2B5EF4-FFF2-40B4-BE49-F238E27FC236}">
                <a16:creationId xmlns:a16="http://schemas.microsoft.com/office/drawing/2014/main" id="{84A11EB6-F581-D9C8-0251-0518A7BC6151}"/>
              </a:ext>
            </a:extLst>
          </p:cNvPr>
          <p:cNvGraphicFramePr>
            <a:graphicFrameLocks/>
          </p:cNvGraphicFramePr>
          <p:nvPr/>
        </p:nvGraphicFramePr>
        <p:xfrm>
          <a:off x="1040674" y="854741"/>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14CBA0DF-1B6B-2BFB-8D8D-49C7AA36F31E}"/>
              </a:ext>
            </a:extLst>
          </p:cNvPr>
          <p:cNvGraphicFramePr>
            <a:graphicFrameLocks/>
          </p:cNvGraphicFramePr>
          <p:nvPr/>
        </p:nvGraphicFramePr>
        <p:xfrm>
          <a:off x="6579326" y="8547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9DBDE645-54AE-943A-FC93-B07737B39EB4}"/>
              </a:ext>
            </a:extLst>
          </p:cNvPr>
          <p:cNvGraphicFramePr>
            <a:graphicFrameLocks/>
          </p:cNvGraphicFramePr>
          <p:nvPr/>
        </p:nvGraphicFramePr>
        <p:xfrm>
          <a:off x="1040674" y="3990703"/>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B542B676-1E3C-CCF4-E91F-9A7C7FF0DF99}"/>
              </a:ext>
            </a:extLst>
          </p:cNvPr>
          <p:cNvGraphicFramePr>
            <a:graphicFrameLocks/>
          </p:cNvGraphicFramePr>
          <p:nvPr/>
        </p:nvGraphicFramePr>
        <p:xfrm>
          <a:off x="6579326" y="3990703"/>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4803072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err="1">
                <a:solidFill>
                  <a:schemeClr val="accent5">
                    <a:lumMod val="75000"/>
                  </a:schemeClr>
                </a:solidFill>
              </a:rPr>
              <a:t>Fairface</a:t>
            </a:r>
            <a:r>
              <a:rPr lang="en-US" sz="3200" u="sng" dirty="0">
                <a:solidFill>
                  <a:schemeClr val="accent5">
                    <a:lumMod val="75000"/>
                  </a:schemeClr>
                </a:solidFill>
              </a:rPr>
              <a:t> – Training dataset (86744 samples)</a:t>
            </a:r>
          </a:p>
        </p:txBody>
      </p:sp>
      <p:graphicFrame>
        <p:nvGraphicFramePr>
          <p:cNvPr id="7" name="Chart 6">
            <a:extLst>
              <a:ext uri="{FF2B5EF4-FFF2-40B4-BE49-F238E27FC236}">
                <a16:creationId xmlns:a16="http://schemas.microsoft.com/office/drawing/2014/main" id="{A4E02CF3-7672-3529-8EDF-E0594069C58D}"/>
              </a:ext>
            </a:extLst>
          </p:cNvPr>
          <p:cNvGraphicFramePr>
            <a:graphicFrameLocks/>
          </p:cNvGraphicFramePr>
          <p:nvPr/>
        </p:nvGraphicFramePr>
        <p:xfrm>
          <a:off x="6096000" y="3597941"/>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7D70D8A6-E68B-0F87-9E83-CE2C79EA26C3}"/>
              </a:ext>
            </a:extLst>
          </p:cNvPr>
          <p:cNvGraphicFramePr>
            <a:graphicFrameLocks/>
          </p:cNvGraphicFramePr>
          <p:nvPr/>
        </p:nvGraphicFramePr>
        <p:xfrm>
          <a:off x="6096000" y="8547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E5358684-4D08-D072-D231-0A59962C2B51}"/>
              </a:ext>
            </a:extLst>
          </p:cNvPr>
          <p:cNvGraphicFramePr>
            <a:graphicFrameLocks/>
          </p:cNvGraphicFramePr>
          <p:nvPr/>
        </p:nvGraphicFramePr>
        <p:xfrm>
          <a:off x="894080" y="854741"/>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 name="Chart 1">
            <a:extLst>
              <a:ext uri="{FF2B5EF4-FFF2-40B4-BE49-F238E27FC236}">
                <a16:creationId xmlns:a16="http://schemas.microsoft.com/office/drawing/2014/main" id="{CED6D29F-2C8B-11C3-BA74-36D4FC3E440E}"/>
              </a:ext>
            </a:extLst>
          </p:cNvPr>
          <p:cNvGraphicFramePr>
            <a:graphicFrameLocks/>
          </p:cNvGraphicFramePr>
          <p:nvPr/>
        </p:nvGraphicFramePr>
        <p:xfrm>
          <a:off x="894080" y="3597941"/>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122217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10287727" cy="584775"/>
          </a:xfrm>
          <a:prstGeom prst="rect">
            <a:avLst/>
          </a:prstGeom>
          <a:noFill/>
        </p:spPr>
        <p:txBody>
          <a:bodyPr wrap="square" rtlCol="0">
            <a:spAutoFit/>
          </a:bodyPr>
          <a:lstStyle/>
          <a:p>
            <a:r>
              <a:rPr lang="en-US" sz="3200" u="sng" dirty="0">
                <a:solidFill>
                  <a:schemeClr val="accent5">
                    <a:lumMod val="75000"/>
                  </a:schemeClr>
                </a:solidFill>
              </a:rPr>
              <a:t>DDPM: Generated output (2716 samples) on </a:t>
            </a:r>
            <a:r>
              <a:rPr lang="en-US" sz="3200" u="sng" dirty="0" err="1">
                <a:solidFill>
                  <a:schemeClr val="accent5">
                    <a:lumMod val="75000"/>
                  </a:schemeClr>
                </a:solidFill>
              </a:rPr>
              <a:t>CelebA</a:t>
            </a:r>
            <a:r>
              <a:rPr lang="en-US" sz="3200" u="sng" dirty="0">
                <a:solidFill>
                  <a:schemeClr val="accent5">
                    <a:lumMod val="75000"/>
                  </a:schemeClr>
                </a:solidFill>
              </a:rPr>
              <a:t>-HQ</a:t>
            </a:r>
          </a:p>
        </p:txBody>
      </p:sp>
      <p:graphicFrame>
        <p:nvGraphicFramePr>
          <p:cNvPr id="2" name="Chart 1">
            <a:extLst>
              <a:ext uri="{FF2B5EF4-FFF2-40B4-BE49-F238E27FC236}">
                <a16:creationId xmlns:a16="http://schemas.microsoft.com/office/drawing/2014/main" id="{A91273DA-A6FA-50C1-70B3-7685D16C1149}"/>
              </a:ext>
            </a:extLst>
          </p:cNvPr>
          <p:cNvGraphicFramePr>
            <a:graphicFrameLocks/>
          </p:cNvGraphicFramePr>
          <p:nvPr/>
        </p:nvGraphicFramePr>
        <p:xfrm>
          <a:off x="6299200" y="9906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406C4068-5A85-B1A2-B363-51E69FA0BC94}"/>
              </a:ext>
            </a:extLst>
          </p:cNvPr>
          <p:cNvGraphicFramePr>
            <a:graphicFrameLocks/>
          </p:cNvGraphicFramePr>
          <p:nvPr/>
        </p:nvGraphicFramePr>
        <p:xfrm>
          <a:off x="1158240" y="8547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FCC3F241-C070-300B-1D61-AA92713A65F6}"/>
              </a:ext>
            </a:extLst>
          </p:cNvPr>
          <p:cNvGraphicFramePr>
            <a:graphicFrameLocks/>
          </p:cNvGraphicFramePr>
          <p:nvPr/>
        </p:nvGraphicFramePr>
        <p:xfrm>
          <a:off x="1158240" y="3844834"/>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303D1CE3-B584-4610-1F8A-C506B2CC8484}"/>
              </a:ext>
            </a:extLst>
          </p:cNvPr>
          <p:cNvGraphicFramePr>
            <a:graphicFrameLocks/>
          </p:cNvGraphicFramePr>
          <p:nvPr/>
        </p:nvGraphicFramePr>
        <p:xfrm>
          <a:off x="6299200" y="3844834"/>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5331154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D45EEA-DEE2-D357-3BB2-3A464BAD3121}"/>
              </a:ext>
            </a:extLst>
          </p:cNvPr>
          <p:cNvSpPr txBox="1"/>
          <p:nvPr/>
        </p:nvSpPr>
        <p:spPr>
          <a:xfrm>
            <a:off x="583473" y="269966"/>
            <a:ext cx="11293567" cy="584775"/>
          </a:xfrm>
          <a:prstGeom prst="rect">
            <a:avLst/>
          </a:prstGeom>
          <a:noFill/>
        </p:spPr>
        <p:txBody>
          <a:bodyPr wrap="square" rtlCol="0">
            <a:spAutoFit/>
          </a:bodyPr>
          <a:lstStyle/>
          <a:p>
            <a:r>
              <a:rPr lang="en-US" sz="3200" u="sng" dirty="0">
                <a:solidFill>
                  <a:schemeClr val="accent5">
                    <a:lumMod val="75000"/>
                  </a:schemeClr>
                </a:solidFill>
              </a:rPr>
              <a:t>DDPM: (75 epoch) – Generated output (3000 samples) on </a:t>
            </a:r>
            <a:r>
              <a:rPr lang="en-US" sz="3200" u="sng" dirty="0" err="1">
                <a:solidFill>
                  <a:schemeClr val="accent5">
                    <a:lumMod val="75000"/>
                  </a:schemeClr>
                </a:solidFill>
              </a:rPr>
              <a:t>Fairface</a:t>
            </a:r>
            <a:endParaRPr lang="en-US" sz="3200" u="sng" dirty="0">
              <a:solidFill>
                <a:schemeClr val="accent5">
                  <a:lumMod val="75000"/>
                </a:schemeClr>
              </a:solidFill>
            </a:endParaRPr>
          </a:p>
        </p:txBody>
      </p:sp>
      <p:graphicFrame>
        <p:nvGraphicFramePr>
          <p:cNvPr id="7" name="Chart 6">
            <a:extLst>
              <a:ext uri="{FF2B5EF4-FFF2-40B4-BE49-F238E27FC236}">
                <a16:creationId xmlns:a16="http://schemas.microsoft.com/office/drawing/2014/main" id="{1C8F7D12-AD3A-EAC3-8294-A5C75E18F905}"/>
              </a:ext>
            </a:extLst>
          </p:cNvPr>
          <p:cNvGraphicFramePr>
            <a:graphicFrameLocks/>
          </p:cNvGraphicFramePr>
          <p:nvPr/>
        </p:nvGraphicFramePr>
        <p:xfrm>
          <a:off x="1158240" y="11938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25F54AB5-67EE-F575-B291-D52E7E73B029}"/>
              </a:ext>
            </a:extLst>
          </p:cNvPr>
          <p:cNvGraphicFramePr>
            <a:graphicFrameLocks/>
          </p:cNvGraphicFramePr>
          <p:nvPr/>
        </p:nvGraphicFramePr>
        <p:xfrm>
          <a:off x="6299200" y="119380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167D3BF7-6DC5-1C54-B845-D89F7EE75E93}"/>
              </a:ext>
            </a:extLst>
          </p:cNvPr>
          <p:cNvGraphicFramePr>
            <a:graphicFrameLocks/>
          </p:cNvGraphicFramePr>
          <p:nvPr/>
        </p:nvGraphicFramePr>
        <p:xfrm>
          <a:off x="1158240" y="3937000"/>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73ED5533-8035-4150-2804-FA15B1616680}"/>
              </a:ext>
            </a:extLst>
          </p:cNvPr>
          <p:cNvGraphicFramePr>
            <a:graphicFrameLocks/>
          </p:cNvGraphicFramePr>
          <p:nvPr/>
        </p:nvGraphicFramePr>
        <p:xfrm>
          <a:off x="6299200" y="3937000"/>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3392132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10287727" cy="584775"/>
          </a:xfrm>
          <a:prstGeom prst="rect">
            <a:avLst/>
          </a:prstGeom>
          <a:noFill/>
        </p:spPr>
        <p:txBody>
          <a:bodyPr wrap="square" rtlCol="0">
            <a:spAutoFit/>
          </a:bodyPr>
          <a:lstStyle/>
          <a:p>
            <a:r>
              <a:rPr lang="en-US" sz="3200" u="sng" dirty="0">
                <a:solidFill>
                  <a:schemeClr val="accent5">
                    <a:lumMod val="75000"/>
                  </a:schemeClr>
                </a:solidFill>
              </a:rPr>
              <a:t>SD: Generated output (3000 samples) on </a:t>
            </a:r>
            <a:r>
              <a:rPr lang="en-US" sz="3200" u="sng" dirty="0" err="1">
                <a:solidFill>
                  <a:schemeClr val="accent5">
                    <a:lumMod val="75000"/>
                  </a:schemeClr>
                </a:solidFill>
              </a:rPr>
              <a:t>CelebA</a:t>
            </a:r>
            <a:r>
              <a:rPr lang="en-US" sz="3200" u="sng" dirty="0">
                <a:solidFill>
                  <a:schemeClr val="accent5">
                    <a:lumMod val="75000"/>
                  </a:schemeClr>
                </a:solidFill>
              </a:rPr>
              <a:t>-HQ</a:t>
            </a:r>
          </a:p>
        </p:txBody>
      </p:sp>
      <p:graphicFrame>
        <p:nvGraphicFramePr>
          <p:cNvPr id="7" name="Chart 6">
            <a:extLst>
              <a:ext uri="{FF2B5EF4-FFF2-40B4-BE49-F238E27FC236}">
                <a16:creationId xmlns:a16="http://schemas.microsoft.com/office/drawing/2014/main" id="{9B341E22-7FF9-BA4C-3887-A8987ADCBC37}"/>
              </a:ext>
            </a:extLst>
          </p:cNvPr>
          <p:cNvGraphicFramePr>
            <a:graphicFrameLocks/>
          </p:cNvGraphicFramePr>
          <p:nvPr/>
        </p:nvGraphicFramePr>
        <p:xfrm>
          <a:off x="6299200" y="3844834"/>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6F266A75-F8F2-605D-4350-EBDD584D9575}"/>
              </a:ext>
            </a:extLst>
          </p:cNvPr>
          <p:cNvGraphicFramePr>
            <a:graphicFrameLocks/>
          </p:cNvGraphicFramePr>
          <p:nvPr/>
        </p:nvGraphicFramePr>
        <p:xfrm>
          <a:off x="1158240" y="3844834"/>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8086A178-DBAB-9047-4A6A-2FDDA31D6A9F}"/>
              </a:ext>
            </a:extLst>
          </p:cNvPr>
          <p:cNvGraphicFramePr>
            <a:graphicFrameLocks/>
          </p:cNvGraphicFramePr>
          <p:nvPr/>
        </p:nvGraphicFramePr>
        <p:xfrm>
          <a:off x="1158240" y="978187"/>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C41594E9-2BAC-4639-6EE0-6DBB1DC1C288}"/>
              </a:ext>
            </a:extLst>
          </p:cNvPr>
          <p:cNvGraphicFramePr>
            <a:graphicFrameLocks/>
          </p:cNvGraphicFramePr>
          <p:nvPr/>
        </p:nvGraphicFramePr>
        <p:xfrm>
          <a:off x="6096000" y="1101634"/>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204553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p:cNvGraphicFramePr>
          <p:nvPr/>
        </p:nvGraphicFramePr>
        <p:xfrm>
          <a:off x="1345477" y="907869"/>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p:cNvGraphicFramePr>
            <a:graphicFrameLocks/>
          </p:cNvGraphicFramePr>
          <p:nvPr/>
        </p:nvGraphicFramePr>
        <p:xfrm>
          <a:off x="1345477" y="3981994"/>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p:cNvGraphicFramePr>
            <a:graphicFrameLocks/>
          </p:cNvGraphicFramePr>
          <p:nvPr/>
        </p:nvGraphicFramePr>
        <p:xfrm>
          <a:off x="6692537" y="3981994"/>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p:cNvGraphicFramePr>
            <a:graphicFrameLocks/>
          </p:cNvGraphicFramePr>
          <p:nvPr/>
        </p:nvGraphicFramePr>
        <p:xfrm>
          <a:off x="6692537" y="907869"/>
          <a:ext cx="4572000"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6" name="TextBox 5"/>
          <p:cNvSpPr txBox="1"/>
          <p:nvPr/>
        </p:nvSpPr>
        <p:spPr>
          <a:xfrm>
            <a:off x="583473" y="269966"/>
            <a:ext cx="10948127" cy="584775"/>
          </a:xfrm>
          <a:prstGeom prst="rect">
            <a:avLst/>
          </a:prstGeom>
          <a:noFill/>
        </p:spPr>
        <p:txBody>
          <a:bodyPr wrap="square" rtlCol="0">
            <a:spAutoFit/>
          </a:bodyPr>
          <a:lstStyle/>
          <a:p>
            <a:r>
              <a:rPr lang="en-US" sz="3200" u="sng" dirty="0" err="1">
                <a:solidFill>
                  <a:schemeClr val="accent5">
                    <a:lumMod val="75000"/>
                  </a:schemeClr>
                </a:solidFill>
              </a:rPr>
              <a:t>DiffusionGAN</a:t>
            </a:r>
            <a:r>
              <a:rPr lang="en-US" sz="3200" u="sng" dirty="0">
                <a:solidFill>
                  <a:schemeClr val="accent5">
                    <a:lumMod val="75000"/>
                  </a:schemeClr>
                </a:solidFill>
              </a:rPr>
              <a:t>: Generated output (3000 samples) on </a:t>
            </a:r>
            <a:r>
              <a:rPr lang="en-US" sz="3200" u="sng" dirty="0" err="1">
                <a:solidFill>
                  <a:schemeClr val="accent5">
                    <a:lumMod val="75000"/>
                  </a:schemeClr>
                </a:solidFill>
              </a:rPr>
              <a:t>CelebA</a:t>
            </a:r>
            <a:r>
              <a:rPr lang="en-US" sz="3200" u="sng" dirty="0">
                <a:solidFill>
                  <a:schemeClr val="accent5">
                    <a:lumMod val="75000"/>
                  </a:schemeClr>
                </a:solidFill>
              </a:rPr>
              <a:t>-HQ</a:t>
            </a:r>
          </a:p>
        </p:txBody>
      </p:sp>
    </p:spTree>
    <p:extLst>
      <p:ext uri="{BB962C8B-B14F-4D97-AF65-F5344CB8AC3E}">
        <p14:creationId xmlns:p14="http://schemas.microsoft.com/office/powerpoint/2010/main" val="6131317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2" y="269966"/>
            <a:ext cx="11374848" cy="1077218"/>
          </a:xfrm>
          <a:prstGeom prst="rect">
            <a:avLst/>
          </a:prstGeom>
          <a:noFill/>
        </p:spPr>
        <p:txBody>
          <a:bodyPr wrap="square" rtlCol="0">
            <a:spAutoFit/>
          </a:bodyPr>
          <a:lstStyle/>
          <a:p>
            <a:r>
              <a:rPr lang="en-US" sz="3200" u="sng" dirty="0" err="1">
                <a:solidFill>
                  <a:schemeClr val="accent5">
                    <a:lumMod val="75000"/>
                  </a:schemeClr>
                </a:solidFill>
              </a:rPr>
              <a:t>DiffusionGAN</a:t>
            </a:r>
            <a:r>
              <a:rPr lang="en-US" sz="3200" u="sng" dirty="0">
                <a:solidFill>
                  <a:schemeClr val="accent5">
                    <a:lumMod val="75000"/>
                  </a:schemeClr>
                </a:solidFill>
              </a:rPr>
              <a:t>: (110 epoch) – Generated output (3000 samples) on </a:t>
            </a:r>
            <a:r>
              <a:rPr lang="en-US" sz="3200" u="sng" dirty="0" err="1">
                <a:solidFill>
                  <a:schemeClr val="accent5">
                    <a:lumMod val="75000"/>
                  </a:schemeClr>
                </a:solidFill>
              </a:rPr>
              <a:t>Fairface</a:t>
            </a:r>
            <a:endParaRPr lang="en-US" sz="3200" u="sng" dirty="0">
              <a:solidFill>
                <a:schemeClr val="accent5">
                  <a:lumMod val="75000"/>
                </a:schemeClr>
              </a:solidFill>
            </a:endParaRPr>
          </a:p>
        </p:txBody>
      </p:sp>
      <p:graphicFrame>
        <p:nvGraphicFramePr>
          <p:cNvPr id="3" name="Chart 2"/>
          <p:cNvGraphicFramePr>
            <a:graphicFrameLocks/>
          </p:cNvGraphicFramePr>
          <p:nvPr/>
        </p:nvGraphicFramePr>
        <p:xfrm>
          <a:off x="6446874" y="3886199"/>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p:cNvGraphicFramePr>
            <a:graphicFrameLocks/>
          </p:cNvGraphicFramePr>
          <p:nvPr/>
        </p:nvGraphicFramePr>
        <p:xfrm>
          <a:off x="1183759" y="3886199"/>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p:cNvGraphicFramePr>
            <a:graphicFrameLocks/>
          </p:cNvGraphicFramePr>
          <p:nvPr/>
        </p:nvGraphicFramePr>
        <p:xfrm>
          <a:off x="1183759" y="998870"/>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p:cNvGraphicFramePr>
            <a:graphicFrameLocks/>
          </p:cNvGraphicFramePr>
          <p:nvPr/>
        </p:nvGraphicFramePr>
        <p:xfrm>
          <a:off x="6446874" y="1143000"/>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0831759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err="1">
                <a:solidFill>
                  <a:schemeClr val="accent5">
                    <a:lumMod val="75000"/>
                  </a:schemeClr>
                </a:solidFill>
              </a:rPr>
              <a:t>CelebA</a:t>
            </a:r>
            <a:r>
              <a:rPr lang="en-US" sz="3200" u="sng" dirty="0">
                <a:solidFill>
                  <a:schemeClr val="accent5">
                    <a:lumMod val="75000"/>
                  </a:schemeClr>
                </a:solidFill>
              </a:rPr>
              <a:t>-HQ – Val 3000 samples</a:t>
            </a:r>
          </a:p>
        </p:txBody>
      </p:sp>
      <p:graphicFrame>
        <p:nvGraphicFramePr>
          <p:cNvPr id="7" name="Chart 6"/>
          <p:cNvGraphicFramePr>
            <a:graphicFrameLocks/>
          </p:cNvGraphicFramePr>
          <p:nvPr/>
        </p:nvGraphicFramePr>
        <p:xfrm>
          <a:off x="6596743" y="1051122"/>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a:graphicFrameLocks/>
          </p:cNvGraphicFramePr>
          <p:nvPr/>
        </p:nvGraphicFramePr>
        <p:xfrm>
          <a:off x="1040674" y="1051122"/>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p:cNvGraphicFramePr>
            <a:graphicFrameLocks/>
          </p:cNvGraphicFramePr>
          <p:nvPr/>
        </p:nvGraphicFramePr>
        <p:xfrm>
          <a:off x="1040674" y="3990703"/>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p:cNvGraphicFramePr>
            <a:graphicFrameLocks/>
          </p:cNvGraphicFramePr>
          <p:nvPr/>
        </p:nvGraphicFramePr>
        <p:xfrm>
          <a:off x="6596743" y="3990703"/>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0213005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err="1">
                <a:solidFill>
                  <a:schemeClr val="accent5">
                    <a:lumMod val="75000"/>
                  </a:schemeClr>
                </a:solidFill>
              </a:rPr>
              <a:t>Fairface</a:t>
            </a:r>
            <a:r>
              <a:rPr lang="en-US" sz="3200" u="sng" dirty="0">
                <a:solidFill>
                  <a:schemeClr val="accent5">
                    <a:lumMod val="75000"/>
                  </a:schemeClr>
                </a:solidFill>
              </a:rPr>
              <a:t> – Val 10954 samples</a:t>
            </a:r>
          </a:p>
        </p:txBody>
      </p:sp>
      <p:graphicFrame>
        <p:nvGraphicFramePr>
          <p:cNvPr id="2" name="Chart 1">
            <a:extLst>
              <a:ext uri="{FF2B5EF4-FFF2-40B4-BE49-F238E27FC236}">
                <a16:creationId xmlns:a16="http://schemas.microsoft.com/office/drawing/2014/main" id="{A8B8BE97-4E5E-3248-914B-8B0F8A727F52}"/>
              </a:ext>
            </a:extLst>
          </p:cNvPr>
          <p:cNvGraphicFramePr>
            <a:graphicFrameLocks/>
          </p:cNvGraphicFramePr>
          <p:nvPr/>
        </p:nvGraphicFramePr>
        <p:xfrm>
          <a:off x="1034527" y="1250577"/>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50840C85-3AA6-BC47-7565-14794BBC81BD}"/>
              </a:ext>
            </a:extLst>
          </p:cNvPr>
          <p:cNvGraphicFramePr>
            <a:graphicFrameLocks/>
          </p:cNvGraphicFramePr>
          <p:nvPr/>
        </p:nvGraphicFramePr>
        <p:xfrm>
          <a:off x="5918499" y="1250577"/>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43BB0751-93AF-9721-8190-611E9C9E6AF4}"/>
              </a:ext>
            </a:extLst>
          </p:cNvPr>
          <p:cNvGraphicFramePr>
            <a:graphicFrameLocks/>
          </p:cNvGraphicFramePr>
          <p:nvPr/>
        </p:nvGraphicFramePr>
        <p:xfrm>
          <a:off x="1034527" y="3993777"/>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D23ACEC3-9A47-6D71-B875-F3546FBB3519}"/>
              </a:ext>
            </a:extLst>
          </p:cNvPr>
          <p:cNvGraphicFramePr>
            <a:graphicFrameLocks/>
          </p:cNvGraphicFramePr>
          <p:nvPr/>
        </p:nvGraphicFramePr>
        <p:xfrm>
          <a:off x="5918499" y="3993777"/>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1447921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EF5903B-44C3-81A8-F64A-735A5A765B77}"/>
              </a:ext>
            </a:extLst>
          </p:cNvPr>
          <p:cNvGraphicFramePr>
            <a:graphicFrameLocks noGrp="1"/>
          </p:cNvGraphicFramePr>
          <p:nvPr>
            <p:extLst>
              <p:ext uri="{D42A27DB-BD31-4B8C-83A1-F6EECF244321}">
                <p14:modId xmlns:p14="http://schemas.microsoft.com/office/powerpoint/2010/main" val="3661754428"/>
              </p:ext>
            </p:extLst>
          </p:nvPr>
        </p:nvGraphicFramePr>
        <p:xfrm>
          <a:off x="571500" y="959644"/>
          <a:ext cx="3530600" cy="1104900"/>
        </p:xfrm>
        <a:graphic>
          <a:graphicData uri="http://schemas.openxmlformats.org/drawingml/2006/table">
            <a:tbl>
              <a:tblPr/>
              <a:tblGrid>
                <a:gridCol w="863600">
                  <a:extLst>
                    <a:ext uri="{9D8B030D-6E8A-4147-A177-3AD203B41FA5}">
                      <a16:colId xmlns:a16="http://schemas.microsoft.com/office/drawing/2014/main" val="1467035419"/>
                    </a:ext>
                  </a:extLst>
                </a:gridCol>
                <a:gridCol w="1600200">
                  <a:extLst>
                    <a:ext uri="{9D8B030D-6E8A-4147-A177-3AD203B41FA5}">
                      <a16:colId xmlns:a16="http://schemas.microsoft.com/office/drawing/2014/main" val="2434269622"/>
                    </a:ext>
                  </a:extLst>
                </a:gridCol>
                <a:gridCol w="1066800">
                  <a:extLst>
                    <a:ext uri="{9D8B030D-6E8A-4147-A177-3AD203B41FA5}">
                      <a16:colId xmlns:a16="http://schemas.microsoft.com/office/drawing/2014/main" val="2311729582"/>
                    </a:ext>
                  </a:extLst>
                </a:gridCol>
              </a:tblGrid>
              <a:tr h="184150">
                <a:tc>
                  <a:txBody>
                    <a:bodyPr/>
                    <a:lstStyle/>
                    <a:p>
                      <a:pPr algn="l" fontAlgn="b"/>
                      <a:r>
                        <a:rPr lang="en-IN" sz="1100" b="1" i="0" u="none" strike="noStrike">
                          <a:solidFill>
                            <a:srgbClr val="000000"/>
                          </a:solidFill>
                          <a:effectLst/>
                          <a:latin typeface="Calibri" panose="020F0502020204030204" pitchFamily="34" charset="0"/>
                        </a:rPr>
                        <a:t>Row Labels</a:t>
                      </a:r>
                    </a:p>
                  </a:txBody>
                  <a:tcPr marL="6350" marR="6350" marT="635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US" sz="1100" b="1" i="0" u="none" strike="noStrike">
                          <a:solidFill>
                            <a:srgbClr val="000000"/>
                          </a:solidFill>
                          <a:effectLst/>
                          <a:latin typeface="Calibri" panose="020F0502020204030204" pitchFamily="34" charset="0"/>
                        </a:rPr>
                        <a:t>Count of face_name_align</a:t>
                      </a:r>
                    </a:p>
                  </a:txBody>
                  <a:tcPr marL="6350" marR="6350" marT="635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1100" b="0" i="0" u="none" strike="noStrike">
                          <a:solidFill>
                            <a:srgbClr val="000000"/>
                          </a:solidFill>
                          <a:effectLst/>
                          <a:latin typeface="Calibri" panose="020F0502020204030204" pitchFamily="34" charset="0"/>
                        </a:rPr>
                        <a:t>%age</a:t>
                      </a:r>
                    </a:p>
                  </a:txBody>
                  <a:tcPr marL="6350" marR="6350" marT="6350" marB="0" anchor="b">
                    <a:lnL>
                      <a:noFill/>
                    </a:lnL>
                    <a:lnR>
                      <a:noFill/>
                    </a:lnR>
                    <a:lnT>
                      <a:noFill/>
                    </a:lnT>
                    <a:lnB>
                      <a:noFill/>
                    </a:lnB>
                  </a:tcPr>
                </a:tc>
                <a:extLst>
                  <a:ext uri="{0D108BD9-81ED-4DB2-BD59-A6C34878D82A}">
                    <a16:rowId xmlns:a16="http://schemas.microsoft.com/office/drawing/2014/main" val="254440521"/>
                  </a:ext>
                </a:extLst>
              </a:tr>
              <a:tr h="184150">
                <a:tc>
                  <a:txBody>
                    <a:bodyPr/>
                    <a:lstStyle/>
                    <a:p>
                      <a:pPr algn="l" fontAlgn="b"/>
                      <a:r>
                        <a:rPr lang="en-IN" sz="1100" b="0" i="0" u="none" strike="noStrike">
                          <a:solidFill>
                            <a:srgbClr val="000000"/>
                          </a:solidFill>
                          <a:effectLst/>
                          <a:latin typeface="Calibri" panose="020F0502020204030204" pitchFamily="34" charset="0"/>
                        </a:rPr>
                        <a:t>Asian</a:t>
                      </a:r>
                    </a:p>
                  </a:txBody>
                  <a:tcPr marL="6350" marR="6350" marT="635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r" fontAlgn="b"/>
                      <a:r>
                        <a:rPr lang="en-IN" sz="1100" b="0" i="0" u="none" strike="noStrike">
                          <a:solidFill>
                            <a:srgbClr val="000000"/>
                          </a:solidFill>
                          <a:effectLst/>
                          <a:latin typeface="Calibri" panose="020F0502020204030204" pitchFamily="34" charset="0"/>
                        </a:rPr>
                        <a:t>3356</a:t>
                      </a:r>
                    </a:p>
                  </a:txBody>
                  <a:tcPr marL="6350" marR="6350" marT="635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r" fontAlgn="b"/>
                      <a:r>
                        <a:rPr lang="en-IN" sz="1100" b="0" i="0" u="none" strike="noStrike">
                          <a:solidFill>
                            <a:srgbClr val="000000"/>
                          </a:solidFill>
                          <a:effectLst/>
                          <a:latin typeface="Calibri" panose="020F0502020204030204" pitchFamily="34" charset="0"/>
                        </a:rPr>
                        <a:t>12.43</a:t>
                      </a:r>
                    </a:p>
                  </a:txBody>
                  <a:tcPr marL="6350" marR="6350" marT="6350" marB="0" anchor="b">
                    <a:lnL>
                      <a:noFill/>
                    </a:lnL>
                    <a:lnR>
                      <a:noFill/>
                    </a:lnR>
                    <a:lnT>
                      <a:noFill/>
                    </a:lnT>
                    <a:lnB>
                      <a:noFill/>
                    </a:lnB>
                  </a:tcPr>
                </a:tc>
                <a:extLst>
                  <a:ext uri="{0D108BD9-81ED-4DB2-BD59-A6C34878D82A}">
                    <a16:rowId xmlns:a16="http://schemas.microsoft.com/office/drawing/2014/main" val="3197788544"/>
                  </a:ext>
                </a:extLst>
              </a:tr>
              <a:tr h="184150">
                <a:tc>
                  <a:txBody>
                    <a:bodyPr/>
                    <a:lstStyle/>
                    <a:p>
                      <a:pPr algn="l" fontAlgn="b"/>
                      <a:r>
                        <a:rPr lang="en-IN" sz="1100" b="0" i="0" u="none" strike="noStrike">
                          <a:solidFill>
                            <a:srgbClr val="000000"/>
                          </a:solidFill>
                          <a:effectLst/>
                          <a:latin typeface="Calibri" panose="020F0502020204030204" pitchFamily="34" charset="0"/>
                        </a:rPr>
                        <a:t>Black</a:t>
                      </a:r>
                    </a:p>
                  </a:txBody>
                  <a:tcPr marL="6350" marR="6350" marT="6350"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2475</a:t>
                      </a:r>
                    </a:p>
                  </a:txBody>
                  <a:tcPr marL="6350" marR="6350" marT="6350"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9.17</a:t>
                      </a:r>
                    </a:p>
                  </a:txBody>
                  <a:tcPr marL="6350" marR="6350" marT="6350" marB="0" anchor="b">
                    <a:lnL>
                      <a:noFill/>
                    </a:lnL>
                    <a:lnR>
                      <a:noFill/>
                    </a:lnR>
                    <a:lnT>
                      <a:noFill/>
                    </a:lnT>
                    <a:lnB>
                      <a:noFill/>
                    </a:lnB>
                  </a:tcPr>
                </a:tc>
                <a:extLst>
                  <a:ext uri="{0D108BD9-81ED-4DB2-BD59-A6C34878D82A}">
                    <a16:rowId xmlns:a16="http://schemas.microsoft.com/office/drawing/2014/main" val="1502017052"/>
                  </a:ext>
                </a:extLst>
              </a:tr>
              <a:tr h="184150">
                <a:tc>
                  <a:txBody>
                    <a:bodyPr/>
                    <a:lstStyle/>
                    <a:p>
                      <a:pPr algn="l" fontAlgn="b"/>
                      <a:r>
                        <a:rPr lang="en-IN" sz="1100" b="0" i="0" u="none" strike="noStrike">
                          <a:solidFill>
                            <a:srgbClr val="000000"/>
                          </a:solidFill>
                          <a:effectLst/>
                          <a:latin typeface="Calibri" panose="020F0502020204030204" pitchFamily="34" charset="0"/>
                        </a:rPr>
                        <a:t>Indian</a:t>
                      </a:r>
                    </a:p>
                  </a:txBody>
                  <a:tcPr marL="6350" marR="6350" marT="6350"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1631</a:t>
                      </a:r>
                    </a:p>
                  </a:txBody>
                  <a:tcPr marL="6350" marR="6350" marT="6350"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6.04</a:t>
                      </a:r>
                    </a:p>
                  </a:txBody>
                  <a:tcPr marL="6350" marR="6350" marT="6350" marB="0" anchor="b">
                    <a:lnL>
                      <a:noFill/>
                    </a:lnL>
                    <a:lnR>
                      <a:noFill/>
                    </a:lnR>
                    <a:lnT>
                      <a:noFill/>
                    </a:lnT>
                    <a:lnB>
                      <a:noFill/>
                    </a:lnB>
                  </a:tcPr>
                </a:tc>
                <a:extLst>
                  <a:ext uri="{0D108BD9-81ED-4DB2-BD59-A6C34878D82A}">
                    <a16:rowId xmlns:a16="http://schemas.microsoft.com/office/drawing/2014/main" val="3472492515"/>
                  </a:ext>
                </a:extLst>
              </a:tr>
              <a:tr h="184150">
                <a:tc>
                  <a:txBody>
                    <a:bodyPr/>
                    <a:lstStyle/>
                    <a:p>
                      <a:pPr algn="l" fontAlgn="b"/>
                      <a:r>
                        <a:rPr lang="en-IN" sz="1100" b="0" i="0" u="none" strike="noStrike">
                          <a:solidFill>
                            <a:srgbClr val="000000"/>
                          </a:solidFill>
                          <a:effectLst/>
                          <a:latin typeface="Calibri" panose="020F0502020204030204" pitchFamily="34" charset="0"/>
                        </a:rPr>
                        <a:t>White</a:t>
                      </a:r>
                    </a:p>
                  </a:txBody>
                  <a:tcPr marL="6350" marR="6350" marT="635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Calibri" panose="020F0502020204030204" pitchFamily="34" charset="0"/>
                        </a:rPr>
                        <a:t>19538</a:t>
                      </a:r>
                    </a:p>
                  </a:txBody>
                  <a:tcPr marL="6350" marR="6350" marT="635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Calibri" panose="020F0502020204030204" pitchFamily="34" charset="0"/>
                        </a:rPr>
                        <a:t>72.36</a:t>
                      </a:r>
                    </a:p>
                  </a:txBody>
                  <a:tcPr marL="6350" marR="6350" marT="6350" marB="0" anchor="b">
                    <a:lnL>
                      <a:noFill/>
                    </a:lnL>
                    <a:lnR>
                      <a:noFill/>
                    </a:lnR>
                    <a:lnT>
                      <a:noFill/>
                    </a:lnT>
                    <a:lnB>
                      <a:noFill/>
                    </a:lnB>
                  </a:tcPr>
                </a:tc>
                <a:extLst>
                  <a:ext uri="{0D108BD9-81ED-4DB2-BD59-A6C34878D82A}">
                    <a16:rowId xmlns:a16="http://schemas.microsoft.com/office/drawing/2014/main" val="5460201"/>
                  </a:ext>
                </a:extLst>
              </a:tr>
              <a:tr h="184150">
                <a:tc>
                  <a:txBody>
                    <a:bodyPr/>
                    <a:lstStyle/>
                    <a:p>
                      <a:pPr algn="l" fontAlgn="b"/>
                      <a:r>
                        <a:rPr lang="en-IN" sz="1100" b="1" i="0" u="none" strike="noStrike">
                          <a:solidFill>
                            <a:srgbClr val="000000"/>
                          </a:solidFill>
                          <a:effectLst/>
                          <a:latin typeface="Calibri" panose="020F0502020204030204" pitchFamily="34" charset="0"/>
                        </a:rPr>
                        <a:t>Grand Total</a:t>
                      </a:r>
                    </a:p>
                  </a:txBody>
                  <a:tcPr marL="6350" marR="6350" marT="635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r" fontAlgn="b"/>
                      <a:r>
                        <a:rPr lang="en-IN" sz="1100" b="1" i="0" u="none" strike="noStrike">
                          <a:solidFill>
                            <a:srgbClr val="000000"/>
                          </a:solidFill>
                          <a:effectLst/>
                          <a:latin typeface="Calibri" panose="020F0502020204030204" pitchFamily="34" charset="0"/>
                        </a:rPr>
                        <a:t>27000</a:t>
                      </a:r>
                    </a:p>
                  </a:txBody>
                  <a:tcPr marL="6350" marR="6350" marT="635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r" fontAlgn="b"/>
                      <a:r>
                        <a:rPr lang="en-IN" sz="1100" b="0" i="0" u="none" strike="noStrike" dirty="0">
                          <a:solidFill>
                            <a:srgbClr val="000000"/>
                          </a:solidFill>
                          <a:effectLst/>
                          <a:latin typeface="Calibri" panose="020F0502020204030204" pitchFamily="34" charset="0"/>
                        </a:rPr>
                        <a:t>100</a:t>
                      </a:r>
                    </a:p>
                  </a:txBody>
                  <a:tcPr marL="6350" marR="6350" marT="6350" marB="0" anchor="b">
                    <a:lnL>
                      <a:noFill/>
                    </a:lnL>
                    <a:lnR>
                      <a:noFill/>
                    </a:lnR>
                    <a:lnT>
                      <a:noFill/>
                    </a:lnT>
                    <a:lnB>
                      <a:noFill/>
                    </a:lnB>
                  </a:tcPr>
                </a:tc>
                <a:extLst>
                  <a:ext uri="{0D108BD9-81ED-4DB2-BD59-A6C34878D82A}">
                    <a16:rowId xmlns:a16="http://schemas.microsoft.com/office/drawing/2014/main" val="221934145"/>
                  </a:ext>
                </a:extLst>
              </a:tr>
            </a:tbl>
          </a:graphicData>
        </a:graphic>
      </p:graphicFrame>
      <p:sp>
        <p:nvSpPr>
          <p:cNvPr id="3" name="TextBox 2">
            <a:extLst>
              <a:ext uri="{FF2B5EF4-FFF2-40B4-BE49-F238E27FC236}">
                <a16:creationId xmlns:a16="http://schemas.microsoft.com/office/drawing/2014/main" id="{0EC76D3C-8D53-F6E3-255D-F3F91EB36B2D}"/>
              </a:ext>
            </a:extLst>
          </p:cNvPr>
          <p:cNvSpPr txBox="1"/>
          <p:nvPr/>
        </p:nvSpPr>
        <p:spPr>
          <a:xfrm>
            <a:off x="583473" y="269966"/>
            <a:ext cx="8029303" cy="584775"/>
          </a:xfrm>
          <a:prstGeom prst="rect">
            <a:avLst/>
          </a:prstGeom>
          <a:noFill/>
        </p:spPr>
        <p:txBody>
          <a:bodyPr wrap="square" rtlCol="0">
            <a:spAutoFit/>
          </a:bodyPr>
          <a:lstStyle/>
          <a:p>
            <a:r>
              <a:rPr lang="en-US" sz="3200" dirty="0" err="1">
                <a:solidFill>
                  <a:schemeClr val="accent5">
                    <a:lumMod val="75000"/>
                  </a:schemeClr>
                </a:solidFill>
              </a:rPr>
              <a:t>CelebA</a:t>
            </a:r>
            <a:r>
              <a:rPr lang="en-US" sz="3200" dirty="0">
                <a:solidFill>
                  <a:schemeClr val="accent5">
                    <a:lumMod val="75000"/>
                  </a:schemeClr>
                </a:solidFill>
              </a:rPr>
              <a:t>-HQ – Train 27000 samples</a:t>
            </a:r>
          </a:p>
        </p:txBody>
      </p:sp>
    </p:spTree>
    <p:extLst>
      <p:ext uri="{BB962C8B-B14F-4D97-AF65-F5344CB8AC3E}">
        <p14:creationId xmlns:p14="http://schemas.microsoft.com/office/powerpoint/2010/main" val="17231936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620</TotalTime>
  <Words>1064</Words>
  <Application>Microsoft Office PowerPoint</Application>
  <PresentationFormat>Widescreen</PresentationFormat>
  <Paragraphs>237</Paragraphs>
  <Slides>56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56</vt:i4>
      </vt:variant>
    </vt:vector>
  </HeadingPairs>
  <TitlesOfParts>
    <vt:vector size="60" baseType="lpstr">
      <vt:lpstr>Arial</vt:lpstr>
      <vt:lpstr>Calibri</vt:lpstr>
      <vt:lpstr>Calibri Light</vt:lpstr>
      <vt:lpstr>Office Theme</vt:lpstr>
      <vt:lpstr>Identification of Bias in Diffusion Models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Analysis on DDPM model</vt:lpstr>
      <vt:lpstr>PowerPoint Presentation</vt:lpstr>
      <vt:lpstr>PowerPoint Presentation</vt:lpstr>
      <vt:lpstr>PowerPoint Presentation</vt:lpstr>
      <vt:lpstr>PowerPoint Presentation</vt:lpstr>
      <vt:lpstr>PowerPoint Presentation</vt:lpstr>
      <vt:lpstr>Analysis on Stable Diffusion model</vt:lpstr>
      <vt:lpstr>PowerPoint Presentation</vt:lpstr>
      <vt:lpstr>PowerPoint Presentation</vt:lpstr>
      <vt:lpstr>PowerPoint Presentation</vt:lpstr>
      <vt:lpstr>PowerPoint Presentation</vt:lpstr>
      <vt:lpstr>PowerPoint Presentation</vt:lpstr>
      <vt:lpstr>Analysis on DDGAN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CelebA-HQ dataset</vt:lpstr>
      <vt:lpstr>PowerPoint Presentation</vt:lpstr>
      <vt:lpstr>PowerPoint Presentation</vt:lpstr>
      <vt:lpstr>PowerPoint Presentation</vt:lpstr>
      <vt:lpstr>PowerPoint Presentation</vt:lpstr>
      <vt:lpstr>PowerPoint Presentation</vt:lpstr>
      <vt:lpstr>Fairface dataset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Admin</cp:lastModifiedBy>
  <cp:revision>30</cp:revision>
  <dcterms:created xsi:type="dcterms:W3CDTF">2023-12-11T11:15:53Z</dcterms:created>
  <dcterms:modified xsi:type="dcterms:W3CDTF">2024-01-17T12:30:52Z</dcterms:modified>
</cp:coreProperties>
</file>